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7" r:id="rId4"/>
    <p:sldMasterId id="2147483800" r:id="rId5"/>
  </p:sldMasterIdLst>
  <p:notesMasterIdLst>
    <p:notesMasterId r:id="rId17"/>
  </p:notesMasterIdLst>
  <p:sldIdLst>
    <p:sldId id="257" r:id="rId6"/>
    <p:sldId id="350" r:id="rId7"/>
    <p:sldId id="401" r:id="rId8"/>
    <p:sldId id="356" r:id="rId9"/>
    <p:sldId id="400" r:id="rId10"/>
    <p:sldId id="399" r:id="rId11"/>
    <p:sldId id="397" r:id="rId12"/>
    <p:sldId id="403" r:id="rId13"/>
    <p:sldId id="390" r:id="rId14"/>
    <p:sldId id="391" r:id="rId15"/>
    <p:sldId id="402" r:id="rId16"/>
  </p:sldIdLst>
  <p:sldSz cx="2437765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18307D-6E36-FDA1-8EE7-98A9648FF397}" name="Stella Shipman" initials="" userId="S::stellas@uark.edu::19288fed-0e4e-472d-9b56-f595db8c85c2" providerId="AD"/>
  <p188:author id="{456D2ADB-99F2-DD90-6727-2F7AEDC9C592}" name="Cody Uhl" initials="CU" userId="S::cuhl@uark.edu::11fec3ed-fd1b-48f9-9f9a-aac12487f9a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E60"/>
    <a:srgbClr val="A8DDF7"/>
    <a:srgbClr val="DBF2FD"/>
    <a:srgbClr val="0053E2"/>
    <a:srgbClr val="4DBE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8CEFCE-1170-8F4B-9207-60B90EE6931E}" v="358" dt="2026-04-14T20:35:16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09"/>
    <p:restoredTop sz="94658"/>
  </p:normalViewPr>
  <p:slideViewPr>
    <p:cSldViewPr snapToGrid="0">
      <p:cViewPr varScale="1">
        <p:scale>
          <a:sx n="60" d="100"/>
          <a:sy n="60" d="100"/>
        </p:scale>
        <p:origin x="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51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dy Uhl" userId="S::cuhl@uark.edu::11fec3ed-fd1b-48f9-9f9a-aac12487f9a5" providerId="AD" clId="Web-{DE708506-6F90-480F-9080-F5370717F327}"/>
    <pc:docChg chg="modSld">
      <pc:chgData name="Cody Uhl" userId="S::cuhl@uark.edu::11fec3ed-fd1b-48f9-9f9a-aac12487f9a5" providerId="AD" clId="Web-{DE708506-6F90-480F-9080-F5370717F327}" dt="2026-04-09T18:30:34.962" v="3" actId="14100"/>
      <pc:docMkLst>
        <pc:docMk/>
      </pc:docMkLst>
      <pc:sldChg chg="modSp">
        <pc:chgData name="Cody Uhl" userId="S::cuhl@uark.edu::11fec3ed-fd1b-48f9-9f9a-aac12487f9a5" providerId="AD" clId="Web-{DE708506-6F90-480F-9080-F5370717F327}" dt="2026-04-09T18:30:34.962" v="3" actId="14100"/>
        <pc:sldMkLst>
          <pc:docMk/>
          <pc:sldMk cId="1985509544" sldId="399"/>
        </pc:sldMkLst>
        <pc:spChg chg="mod">
          <ac:chgData name="Cody Uhl" userId="S::cuhl@uark.edu::11fec3ed-fd1b-48f9-9f9a-aac12487f9a5" providerId="AD" clId="Web-{DE708506-6F90-480F-9080-F5370717F327}" dt="2026-04-09T18:30:34.962" v="3" actId="14100"/>
          <ac:spMkLst>
            <pc:docMk/>
            <pc:sldMk cId="1985509544" sldId="399"/>
            <ac:spMk id="3" creationId="{1F87FF70-F6CD-703D-E65D-7E1A6FB6C2C5}"/>
          </ac:spMkLst>
        </pc:spChg>
      </pc:sldChg>
    </pc:docChg>
  </pc:docChgLst>
  <pc:docChgLst>
    <pc:chgData name="Stella Shipman" userId="S::stellas@uark.edu::19288fed-0e4e-472d-9b56-f595db8c85c2" providerId="AD" clId="Web-{1FDA8AB7-B8E0-5EAD-89F4-A6690E708093}"/>
    <pc:docChg chg="modSld">
      <pc:chgData name="Stella Shipman" userId="S::stellas@uark.edu::19288fed-0e4e-472d-9b56-f595db8c85c2" providerId="AD" clId="Web-{1FDA8AB7-B8E0-5EAD-89F4-A6690E708093}" dt="2026-03-17T18:37:54.322" v="1" actId="20577"/>
      <pc:docMkLst>
        <pc:docMk/>
      </pc:docMkLst>
    </pc:docChg>
  </pc:docChgLst>
  <pc:docChgLst>
    <pc:chgData name="Cody Uhl" userId="11fec3ed-fd1b-48f9-9f9a-aac12487f9a5" providerId="ADAL" clId="{E9CBC724-D3D6-5FBB-BA83-D5D8D8110B5F}"/>
    <pc:docChg chg="undo custSel mod addSld delSld modSld sldOrd modMainMaster">
      <pc:chgData name="Cody Uhl" userId="11fec3ed-fd1b-48f9-9f9a-aac12487f9a5" providerId="ADAL" clId="{E9CBC724-D3D6-5FBB-BA83-D5D8D8110B5F}" dt="2026-04-14T20:34:21.168" v="5020" actId="26606"/>
      <pc:docMkLst>
        <pc:docMk/>
      </pc:docMkLst>
      <pc:sldChg chg="addSp delSp modSp mod setBg">
        <pc:chgData name="Cody Uhl" userId="11fec3ed-fd1b-48f9-9f9a-aac12487f9a5" providerId="ADAL" clId="{E9CBC724-D3D6-5FBB-BA83-D5D8D8110B5F}" dt="2026-04-14T20:21:20.133" v="4978" actId="26606"/>
        <pc:sldMkLst>
          <pc:docMk/>
          <pc:sldMk cId="2472072399" sldId="257"/>
        </pc:sldMkLst>
        <pc:spChg chg="mod">
          <ac:chgData name="Cody Uhl" userId="11fec3ed-fd1b-48f9-9f9a-aac12487f9a5" providerId="ADAL" clId="{E9CBC724-D3D6-5FBB-BA83-D5D8D8110B5F}" dt="2026-04-14T20:21:20.133" v="4978" actId="26606"/>
          <ac:spMkLst>
            <pc:docMk/>
            <pc:sldMk cId="2472072399" sldId="257"/>
            <ac:spMk id="4" creationId="{533728F5-A900-AD14-F3AA-6CC00AFAD2D3}"/>
          </ac:spMkLst>
        </pc:spChg>
        <pc:spChg chg="mod">
          <ac:chgData name="Cody Uhl" userId="11fec3ed-fd1b-48f9-9f9a-aac12487f9a5" providerId="ADAL" clId="{E9CBC724-D3D6-5FBB-BA83-D5D8D8110B5F}" dt="2026-04-14T20:21:20.133" v="4978" actId="26606"/>
          <ac:spMkLst>
            <pc:docMk/>
            <pc:sldMk cId="2472072399" sldId="257"/>
            <ac:spMk id="6" creationId="{3493D565-1FA5-E319-DA69-D8D2B4E58C9D}"/>
          </ac:spMkLst>
        </pc:spChg>
        <pc:spChg chg="add del">
          <ac:chgData name="Cody Uhl" userId="11fec3ed-fd1b-48f9-9f9a-aac12487f9a5" providerId="ADAL" clId="{E9CBC724-D3D6-5FBB-BA83-D5D8D8110B5F}" dt="2026-04-14T20:21:20.092" v="4977" actId="26606"/>
          <ac:spMkLst>
            <pc:docMk/>
            <pc:sldMk cId="2472072399" sldId="257"/>
            <ac:spMk id="1089" creationId="{7A070EAD-1DCD-4F3D-BA84-799B891A0E19}"/>
          </ac:spMkLst>
        </pc:spChg>
        <pc:spChg chg="add">
          <ac:chgData name="Cody Uhl" userId="11fec3ed-fd1b-48f9-9f9a-aac12487f9a5" providerId="ADAL" clId="{E9CBC724-D3D6-5FBB-BA83-D5D8D8110B5F}" dt="2026-04-14T20:21:20.133" v="4978" actId="26606"/>
          <ac:spMkLst>
            <pc:docMk/>
            <pc:sldMk cId="2472072399" sldId="257"/>
            <ac:spMk id="1147" creationId="{FF5E4228-419E-44B9-B090-94A9540E5B3F}"/>
          </ac:spMkLst>
        </pc:spChg>
        <pc:spChg chg="add">
          <ac:chgData name="Cody Uhl" userId="11fec3ed-fd1b-48f9-9f9a-aac12487f9a5" providerId="ADAL" clId="{E9CBC724-D3D6-5FBB-BA83-D5D8D8110B5F}" dt="2026-04-14T20:21:20.133" v="4978" actId="26606"/>
          <ac:spMkLst>
            <pc:docMk/>
            <pc:sldMk cId="2472072399" sldId="257"/>
            <ac:spMk id="1204" creationId="{4D6A640B-6684-4338-9199-6EE758735581}"/>
          </ac:spMkLst>
        </pc:spChg>
        <pc:grpChg chg="add del">
          <ac:chgData name="Cody Uhl" userId="11fec3ed-fd1b-48f9-9f9a-aac12487f9a5" providerId="ADAL" clId="{E9CBC724-D3D6-5FBB-BA83-D5D8D8110B5F}" dt="2026-04-14T20:21:20.092" v="4977" actId="26606"/>
          <ac:grpSpMkLst>
            <pc:docMk/>
            <pc:sldMk cId="2472072399" sldId="257"/>
            <ac:grpSpMk id="1033" creationId="{FF5EAD09-B81D-415F-8BCF-73C81AE05F21}"/>
          </ac:grpSpMkLst>
        </pc:grpChg>
        <pc:grpChg chg="add del">
          <ac:chgData name="Cody Uhl" userId="11fec3ed-fd1b-48f9-9f9a-aac12487f9a5" providerId="ADAL" clId="{E9CBC724-D3D6-5FBB-BA83-D5D8D8110B5F}" dt="2026-04-14T20:21:20.092" v="4977" actId="26606"/>
          <ac:grpSpMkLst>
            <pc:docMk/>
            <pc:sldMk cId="2472072399" sldId="257"/>
            <ac:grpSpMk id="1091" creationId="{DE471E13-6104-4637-8A8F-B545529B1D11}"/>
          </ac:grpSpMkLst>
        </pc:grpChg>
        <pc:grpChg chg="add">
          <ac:chgData name="Cody Uhl" userId="11fec3ed-fd1b-48f9-9f9a-aac12487f9a5" providerId="ADAL" clId="{E9CBC724-D3D6-5FBB-BA83-D5D8D8110B5F}" dt="2026-04-14T20:21:20.133" v="4978" actId="26606"/>
          <ac:grpSpMkLst>
            <pc:docMk/>
            <pc:sldMk cId="2472072399" sldId="257"/>
            <ac:grpSpMk id="1149" creationId="{FF5EAD09-B81D-415F-8BCF-73C81AE05F21}"/>
          </ac:grpSpMkLst>
        </pc:grpChg>
        <pc:grpChg chg="add">
          <ac:chgData name="Cody Uhl" userId="11fec3ed-fd1b-48f9-9f9a-aac12487f9a5" providerId="ADAL" clId="{E9CBC724-D3D6-5FBB-BA83-D5D8D8110B5F}" dt="2026-04-14T20:21:20.133" v="4978" actId="26606"/>
          <ac:grpSpMkLst>
            <pc:docMk/>
            <pc:sldMk cId="2472072399" sldId="257"/>
            <ac:grpSpMk id="1205" creationId="{5BAB052D-92E4-4715-895B-E423230754C2}"/>
          </ac:grpSpMkLst>
        </pc:grpChg>
        <pc:picChg chg="add del">
          <ac:chgData name="Cody Uhl" userId="11fec3ed-fd1b-48f9-9f9a-aac12487f9a5" providerId="ADAL" clId="{E9CBC724-D3D6-5FBB-BA83-D5D8D8110B5F}" dt="2026-04-14T20:21:20.092" v="4977" actId="26606"/>
          <ac:picMkLst>
            <pc:docMk/>
            <pc:sldMk cId="2472072399" sldId="257"/>
            <ac:picMk id="1031" creationId="{9ACD3AF8-B16E-4174-8C1A-41F683C4AF8A}"/>
          </ac:picMkLst>
        </pc:picChg>
        <pc:picChg chg="add">
          <ac:chgData name="Cody Uhl" userId="11fec3ed-fd1b-48f9-9f9a-aac12487f9a5" providerId="ADAL" clId="{E9CBC724-D3D6-5FBB-BA83-D5D8D8110B5F}" dt="2026-04-14T20:21:20.133" v="4978" actId="26606"/>
          <ac:picMkLst>
            <pc:docMk/>
            <pc:sldMk cId="2472072399" sldId="257"/>
            <ac:picMk id="1148" creationId="{9ACD3AF8-B16E-4174-8C1A-41F683C4AF8A}"/>
          </ac:picMkLst>
        </pc:picChg>
      </pc:sldChg>
      <pc:sldChg chg="addSp delSp modSp mod setBg modNotesTx">
        <pc:chgData name="Cody Uhl" userId="11fec3ed-fd1b-48f9-9f9a-aac12487f9a5" providerId="ADAL" clId="{E9CBC724-D3D6-5FBB-BA83-D5D8D8110B5F}" dt="2026-04-14T20:21:26.702" v="4979" actId="26606"/>
        <pc:sldMkLst>
          <pc:docMk/>
          <pc:sldMk cId="3829586218" sldId="350"/>
        </pc:sldMkLst>
        <pc:spChg chg="del mod">
          <ac:chgData name="Cody Uhl" userId="11fec3ed-fd1b-48f9-9f9a-aac12487f9a5" providerId="ADAL" clId="{E9CBC724-D3D6-5FBB-BA83-D5D8D8110B5F}" dt="2026-04-14T20:21:26.702" v="4979" actId="26606"/>
          <ac:spMkLst>
            <pc:docMk/>
            <pc:sldMk cId="3829586218" sldId="350"/>
            <ac:spMk id="2" creationId="{0A257334-9CD9-10E9-9CED-A603F911FE38}"/>
          </ac:spMkLst>
        </pc:spChg>
        <pc:spChg chg="mod">
          <ac:chgData name="Cody Uhl" userId="11fec3ed-fd1b-48f9-9f9a-aac12487f9a5" providerId="ADAL" clId="{E9CBC724-D3D6-5FBB-BA83-D5D8D8110B5F}" dt="2026-04-14T20:21:26.702" v="4979" actId="26606"/>
          <ac:spMkLst>
            <pc:docMk/>
            <pc:sldMk cId="3829586218" sldId="350"/>
            <ac:spMk id="3" creationId="{B07E34AB-255A-57D0-80EF-76112415E972}"/>
          </ac:spMkLst>
        </pc:spChg>
        <pc:spChg chg="mod">
          <ac:chgData name="Cody Uhl" userId="11fec3ed-fd1b-48f9-9f9a-aac12487f9a5" providerId="ADAL" clId="{E9CBC724-D3D6-5FBB-BA83-D5D8D8110B5F}" dt="2026-04-14T20:21:26.702" v="4979" actId="26606"/>
          <ac:spMkLst>
            <pc:docMk/>
            <pc:sldMk cId="3829586218" sldId="350"/>
            <ac:spMk id="4" creationId="{77F1C32A-5237-97D2-A4EB-E78910214F0C}"/>
          </ac:spMkLst>
        </pc:spChg>
        <pc:spChg chg="mod ord">
          <ac:chgData name="Cody Uhl" userId="11fec3ed-fd1b-48f9-9f9a-aac12487f9a5" providerId="ADAL" clId="{E9CBC724-D3D6-5FBB-BA83-D5D8D8110B5F}" dt="2026-04-14T20:21:26.702" v="4979" actId="26606"/>
          <ac:spMkLst>
            <pc:docMk/>
            <pc:sldMk cId="3829586218" sldId="350"/>
            <ac:spMk id="5" creationId="{A8F2F155-DF81-58E9-7799-86381C009F37}"/>
          </ac:spMkLst>
        </pc:spChg>
        <pc:spChg chg="add del mod">
          <ac:chgData name="Cody Uhl" userId="11fec3ed-fd1b-48f9-9f9a-aac12487f9a5" providerId="ADAL" clId="{E9CBC724-D3D6-5FBB-BA83-D5D8D8110B5F}" dt="2026-04-14T20:14:36.610" v="4955" actId="478"/>
          <ac:spMkLst>
            <pc:docMk/>
            <pc:sldMk cId="3829586218" sldId="350"/>
            <ac:spMk id="6" creationId="{67D3AC4D-CDE4-1C7E-2A25-CC242F9D35D9}"/>
          </ac:spMkLst>
        </pc:spChg>
        <pc:spChg chg="add">
          <ac:chgData name="Cody Uhl" userId="11fec3ed-fd1b-48f9-9f9a-aac12487f9a5" providerId="ADAL" clId="{E9CBC724-D3D6-5FBB-BA83-D5D8D8110B5F}" dt="2026-04-14T20:21:26.702" v="4979" actId="26606"/>
          <ac:spMkLst>
            <pc:docMk/>
            <pc:sldMk cId="3829586218" sldId="350"/>
            <ac:spMk id="68" creationId="{7A070EAD-1DCD-4F3D-BA84-799B891A0E19}"/>
          </ac:spMkLst>
        </pc:spChg>
        <pc:grpChg chg="add">
          <ac:chgData name="Cody Uhl" userId="11fec3ed-fd1b-48f9-9f9a-aac12487f9a5" providerId="ADAL" clId="{E9CBC724-D3D6-5FBB-BA83-D5D8D8110B5F}" dt="2026-04-14T20:21:26.702" v="4979" actId="26606"/>
          <ac:grpSpMkLst>
            <pc:docMk/>
            <pc:sldMk cId="3829586218" sldId="350"/>
            <ac:grpSpMk id="12" creationId="{FF5EAD09-B81D-415F-8BCF-73C81AE05F21}"/>
          </ac:grpSpMkLst>
        </pc:grpChg>
        <pc:grpChg chg="add">
          <ac:chgData name="Cody Uhl" userId="11fec3ed-fd1b-48f9-9f9a-aac12487f9a5" providerId="ADAL" clId="{E9CBC724-D3D6-5FBB-BA83-D5D8D8110B5F}" dt="2026-04-14T20:21:26.702" v="4979" actId="26606"/>
          <ac:grpSpMkLst>
            <pc:docMk/>
            <pc:sldMk cId="3829586218" sldId="350"/>
            <ac:grpSpMk id="70" creationId="{DE471E13-6104-4637-8A8F-B545529B1D11}"/>
          </ac:grpSpMkLst>
        </pc:grpChg>
        <pc:picChg chg="add">
          <ac:chgData name="Cody Uhl" userId="11fec3ed-fd1b-48f9-9f9a-aac12487f9a5" providerId="ADAL" clId="{E9CBC724-D3D6-5FBB-BA83-D5D8D8110B5F}" dt="2026-04-14T20:21:26.702" v="4979" actId="26606"/>
          <ac:picMkLst>
            <pc:docMk/>
            <pc:sldMk cId="3829586218" sldId="350"/>
            <ac:picMk id="10" creationId="{9ACD3AF8-B16E-4174-8C1A-41F683C4AF8A}"/>
          </ac:picMkLst>
        </pc:picChg>
      </pc:sldChg>
      <pc:sldChg chg="addSp delSp modSp mod setBg setClrOvrMap modNotesTx">
        <pc:chgData name="Cody Uhl" userId="11fec3ed-fd1b-48f9-9f9a-aac12487f9a5" providerId="ADAL" clId="{E9CBC724-D3D6-5FBB-BA83-D5D8D8110B5F}" dt="2026-04-14T20:32:56.916" v="5011" actId="26606"/>
        <pc:sldMkLst>
          <pc:docMk/>
          <pc:sldMk cId="3858479423" sldId="356"/>
        </pc:sldMkLst>
        <pc:spChg chg="add del mod">
          <ac:chgData name="Cody Uhl" userId="11fec3ed-fd1b-48f9-9f9a-aac12487f9a5" providerId="ADAL" clId="{E9CBC724-D3D6-5FBB-BA83-D5D8D8110B5F}" dt="2026-04-14T20:15:46.468" v="4960"/>
          <ac:spMkLst>
            <pc:docMk/>
            <pc:sldMk cId="3858479423" sldId="356"/>
            <ac:spMk id="2" creationId="{125D0266-D6B1-6E16-ACB1-EE4EA22BD3C9}"/>
          </ac:spMkLst>
        </pc:spChg>
        <pc:spChg chg="add del mod">
          <ac:chgData name="Cody Uhl" userId="11fec3ed-fd1b-48f9-9f9a-aac12487f9a5" providerId="ADAL" clId="{E9CBC724-D3D6-5FBB-BA83-D5D8D8110B5F}" dt="2026-04-14T20:23:51.463" v="4985"/>
          <ac:spMkLst>
            <pc:docMk/>
            <pc:sldMk cId="3858479423" sldId="356"/>
            <ac:spMk id="3" creationId="{37889353-CA8F-FF19-9579-9C42D064F787}"/>
          </ac:spMkLst>
        </pc:spChg>
        <pc:spChg chg="mod">
          <ac:chgData name="Cody Uhl" userId="11fec3ed-fd1b-48f9-9f9a-aac12487f9a5" providerId="ADAL" clId="{E9CBC724-D3D6-5FBB-BA83-D5D8D8110B5F}" dt="2026-04-14T20:32:56.916" v="5011" actId="26606"/>
          <ac:spMkLst>
            <pc:docMk/>
            <pc:sldMk cId="3858479423" sldId="356"/>
            <ac:spMk id="7" creationId="{A68655D9-27F3-7DDE-E6EC-AFFDBF194D85}"/>
          </ac:spMkLst>
        </pc:spChg>
        <pc:spChg chg="mod">
          <ac:chgData name="Cody Uhl" userId="11fec3ed-fd1b-48f9-9f9a-aac12487f9a5" providerId="ADAL" clId="{E9CBC724-D3D6-5FBB-BA83-D5D8D8110B5F}" dt="2026-04-14T20:32:56.916" v="5011" actId="26606"/>
          <ac:spMkLst>
            <pc:docMk/>
            <pc:sldMk cId="3858479423" sldId="356"/>
            <ac:spMk id="8" creationId="{3A4AA1DD-3EEC-01F8-A55F-AC98E7C942BF}"/>
          </ac:spMkLst>
        </pc:spChg>
        <pc:spChg chg="mod">
          <ac:chgData name="Cody Uhl" userId="11fec3ed-fd1b-48f9-9f9a-aac12487f9a5" providerId="ADAL" clId="{E9CBC724-D3D6-5FBB-BA83-D5D8D8110B5F}" dt="2026-04-14T20:32:56.916" v="5011" actId="26606"/>
          <ac:spMkLst>
            <pc:docMk/>
            <pc:sldMk cId="3858479423" sldId="356"/>
            <ac:spMk id="14" creationId="{0A6D3361-DC5C-AC8E-23F7-CEF3BD5061A8}"/>
          </ac:spMkLst>
        </pc:spChg>
        <pc:spChg chg="add del mod ord">
          <ac:chgData name="Cody Uhl" userId="11fec3ed-fd1b-48f9-9f9a-aac12487f9a5" providerId="ADAL" clId="{E9CBC724-D3D6-5FBB-BA83-D5D8D8110B5F}" dt="2026-04-14T20:32:56.916" v="5011" actId="26606"/>
          <ac:spMkLst>
            <pc:docMk/>
            <pc:sldMk cId="3858479423" sldId="356"/>
            <ac:spMk id="15" creationId="{4DACC135-C9F7-565C-8BF0-D5571C234422}"/>
          </ac:spMkLst>
        </pc:spChg>
        <pc:spChg chg="add del">
          <ac:chgData name="Cody Uhl" userId="11fec3ed-fd1b-48f9-9f9a-aac12487f9a5" providerId="ADAL" clId="{E9CBC724-D3D6-5FBB-BA83-D5D8D8110B5F}" dt="2026-04-14T20:32:56.916" v="5011" actId="26606"/>
          <ac:spMkLst>
            <pc:docMk/>
            <pc:sldMk cId="3858479423" sldId="356"/>
            <ac:spMk id="63" creationId="{6BFC9644-673A-459F-B3C5-9310A4E50E3B}"/>
          </ac:spMkLst>
        </pc:spChg>
        <pc:spChg chg="add del">
          <ac:chgData name="Cody Uhl" userId="11fec3ed-fd1b-48f9-9f9a-aac12487f9a5" providerId="ADAL" clId="{E9CBC724-D3D6-5FBB-BA83-D5D8D8110B5F}" dt="2026-04-14T20:32:56.916" v="5011" actId="26606"/>
          <ac:spMkLst>
            <pc:docMk/>
            <pc:sldMk cId="3858479423" sldId="356"/>
            <ac:spMk id="94" creationId="{7D1C411D-0818-4640-8657-2AF78250C802}"/>
          </ac:spMkLst>
        </pc:spChg>
        <pc:spChg chg="add del">
          <ac:chgData name="Cody Uhl" userId="11fec3ed-fd1b-48f9-9f9a-aac12487f9a5" providerId="ADAL" clId="{E9CBC724-D3D6-5FBB-BA83-D5D8D8110B5F}" dt="2026-04-14T20:32:56.852" v="5010" actId="26606"/>
          <ac:spMkLst>
            <pc:docMk/>
            <pc:sldMk cId="3858479423" sldId="356"/>
            <ac:spMk id="143" creationId="{2EEF4763-EB4A-4A35-89EB-AD2763B48C3B}"/>
          </ac:spMkLst>
        </pc:spChg>
        <pc:spChg chg="add">
          <ac:chgData name="Cody Uhl" userId="11fec3ed-fd1b-48f9-9f9a-aac12487f9a5" providerId="ADAL" clId="{E9CBC724-D3D6-5FBB-BA83-D5D8D8110B5F}" dt="2026-04-14T20:32:56.916" v="5011" actId="26606"/>
          <ac:spMkLst>
            <pc:docMk/>
            <pc:sldMk cId="3858479423" sldId="356"/>
            <ac:spMk id="176" creationId="{092ADBCF-B973-4C52-B740-4963E95B35C5}"/>
          </ac:spMkLst>
        </pc:spChg>
        <pc:spChg chg="add">
          <ac:chgData name="Cody Uhl" userId="11fec3ed-fd1b-48f9-9f9a-aac12487f9a5" providerId="ADAL" clId="{E9CBC724-D3D6-5FBB-BA83-D5D8D8110B5F}" dt="2026-04-14T20:32:56.916" v="5011" actId="26606"/>
          <ac:spMkLst>
            <pc:docMk/>
            <pc:sldMk cId="3858479423" sldId="356"/>
            <ac:spMk id="225" creationId="{E79AA19A-D2E5-47F2-AF0A-1AF60D42CCBD}"/>
          </ac:spMkLst>
        </pc:spChg>
        <pc:grpChg chg="add">
          <ac:chgData name="Cody Uhl" userId="11fec3ed-fd1b-48f9-9f9a-aac12487f9a5" providerId="ADAL" clId="{E9CBC724-D3D6-5FBB-BA83-D5D8D8110B5F}" dt="2026-04-14T20:32:40.059" v="5007" actId="26606"/>
          <ac:grpSpMkLst>
            <pc:docMk/>
            <pc:sldMk cId="3858479423" sldId="356"/>
            <ac:grpSpMk id="22" creationId="{3BAEF7DA-43C4-4736-B5A3-B48E6125AB2D}"/>
          </ac:grpSpMkLst>
        </pc:grpChg>
        <pc:grpChg chg="add">
          <ac:chgData name="Cody Uhl" userId="11fec3ed-fd1b-48f9-9f9a-aac12487f9a5" providerId="ADAL" clId="{E9CBC724-D3D6-5FBB-BA83-D5D8D8110B5F}" dt="2026-04-14T20:32:40.059" v="5007" actId="26606"/>
          <ac:grpSpMkLst>
            <pc:docMk/>
            <pc:sldMk cId="3858479423" sldId="356"/>
            <ac:grpSpMk id="65" creationId="{4ADB9295-9645-4BF2-ADFD-75800B7FAD06}"/>
          </ac:grpSpMkLst>
        </pc:grpChg>
        <pc:graphicFrameChg chg="add del">
          <ac:chgData name="Cody Uhl" userId="11fec3ed-fd1b-48f9-9f9a-aac12487f9a5" providerId="ADAL" clId="{E9CBC724-D3D6-5FBB-BA83-D5D8D8110B5F}" dt="2026-04-14T20:32:56.852" v="5010" actId="26606"/>
          <ac:graphicFrameMkLst>
            <pc:docMk/>
            <pc:sldMk cId="3858479423" sldId="356"/>
            <ac:graphicFrameMk id="96" creationId="{E04AF322-4FCA-9B68-7F54-766180A504DD}"/>
          </ac:graphicFrameMkLst>
        </pc:graphicFrameChg>
        <pc:picChg chg="add del">
          <ac:chgData name="Cody Uhl" userId="11fec3ed-fd1b-48f9-9f9a-aac12487f9a5" providerId="ADAL" clId="{E9CBC724-D3D6-5FBB-BA83-D5D8D8110B5F}" dt="2026-04-14T20:32:56.852" v="5010" actId="26606"/>
          <ac:picMkLst>
            <pc:docMk/>
            <pc:sldMk cId="3858479423" sldId="356"/>
            <ac:picMk id="20" creationId="{9FBB3149-8289-4060-BB01-ED3047C53146}"/>
          </ac:picMkLst>
        </pc:picChg>
        <pc:picChg chg="add del">
          <ac:chgData name="Cody Uhl" userId="11fec3ed-fd1b-48f9-9f9a-aac12487f9a5" providerId="ADAL" clId="{E9CBC724-D3D6-5FBB-BA83-D5D8D8110B5F}" dt="2026-04-14T20:32:56.852" v="5010" actId="26606"/>
          <ac:picMkLst>
            <pc:docMk/>
            <pc:sldMk cId="3858479423" sldId="356"/>
            <ac:picMk id="100" creationId="{174E31E4-530B-4247-962C-F46F5F66DFFB}"/>
          </ac:picMkLst>
        </pc:picChg>
        <pc:picChg chg="add">
          <ac:chgData name="Cody Uhl" userId="11fec3ed-fd1b-48f9-9f9a-aac12487f9a5" providerId="ADAL" clId="{E9CBC724-D3D6-5FBB-BA83-D5D8D8110B5F}" dt="2026-04-14T20:32:56.916" v="5011" actId="26606"/>
          <ac:picMkLst>
            <pc:docMk/>
            <pc:sldMk cId="3858479423" sldId="356"/>
            <ac:picMk id="145" creationId="{91A1E618-D29E-4367-8C34-500E34D05B1E}"/>
          </ac:picMkLst>
        </pc:picChg>
        <pc:picChg chg="add">
          <ac:chgData name="Cody Uhl" userId="11fec3ed-fd1b-48f9-9f9a-aac12487f9a5" providerId="ADAL" clId="{E9CBC724-D3D6-5FBB-BA83-D5D8D8110B5F}" dt="2026-04-14T20:32:56.916" v="5011" actId="26606"/>
          <ac:picMkLst>
            <pc:docMk/>
            <pc:sldMk cId="3858479423" sldId="356"/>
            <ac:picMk id="146" creationId="{174E31E4-530B-4247-962C-F46F5F66DFFB}"/>
          </ac:picMkLst>
        </pc:picChg>
      </pc:sldChg>
      <pc:sldChg chg="addSp delSp modSp mod setBg">
        <pc:chgData name="Cody Uhl" userId="11fec3ed-fd1b-48f9-9f9a-aac12487f9a5" providerId="ADAL" clId="{E9CBC724-D3D6-5FBB-BA83-D5D8D8110B5F}" dt="2026-04-14T20:27:39.638" v="5005" actId="26606"/>
        <pc:sldMkLst>
          <pc:docMk/>
          <pc:sldMk cId="1477403647" sldId="390"/>
        </pc:sldMkLst>
        <pc:spChg chg="mod">
          <ac:chgData name="Cody Uhl" userId="11fec3ed-fd1b-48f9-9f9a-aac12487f9a5" providerId="ADAL" clId="{E9CBC724-D3D6-5FBB-BA83-D5D8D8110B5F}" dt="2026-04-14T20:27:39.638" v="5005" actId="26606"/>
          <ac:spMkLst>
            <pc:docMk/>
            <pc:sldMk cId="1477403647" sldId="390"/>
            <ac:spMk id="2" creationId="{DCD0FEDA-37BB-98A2-7EF4-F6032FB8A032}"/>
          </ac:spMkLst>
        </pc:spChg>
        <pc:spChg chg="add del mod">
          <ac:chgData name="Cody Uhl" userId="11fec3ed-fd1b-48f9-9f9a-aac12487f9a5" providerId="ADAL" clId="{E9CBC724-D3D6-5FBB-BA83-D5D8D8110B5F}" dt="2026-04-14T20:27:39.638" v="5005" actId="26606"/>
          <ac:spMkLst>
            <pc:docMk/>
            <pc:sldMk cId="1477403647" sldId="390"/>
            <ac:spMk id="3" creationId="{30B87978-AE0E-0B79-3DC1-41714F223C9D}"/>
          </ac:spMkLst>
        </pc:spChg>
        <pc:spChg chg="mod">
          <ac:chgData name="Cody Uhl" userId="11fec3ed-fd1b-48f9-9f9a-aac12487f9a5" providerId="ADAL" clId="{E9CBC724-D3D6-5FBB-BA83-D5D8D8110B5F}" dt="2026-04-14T20:27:39.638" v="5005" actId="26606"/>
          <ac:spMkLst>
            <pc:docMk/>
            <pc:sldMk cId="1477403647" sldId="390"/>
            <ac:spMk id="4" creationId="{57FA527D-BCD4-CDD9-D9A5-C3AC4C86109B}"/>
          </ac:spMkLst>
        </pc:spChg>
        <pc:spChg chg="mod">
          <ac:chgData name="Cody Uhl" userId="11fec3ed-fd1b-48f9-9f9a-aac12487f9a5" providerId="ADAL" clId="{E9CBC724-D3D6-5FBB-BA83-D5D8D8110B5F}" dt="2026-04-14T20:27:39.638" v="5005" actId="26606"/>
          <ac:spMkLst>
            <pc:docMk/>
            <pc:sldMk cId="1477403647" sldId="390"/>
            <ac:spMk id="5" creationId="{241381A7-F84A-A6FC-8AAC-B67DD510B54C}"/>
          </ac:spMkLst>
        </pc:spChg>
        <pc:spChg chg="add del mod">
          <ac:chgData name="Cody Uhl" userId="11fec3ed-fd1b-48f9-9f9a-aac12487f9a5" providerId="ADAL" clId="{E9CBC724-D3D6-5FBB-BA83-D5D8D8110B5F}" dt="2026-04-14T20:24:04.784" v="4989"/>
          <ac:spMkLst>
            <pc:docMk/>
            <pc:sldMk cId="1477403647" sldId="390"/>
            <ac:spMk id="6" creationId="{91D00D7D-76B8-B877-9988-3C1A6FA931E4}"/>
          </ac:spMkLst>
        </pc:spChg>
        <pc:spChg chg="add del mod">
          <ac:chgData name="Cody Uhl" userId="11fec3ed-fd1b-48f9-9f9a-aac12487f9a5" providerId="ADAL" clId="{E9CBC724-D3D6-5FBB-BA83-D5D8D8110B5F}" dt="2026-04-14T20:26:44.678" v="5002"/>
          <ac:spMkLst>
            <pc:docMk/>
            <pc:sldMk cId="1477403647" sldId="390"/>
            <ac:spMk id="7" creationId="{CFB5EA74-E2E0-ED9E-227F-2F61748DA20E}"/>
          </ac:spMkLst>
        </pc:spChg>
        <pc:spChg chg="add del">
          <ac:chgData name="Cody Uhl" userId="11fec3ed-fd1b-48f9-9f9a-aac12487f9a5" providerId="ADAL" clId="{E9CBC724-D3D6-5FBB-BA83-D5D8D8110B5F}" dt="2026-04-14T20:27:39.599" v="5004" actId="26606"/>
          <ac:spMkLst>
            <pc:docMk/>
            <pc:sldMk cId="1477403647" sldId="390"/>
            <ac:spMk id="54" creationId="{2EEF4763-EB4A-4A35-89EB-AD2763B48C3B}"/>
          </ac:spMkLst>
        </pc:spChg>
        <pc:spChg chg="add">
          <ac:chgData name="Cody Uhl" userId="11fec3ed-fd1b-48f9-9f9a-aac12487f9a5" providerId="ADAL" clId="{E9CBC724-D3D6-5FBB-BA83-D5D8D8110B5F}" dt="2026-04-14T20:27:39.638" v="5005" actId="26606"/>
          <ac:spMkLst>
            <pc:docMk/>
            <pc:sldMk cId="1477403647" sldId="390"/>
            <ac:spMk id="95" creationId="{2EEF4763-EB4A-4A35-89EB-AD2763B48C3B}"/>
          </ac:spMkLst>
        </pc:spChg>
        <pc:grpChg chg="add del">
          <ac:chgData name="Cody Uhl" userId="11fec3ed-fd1b-48f9-9f9a-aac12487f9a5" providerId="ADAL" clId="{E9CBC724-D3D6-5FBB-BA83-D5D8D8110B5F}" dt="2026-04-14T20:27:39.599" v="5004" actId="26606"/>
          <ac:grpSpMkLst>
            <pc:docMk/>
            <pc:sldMk cId="1477403647" sldId="390"/>
            <ac:grpSpMk id="13" creationId="{96FA2727-C33B-44D1-885B-76DC0424E577}"/>
          </ac:grpSpMkLst>
        </pc:grpChg>
        <pc:grpChg chg="add">
          <ac:chgData name="Cody Uhl" userId="11fec3ed-fd1b-48f9-9f9a-aac12487f9a5" providerId="ADAL" clId="{E9CBC724-D3D6-5FBB-BA83-D5D8D8110B5F}" dt="2026-04-14T20:27:39.638" v="5005" actId="26606"/>
          <ac:grpSpMkLst>
            <pc:docMk/>
            <pc:sldMk cId="1477403647" sldId="390"/>
            <ac:grpSpMk id="57" creationId="{96FA2727-C33B-44D1-885B-76DC0424E577}"/>
          </ac:grpSpMkLst>
        </pc:grpChg>
        <pc:graphicFrameChg chg="add del">
          <ac:chgData name="Cody Uhl" userId="11fec3ed-fd1b-48f9-9f9a-aac12487f9a5" providerId="ADAL" clId="{E9CBC724-D3D6-5FBB-BA83-D5D8D8110B5F}" dt="2026-04-14T20:27:39.599" v="5004" actId="26606"/>
          <ac:graphicFrameMkLst>
            <pc:docMk/>
            <pc:sldMk cId="1477403647" sldId="390"/>
            <ac:graphicFrameMk id="8" creationId="{978CA742-07F1-2EBC-65DE-3AEBA0BCA569}"/>
          </ac:graphicFrameMkLst>
        </pc:graphicFrameChg>
        <pc:graphicFrameChg chg="add">
          <ac:chgData name="Cody Uhl" userId="11fec3ed-fd1b-48f9-9f9a-aac12487f9a5" providerId="ADAL" clId="{E9CBC724-D3D6-5FBB-BA83-D5D8D8110B5F}" dt="2026-04-14T20:27:39.638" v="5005" actId="26606"/>
          <ac:graphicFrameMkLst>
            <pc:docMk/>
            <pc:sldMk cId="1477403647" sldId="390"/>
            <ac:graphicFrameMk id="96" creationId="{336912A5-D3CB-A5F8-A0BB-4678263DBEA5}"/>
          </ac:graphicFrameMkLst>
        </pc:graphicFrameChg>
        <pc:picChg chg="add del">
          <ac:chgData name="Cody Uhl" userId="11fec3ed-fd1b-48f9-9f9a-aac12487f9a5" providerId="ADAL" clId="{E9CBC724-D3D6-5FBB-BA83-D5D8D8110B5F}" dt="2026-04-14T20:27:39.599" v="5004" actId="26606"/>
          <ac:picMkLst>
            <pc:docMk/>
            <pc:sldMk cId="1477403647" sldId="390"/>
            <ac:picMk id="11" creationId="{174E31E4-530B-4247-962C-F46F5F66DFFB}"/>
          </ac:picMkLst>
        </pc:picChg>
        <pc:picChg chg="add">
          <ac:chgData name="Cody Uhl" userId="11fec3ed-fd1b-48f9-9f9a-aac12487f9a5" providerId="ADAL" clId="{E9CBC724-D3D6-5FBB-BA83-D5D8D8110B5F}" dt="2026-04-14T20:27:39.638" v="5005" actId="26606"/>
          <ac:picMkLst>
            <pc:docMk/>
            <pc:sldMk cId="1477403647" sldId="390"/>
            <ac:picMk id="56" creationId="{174E31E4-530B-4247-962C-F46F5F66DFFB}"/>
          </ac:picMkLst>
        </pc:picChg>
      </pc:sldChg>
      <pc:sldChg chg="addSp delSp modSp mod setBg">
        <pc:chgData name="Cody Uhl" userId="11fec3ed-fd1b-48f9-9f9a-aac12487f9a5" providerId="ADAL" clId="{E9CBC724-D3D6-5FBB-BA83-D5D8D8110B5F}" dt="2026-04-14T20:34:12.823" v="5019" actId="26606"/>
        <pc:sldMkLst>
          <pc:docMk/>
          <pc:sldMk cId="3847419507" sldId="391"/>
        </pc:sldMkLst>
        <pc:spChg chg="mod">
          <ac:chgData name="Cody Uhl" userId="11fec3ed-fd1b-48f9-9f9a-aac12487f9a5" providerId="ADAL" clId="{E9CBC724-D3D6-5FBB-BA83-D5D8D8110B5F}" dt="2026-04-14T20:34:12.823" v="5019" actId="26606"/>
          <ac:spMkLst>
            <pc:docMk/>
            <pc:sldMk cId="3847419507" sldId="391"/>
            <ac:spMk id="2" creationId="{0DBB360C-D10B-271D-2293-168FC479EF03}"/>
          </ac:spMkLst>
        </pc:spChg>
        <pc:spChg chg="del mod">
          <ac:chgData name="Cody Uhl" userId="11fec3ed-fd1b-48f9-9f9a-aac12487f9a5" providerId="ADAL" clId="{E9CBC724-D3D6-5FBB-BA83-D5D8D8110B5F}" dt="2026-04-14T20:34:12.823" v="5019" actId="26606"/>
          <ac:spMkLst>
            <pc:docMk/>
            <pc:sldMk cId="3847419507" sldId="391"/>
            <ac:spMk id="3" creationId="{B58E34B6-B8C4-F438-F71B-23FC484B8575}"/>
          </ac:spMkLst>
        </pc:spChg>
        <pc:spChg chg="mod">
          <ac:chgData name="Cody Uhl" userId="11fec3ed-fd1b-48f9-9f9a-aac12487f9a5" providerId="ADAL" clId="{E9CBC724-D3D6-5FBB-BA83-D5D8D8110B5F}" dt="2026-04-14T20:34:12.823" v="5019" actId="26606"/>
          <ac:spMkLst>
            <pc:docMk/>
            <pc:sldMk cId="3847419507" sldId="391"/>
            <ac:spMk id="4" creationId="{AC38DD81-6D65-CC74-2C90-06718B181500}"/>
          </ac:spMkLst>
        </pc:spChg>
        <pc:spChg chg="mod">
          <ac:chgData name="Cody Uhl" userId="11fec3ed-fd1b-48f9-9f9a-aac12487f9a5" providerId="ADAL" clId="{E9CBC724-D3D6-5FBB-BA83-D5D8D8110B5F}" dt="2026-04-14T20:34:12.823" v="5019" actId="26606"/>
          <ac:spMkLst>
            <pc:docMk/>
            <pc:sldMk cId="3847419507" sldId="391"/>
            <ac:spMk id="5" creationId="{999AA8EF-6842-360F-B060-595291A4387B}"/>
          </ac:spMkLst>
        </pc:spChg>
        <pc:spChg chg="add">
          <ac:chgData name="Cody Uhl" userId="11fec3ed-fd1b-48f9-9f9a-aac12487f9a5" providerId="ADAL" clId="{E9CBC724-D3D6-5FBB-BA83-D5D8D8110B5F}" dt="2026-04-14T20:34:12.823" v="5019" actId="26606"/>
          <ac:spMkLst>
            <pc:docMk/>
            <pc:sldMk cId="3847419507" sldId="391"/>
            <ac:spMk id="54" creationId="{2EEF4763-EB4A-4A35-89EB-AD2763B48C3B}"/>
          </ac:spMkLst>
        </pc:spChg>
        <pc:grpChg chg="add">
          <ac:chgData name="Cody Uhl" userId="11fec3ed-fd1b-48f9-9f9a-aac12487f9a5" providerId="ADAL" clId="{E9CBC724-D3D6-5FBB-BA83-D5D8D8110B5F}" dt="2026-04-14T20:34:12.823" v="5019" actId="26606"/>
          <ac:grpSpMkLst>
            <pc:docMk/>
            <pc:sldMk cId="3847419507" sldId="391"/>
            <ac:grpSpMk id="13" creationId="{96FA2727-C33B-44D1-885B-76DC0424E577}"/>
          </ac:grpSpMkLst>
        </pc:grpChg>
        <pc:graphicFrameChg chg="add">
          <ac:chgData name="Cody Uhl" userId="11fec3ed-fd1b-48f9-9f9a-aac12487f9a5" providerId="ADAL" clId="{E9CBC724-D3D6-5FBB-BA83-D5D8D8110B5F}" dt="2026-04-14T20:34:12.823" v="5019" actId="26606"/>
          <ac:graphicFrameMkLst>
            <pc:docMk/>
            <pc:sldMk cId="3847419507" sldId="391"/>
            <ac:graphicFrameMk id="7" creationId="{14CCB4A6-DE74-9844-335F-8543481038A8}"/>
          </ac:graphicFrameMkLst>
        </pc:graphicFrameChg>
        <pc:picChg chg="add">
          <ac:chgData name="Cody Uhl" userId="11fec3ed-fd1b-48f9-9f9a-aac12487f9a5" providerId="ADAL" clId="{E9CBC724-D3D6-5FBB-BA83-D5D8D8110B5F}" dt="2026-04-14T20:34:12.823" v="5019" actId="26606"/>
          <ac:picMkLst>
            <pc:docMk/>
            <pc:sldMk cId="3847419507" sldId="391"/>
            <ac:picMk id="11" creationId="{174E31E4-530B-4247-962C-F46F5F66DFFB}"/>
          </ac:picMkLst>
        </pc:picChg>
      </pc:sldChg>
      <pc:sldChg chg="addSp delSp modSp add mod ord setBg modNotesTx">
        <pc:chgData name="Cody Uhl" userId="11fec3ed-fd1b-48f9-9f9a-aac12487f9a5" providerId="ADAL" clId="{E9CBC724-D3D6-5FBB-BA83-D5D8D8110B5F}" dt="2026-04-14T20:33:52.531" v="5017" actId="26606"/>
        <pc:sldMkLst>
          <pc:docMk/>
          <pc:sldMk cId="2126071563" sldId="397"/>
        </pc:sldMkLst>
        <pc:spChg chg="mod">
          <ac:chgData name="Cody Uhl" userId="11fec3ed-fd1b-48f9-9f9a-aac12487f9a5" providerId="ADAL" clId="{E9CBC724-D3D6-5FBB-BA83-D5D8D8110B5F}" dt="2026-04-14T20:33:52.531" v="5017" actId="26606"/>
          <ac:spMkLst>
            <pc:docMk/>
            <pc:sldMk cId="2126071563" sldId="397"/>
            <ac:spMk id="2" creationId="{129D6DCF-EF95-F75F-36DA-2EFE028F5801}"/>
          </ac:spMkLst>
        </pc:spChg>
        <pc:spChg chg="del mod">
          <ac:chgData name="Cody Uhl" userId="11fec3ed-fd1b-48f9-9f9a-aac12487f9a5" providerId="ADAL" clId="{E9CBC724-D3D6-5FBB-BA83-D5D8D8110B5F}" dt="2026-04-14T20:33:52.531" v="5017" actId="26606"/>
          <ac:spMkLst>
            <pc:docMk/>
            <pc:sldMk cId="2126071563" sldId="397"/>
            <ac:spMk id="3" creationId="{C38EF675-E9C4-2147-8663-B6067874A433}"/>
          </ac:spMkLst>
        </pc:spChg>
        <pc:spChg chg="add del mod">
          <ac:chgData name="Cody Uhl" userId="11fec3ed-fd1b-48f9-9f9a-aac12487f9a5" providerId="ADAL" clId="{E9CBC724-D3D6-5FBB-BA83-D5D8D8110B5F}" dt="2026-04-14T20:33:52.531" v="5017" actId="26606"/>
          <ac:spMkLst>
            <pc:docMk/>
            <pc:sldMk cId="2126071563" sldId="397"/>
            <ac:spMk id="4" creationId="{E08392C5-9391-18F8-84A2-AB12F218B0B8}"/>
          </ac:spMkLst>
        </pc:spChg>
        <pc:spChg chg="mod">
          <ac:chgData name="Cody Uhl" userId="11fec3ed-fd1b-48f9-9f9a-aac12487f9a5" providerId="ADAL" clId="{E9CBC724-D3D6-5FBB-BA83-D5D8D8110B5F}" dt="2026-04-14T20:33:52.531" v="5017" actId="26606"/>
          <ac:spMkLst>
            <pc:docMk/>
            <pc:sldMk cId="2126071563" sldId="397"/>
            <ac:spMk id="5" creationId="{42AA3C7F-05D4-9444-756C-DDF894BE434B}"/>
          </ac:spMkLst>
        </pc:spChg>
        <pc:spChg chg="add">
          <ac:chgData name="Cody Uhl" userId="11fec3ed-fd1b-48f9-9f9a-aac12487f9a5" providerId="ADAL" clId="{E9CBC724-D3D6-5FBB-BA83-D5D8D8110B5F}" dt="2026-04-14T20:33:52.531" v="5017" actId="26606"/>
          <ac:spMkLst>
            <pc:docMk/>
            <pc:sldMk cId="2126071563" sldId="397"/>
            <ac:spMk id="54" creationId="{2EEF4763-EB4A-4A35-89EB-AD2763B48C3B}"/>
          </ac:spMkLst>
        </pc:spChg>
        <pc:grpChg chg="add">
          <ac:chgData name="Cody Uhl" userId="11fec3ed-fd1b-48f9-9f9a-aac12487f9a5" providerId="ADAL" clId="{E9CBC724-D3D6-5FBB-BA83-D5D8D8110B5F}" dt="2026-04-14T20:33:52.531" v="5017" actId="26606"/>
          <ac:grpSpMkLst>
            <pc:docMk/>
            <pc:sldMk cId="2126071563" sldId="397"/>
            <ac:grpSpMk id="13" creationId="{96FA2727-C33B-44D1-885B-76DC0424E577}"/>
          </ac:grpSpMkLst>
        </pc:grpChg>
        <pc:graphicFrameChg chg="add">
          <ac:chgData name="Cody Uhl" userId="11fec3ed-fd1b-48f9-9f9a-aac12487f9a5" providerId="ADAL" clId="{E9CBC724-D3D6-5FBB-BA83-D5D8D8110B5F}" dt="2026-04-14T20:33:52.531" v="5017" actId="26606"/>
          <ac:graphicFrameMkLst>
            <pc:docMk/>
            <pc:sldMk cId="2126071563" sldId="397"/>
            <ac:graphicFrameMk id="7" creationId="{CB9265BE-4460-E88E-5A95-E8E6A5EF3476}"/>
          </ac:graphicFrameMkLst>
        </pc:graphicFrameChg>
        <pc:picChg chg="add">
          <ac:chgData name="Cody Uhl" userId="11fec3ed-fd1b-48f9-9f9a-aac12487f9a5" providerId="ADAL" clId="{E9CBC724-D3D6-5FBB-BA83-D5D8D8110B5F}" dt="2026-04-14T20:33:52.531" v="5017" actId="26606"/>
          <ac:picMkLst>
            <pc:docMk/>
            <pc:sldMk cId="2126071563" sldId="397"/>
            <ac:picMk id="11" creationId="{174E31E4-530B-4247-962C-F46F5F66DFFB}"/>
          </ac:picMkLst>
        </pc:picChg>
      </pc:sldChg>
      <pc:sldChg chg="addSp delSp modSp add mod">
        <pc:chgData name="Cody Uhl" userId="11fec3ed-fd1b-48f9-9f9a-aac12487f9a5" providerId="ADAL" clId="{E9CBC724-D3D6-5FBB-BA83-D5D8D8110B5F}" dt="2026-04-14T20:33:40.346" v="5016"/>
        <pc:sldMkLst>
          <pc:docMk/>
          <pc:sldMk cId="1985509544" sldId="399"/>
        </pc:sldMkLst>
        <pc:spChg chg="mod">
          <ac:chgData name="Cody Uhl" userId="11fec3ed-fd1b-48f9-9f9a-aac12487f9a5" providerId="ADAL" clId="{E9CBC724-D3D6-5FBB-BA83-D5D8D8110B5F}" dt="2026-04-03T15:28:56.077" v="845" actId="20577"/>
          <ac:spMkLst>
            <pc:docMk/>
            <pc:sldMk cId="1985509544" sldId="399"/>
            <ac:spMk id="2" creationId="{F867BDF5-B766-FB35-4E43-86FECDBF6C82}"/>
          </ac:spMkLst>
        </pc:spChg>
        <pc:spChg chg="mod">
          <ac:chgData name="Cody Uhl" userId="11fec3ed-fd1b-48f9-9f9a-aac12487f9a5" providerId="ADAL" clId="{E9CBC724-D3D6-5FBB-BA83-D5D8D8110B5F}" dt="2026-04-14T20:23:56.533" v="4986" actId="1076"/>
          <ac:spMkLst>
            <pc:docMk/>
            <pc:sldMk cId="1985509544" sldId="399"/>
            <ac:spMk id="3" creationId="{1F87FF70-F6CD-703D-E65D-7E1A6FB6C2C5}"/>
          </ac:spMkLst>
        </pc:spChg>
        <pc:spChg chg="mod">
          <ac:chgData name="Cody Uhl" userId="11fec3ed-fd1b-48f9-9f9a-aac12487f9a5" providerId="ADAL" clId="{E9CBC724-D3D6-5FBB-BA83-D5D8D8110B5F}" dt="2026-04-14T20:33:33.912" v="5014" actId="1076"/>
          <ac:spMkLst>
            <pc:docMk/>
            <pc:sldMk cId="1985509544" sldId="399"/>
            <ac:spMk id="4" creationId="{3E0EEFEA-773E-E49D-BA09-3FCCD05178E8}"/>
          </ac:spMkLst>
        </pc:spChg>
        <pc:spChg chg="mod">
          <ac:chgData name="Cody Uhl" userId="11fec3ed-fd1b-48f9-9f9a-aac12487f9a5" providerId="ADAL" clId="{E9CBC724-D3D6-5FBB-BA83-D5D8D8110B5F}" dt="2026-04-14T20:33:18.084" v="5012"/>
          <ac:spMkLst>
            <pc:docMk/>
            <pc:sldMk cId="1985509544" sldId="399"/>
            <ac:spMk id="5" creationId="{ED5671E3-20F8-3E0B-3222-F8FD37DF9073}"/>
          </ac:spMkLst>
        </pc:spChg>
        <pc:spChg chg="add del mod">
          <ac:chgData name="Cody Uhl" userId="11fec3ed-fd1b-48f9-9f9a-aac12487f9a5" providerId="ADAL" clId="{E9CBC724-D3D6-5FBB-BA83-D5D8D8110B5F}" dt="2026-04-14T20:33:40.346" v="5016"/>
          <ac:spMkLst>
            <pc:docMk/>
            <pc:sldMk cId="1985509544" sldId="399"/>
            <ac:spMk id="6" creationId="{E6AC88D2-C1A8-FDB4-2E07-D098347E70E6}"/>
          </ac:spMkLst>
        </pc:spChg>
      </pc:sldChg>
      <pc:sldChg chg="addSp delSp modSp add mod setBg setClrOvrMap modNotesTx">
        <pc:chgData name="Cody Uhl" userId="11fec3ed-fd1b-48f9-9f9a-aac12487f9a5" providerId="ADAL" clId="{E9CBC724-D3D6-5FBB-BA83-D5D8D8110B5F}" dt="2026-04-14T20:32:49.527" v="5008" actId="26606"/>
        <pc:sldMkLst>
          <pc:docMk/>
          <pc:sldMk cId="1370246743" sldId="400"/>
        </pc:sldMkLst>
        <pc:spChg chg="mod">
          <ac:chgData name="Cody Uhl" userId="11fec3ed-fd1b-48f9-9f9a-aac12487f9a5" providerId="ADAL" clId="{E9CBC724-D3D6-5FBB-BA83-D5D8D8110B5F}" dt="2026-04-14T20:32:49.527" v="5008" actId="26606"/>
          <ac:spMkLst>
            <pc:docMk/>
            <pc:sldMk cId="1370246743" sldId="400"/>
            <ac:spMk id="7" creationId="{10F7C7FB-DD1E-431F-20F0-BD33C6FE28C2}"/>
          </ac:spMkLst>
        </pc:spChg>
        <pc:spChg chg="mod">
          <ac:chgData name="Cody Uhl" userId="11fec3ed-fd1b-48f9-9f9a-aac12487f9a5" providerId="ADAL" clId="{E9CBC724-D3D6-5FBB-BA83-D5D8D8110B5F}" dt="2026-04-14T20:32:49.527" v="5008" actId="26606"/>
          <ac:spMkLst>
            <pc:docMk/>
            <pc:sldMk cId="1370246743" sldId="400"/>
            <ac:spMk id="8" creationId="{B271776C-86DA-E607-1F78-A7F1E84F8F56}"/>
          </ac:spMkLst>
        </pc:spChg>
        <pc:spChg chg="mod">
          <ac:chgData name="Cody Uhl" userId="11fec3ed-fd1b-48f9-9f9a-aac12487f9a5" providerId="ADAL" clId="{E9CBC724-D3D6-5FBB-BA83-D5D8D8110B5F}" dt="2026-04-14T20:32:49.527" v="5008" actId="26606"/>
          <ac:spMkLst>
            <pc:docMk/>
            <pc:sldMk cId="1370246743" sldId="400"/>
            <ac:spMk id="14" creationId="{7DC0E639-491A-2D91-2499-E21BD6EBCB1A}"/>
          </ac:spMkLst>
        </pc:spChg>
        <pc:spChg chg="del mod">
          <ac:chgData name="Cody Uhl" userId="11fec3ed-fd1b-48f9-9f9a-aac12487f9a5" providerId="ADAL" clId="{E9CBC724-D3D6-5FBB-BA83-D5D8D8110B5F}" dt="2026-04-14T20:32:49.527" v="5008" actId="26606"/>
          <ac:spMkLst>
            <pc:docMk/>
            <pc:sldMk cId="1370246743" sldId="400"/>
            <ac:spMk id="15" creationId="{2F94EED8-B172-887D-1194-FC6AA3D92CF4}"/>
          </ac:spMkLst>
        </pc:spChg>
        <pc:spChg chg="add">
          <ac:chgData name="Cody Uhl" userId="11fec3ed-fd1b-48f9-9f9a-aac12487f9a5" providerId="ADAL" clId="{E9CBC724-D3D6-5FBB-BA83-D5D8D8110B5F}" dt="2026-04-14T20:32:49.527" v="5008" actId="26606"/>
          <ac:spMkLst>
            <pc:docMk/>
            <pc:sldMk cId="1370246743" sldId="400"/>
            <ac:spMk id="64" creationId="{54B9C16B-AC4A-44ED-9075-F76549B46E7C}"/>
          </ac:spMkLst>
        </pc:spChg>
        <pc:spChg chg="add">
          <ac:chgData name="Cody Uhl" userId="11fec3ed-fd1b-48f9-9f9a-aac12487f9a5" providerId="ADAL" clId="{E9CBC724-D3D6-5FBB-BA83-D5D8D8110B5F}" dt="2026-04-14T20:32:49.527" v="5008" actId="26606"/>
          <ac:spMkLst>
            <pc:docMk/>
            <pc:sldMk cId="1370246743" sldId="400"/>
            <ac:spMk id="97" creationId="{B53044DC-4918-43DA-B49D-91673C6C9485}"/>
          </ac:spMkLst>
        </pc:spChg>
        <pc:graphicFrameChg chg="add">
          <ac:chgData name="Cody Uhl" userId="11fec3ed-fd1b-48f9-9f9a-aac12487f9a5" providerId="ADAL" clId="{E9CBC724-D3D6-5FBB-BA83-D5D8D8110B5F}" dt="2026-04-14T20:32:49.527" v="5008" actId="26606"/>
          <ac:graphicFrameMkLst>
            <pc:docMk/>
            <pc:sldMk cId="1370246743" sldId="400"/>
            <ac:graphicFrameMk id="17" creationId="{9E8E4514-8055-7B64-B527-A6B3247C04AA}"/>
          </ac:graphicFrameMkLst>
        </pc:graphicFrameChg>
        <pc:picChg chg="add">
          <ac:chgData name="Cody Uhl" userId="11fec3ed-fd1b-48f9-9f9a-aac12487f9a5" providerId="ADAL" clId="{E9CBC724-D3D6-5FBB-BA83-D5D8D8110B5F}" dt="2026-04-14T20:32:49.527" v="5008" actId="26606"/>
          <ac:picMkLst>
            <pc:docMk/>
            <pc:sldMk cId="1370246743" sldId="400"/>
            <ac:picMk id="21" creationId="{174E31E4-530B-4247-962C-F46F5F66DFFB}"/>
          </ac:picMkLst>
        </pc:picChg>
        <pc:picChg chg="add">
          <ac:chgData name="Cody Uhl" userId="11fec3ed-fd1b-48f9-9f9a-aac12487f9a5" providerId="ADAL" clId="{E9CBC724-D3D6-5FBB-BA83-D5D8D8110B5F}" dt="2026-04-14T20:32:49.527" v="5008" actId="26606"/>
          <ac:picMkLst>
            <pc:docMk/>
            <pc:sldMk cId="1370246743" sldId="400"/>
            <ac:picMk id="95" creationId="{3E94A106-9341-485C-9057-9D62B2BD083F}"/>
          </ac:picMkLst>
        </pc:picChg>
        <pc:picChg chg="add">
          <ac:chgData name="Cody Uhl" userId="11fec3ed-fd1b-48f9-9f9a-aac12487f9a5" providerId="ADAL" clId="{E9CBC724-D3D6-5FBB-BA83-D5D8D8110B5F}" dt="2026-04-14T20:32:49.527" v="5008" actId="26606"/>
          <ac:picMkLst>
            <pc:docMk/>
            <pc:sldMk cId="1370246743" sldId="400"/>
            <ac:picMk id="128" creationId="{9BE36DBF-0333-4D36-A5BF-81FDA2406FE9}"/>
          </ac:picMkLst>
        </pc:picChg>
      </pc:sldChg>
      <pc:sldChg chg="addSp delSp modSp new mod ord setBg modClrScheme chgLayout">
        <pc:chgData name="Cody Uhl" userId="11fec3ed-fd1b-48f9-9f9a-aac12487f9a5" providerId="ADAL" clId="{E9CBC724-D3D6-5FBB-BA83-D5D8D8110B5F}" dt="2026-04-14T20:27:56.168" v="5006" actId="26606"/>
        <pc:sldMkLst>
          <pc:docMk/>
          <pc:sldMk cId="498707374" sldId="401"/>
        </pc:sldMkLst>
        <pc:spChg chg="add del mod">
          <ac:chgData name="Cody Uhl" userId="11fec3ed-fd1b-48f9-9f9a-aac12487f9a5" providerId="ADAL" clId="{E9CBC724-D3D6-5FBB-BA83-D5D8D8110B5F}" dt="2026-04-14T20:21:47.276" v="4982"/>
          <ac:spMkLst>
            <pc:docMk/>
            <pc:sldMk cId="498707374" sldId="401"/>
            <ac:spMk id="2" creationId="{404F6DB0-5B42-5842-0896-CE398B672689}"/>
          </ac:spMkLst>
        </pc:spChg>
        <pc:spChg chg="mod ord">
          <ac:chgData name="Cody Uhl" userId="11fec3ed-fd1b-48f9-9f9a-aac12487f9a5" providerId="ADAL" clId="{E9CBC724-D3D6-5FBB-BA83-D5D8D8110B5F}" dt="2026-04-14T20:27:56.168" v="5006" actId="26606"/>
          <ac:spMkLst>
            <pc:docMk/>
            <pc:sldMk cId="498707374" sldId="401"/>
            <ac:spMk id="4" creationId="{1EBD6E5C-93C9-B13C-2716-026134C063C9}"/>
          </ac:spMkLst>
        </pc:spChg>
        <pc:spChg chg="mod ord">
          <ac:chgData name="Cody Uhl" userId="11fec3ed-fd1b-48f9-9f9a-aac12487f9a5" providerId="ADAL" clId="{E9CBC724-D3D6-5FBB-BA83-D5D8D8110B5F}" dt="2026-04-14T20:27:56.168" v="5006" actId="26606"/>
          <ac:spMkLst>
            <pc:docMk/>
            <pc:sldMk cId="498707374" sldId="401"/>
            <ac:spMk id="5" creationId="{BC813AB9-CE5B-FCF7-57FF-057DE39458AD}"/>
          </ac:spMkLst>
        </pc:spChg>
        <pc:spChg chg="add mod ord">
          <ac:chgData name="Cody Uhl" userId="11fec3ed-fd1b-48f9-9f9a-aac12487f9a5" providerId="ADAL" clId="{E9CBC724-D3D6-5FBB-BA83-D5D8D8110B5F}" dt="2026-04-14T20:27:56.168" v="5006" actId="26606"/>
          <ac:spMkLst>
            <pc:docMk/>
            <pc:sldMk cId="498707374" sldId="401"/>
            <ac:spMk id="7" creationId="{DE58302E-69E3-F2E4-CA51-529F9AF3FE30}"/>
          </ac:spMkLst>
        </pc:spChg>
        <pc:grpChg chg="add">
          <ac:chgData name="Cody Uhl" userId="11fec3ed-fd1b-48f9-9f9a-aac12487f9a5" providerId="ADAL" clId="{E9CBC724-D3D6-5FBB-BA83-D5D8D8110B5F}" dt="2026-04-14T20:27:56.168" v="5006" actId="26606"/>
          <ac:grpSpMkLst>
            <pc:docMk/>
            <pc:sldMk cId="498707374" sldId="401"/>
            <ac:grpSpMk id="16" creationId="{A838DBA2-246D-4087-AE0A-6EA2B4B65AF3}"/>
          </ac:grpSpMkLst>
        </pc:grpChg>
        <pc:grpChg chg="add">
          <ac:chgData name="Cody Uhl" userId="11fec3ed-fd1b-48f9-9f9a-aac12487f9a5" providerId="ADAL" clId="{E9CBC724-D3D6-5FBB-BA83-D5D8D8110B5F}" dt="2026-04-14T20:27:56.168" v="5006" actId="26606"/>
          <ac:grpSpMkLst>
            <pc:docMk/>
            <pc:sldMk cId="498707374" sldId="401"/>
            <ac:grpSpMk id="57" creationId="{A0B38558-5389-4817-936F-FD62560CAC11}"/>
          </ac:grpSpMkLst>
        </pc:grpChg>
        <pc:grpChg chg="add">
          <ac:chgData name="Cody Uhl" userId="11fec3ed-fd1b-48f9-9f9a-aac12487f9a5" providerId="ADAL" clId="{E9CBC724-D3D6-5FBB-BA83-D5D8D8110B5F}" dt="2026-04-14T20:27:56.168" v="5006" actId="26606"/>
          <ac:grpSpMkLst>
            <pc:docMk/>
            <pc:sldMk cId="498707374" sldId="401"/>
            <ac:grpSpMk id="61" creationId="{15502586-682B-4EDF-9515-674BB4E1CD13}"/>
          </ac:grpSpMkLst>
        </pc:grpChg>
        <pc:graphicFrameChg chg="add mod ord modGraphic">
          <ac:chgData name="Cody Uhl" userId="11fec3ed-fd1b-48f9-9f9a-aac12487f9a5" providerId="ADAL" clId="{E9CBC724-D3D6-5FBB-BA83-D5D8D8110B5F}" dt="2026-04-14T20:27:56.168" v="5006" actId="26606"/>
          <ac:graphicFrameMkLst>
            <pc:docMk/>
            <pc:sldMk cId="498707374" sldId="401"/>
            <ac:graphicFrameMk id="9" creationId="{F883AC64-755E-AE5D-E9E4-BB53E29054CE}"/>
          </ac:graphicFrameMkLst>
        </pc:graphicFrameChg>
        <pc:picChg chg="add">
          <ac:chgData name="Cody Uhl" userId="11fec3ed-fd1b-48f9-9f9a-aac12487f9a5" providerId="ADAL" clId="{E9CBC724-D3D6-5FBB-BA83-D5D8D8110B5F}" dt="2026-04-14T20:27:56.168" v="5006" actId="26606"/>
          <ac:picMkLst>
            <pc:docMk/>
            <pc:sldMk cId="498707374" sldId="401"/>
            <ac:picMk id="14" creationId="{59FACE42-44B0-4185-8ED4-9043A78C8600}"/>
          </ac:picMkLst>
        </pc:picChg>
      </pc:sldChg>
      <pc:sldChg chg="addSp delSp modSp add mod setBg">
        <pc:chgData name="Cody Uhl" userId="11fec3ed-fd1b-48f9-9f9a-aac12487f9a5" providerId="ADAL" clId="{E9CBC724-D3D6-5FBB-BA83-D5D8D8110B5F}" dt="2026-04-14T20:34:21.168" v="5020" actId="26606"/>
        <pc:sldMkLst>
          <pc:docMk/>
          <pc:sldMk cId="666934878" sldId="402"/>
        </pc:sldMkLst>
        <pc:spChg chg="mod">
          <ac:chgData name="Cody Uhl" userId="11fec3ed-fd1b-48f9-9f9a-aac12487f9a5" providerId="ADAL" clId="{E9CBC724-D3D6-5FBB-BA83-D5D8D8110B5F}" dt="2026-04-14T20:34:21.168" v="5020" actId="26606"/>
          <ac:spMkLst>
            <pc:docMk/>
            <pc:sldMk cId="666934878" sldId="402"/>
            <ac:spMk id="2" creationId="{F15BA362-E303-1F51-1C05-59EB2B1F66F8}"/>
          </ac:spMkLst>
        </pc:spChg>
        <pc:spChg chg="del mod">
          <ac:chgData name="Cody Uhl" userId="11fec3ed-fd1b-48f9-9f9a-aac12487f9a5" providerId="ADAL" clId="{E9CBC724-D3D6-5FBB-BA83-D5D8D8110B5F}" dt="2026-04-14T20:34:21.168" v="5020" actId="26606"/>
          <ac:spMkLst>
            <pc:docMk/>
            <pc:sldMk cId="666934878" sldId="402"/>
            <ac:spMk id="3" creationId="{DA0E0BEB-C2AF-1EF1-A1F5-9EA50D2C9515}"/>
          </ac:spMkLst>
        </pc:spChg>
        <pc:spChg chg="mod">
          <ac:chgData name="Cody Uhl" userId="11fec3ed-fd1b-48f9-9f9a-aac12487f9a5" providerId="ADAL" clId="{E9CBC724-D3D6-5FBB-BA83-D5D8D8110B5F}" dt="2026-04-14T20:34:21.168" v="5020" actId="26606"/>
          <ac:spMkLst>
            <pc:docMk/>
            <pc:sldMk cId="666934878" sldId="402"/>
            <ac:spMk id="4" creationId="{7853197B-7F51-F462-5462-D98B8810E412}"/>
          </ac:spMkLst>
        </pc:spChg>
        <pc:spChg chg="mod">
          <ac:chgData name="Cody Uhl" userId="11fec3ed-fd1b-48f9-9f9a-aac12487f9a5" providerId="ADAL" clId="{E9CBC724-D3D6-5FBB-BA83-D5D8D8110B5F}" dt="2026-04-14T20:34:21.168" v="5020" actId="26606"/>
          <ac:spMkLst>
            <pc:docMk/>
            <pc:sldMk cId="666934878" sldId="402"/>
            <ac:spMk id="5" creationId="{0FD7AC71-1A9F-6DE1-0814-D272F1E38920}"/>
          </ac:spMkLst>
        </pc:spChg>
        <pc:spChg chg="add">
          <ac:chgData name="Cody Uhl" userId="11fec3ed-fd1b-48f9-9f9a-aac12487f9a5" providerId="ADAL" clId="{E9CBC724-D3D6-5FBB-BA83-D5D8D8110B5F}" dt="2026-04-14T20:34:21.168" v="5020" actId="26606"/>
          <ac:spMkLst>
            <pc:docMk/>
            <pc:sldMk cId="666934878" sldId="402"/>
            <ac:spMk id="54" creationId="{2EEF4763-EB4A-4A35-89EB-AD2763B48C3B}"/>
          </ac:spMkLst>
        </pc:spChg>
        <pc:grpChg chg="add">
          <ac:chgData name="Cody Uhl" userId="11fec3ed-fd1b-48f9-9f9a-aac12487f9a5" providerId="ADAL" clId="{E9CBC724-D3D6-5FBB-BA83-D5D8D8110B5F}" dt="2026-04-14T20:34:21.168" v="5020" actId="26606"/>
          <ac:grpSpMkLst>
            <pc:docMk/>
            <pc:sldMk cId="666934878" sldId="402"/>
            <ac:grpSpMk id="13" creationId="{96FA2727-C33B-44D1-885B-76DC0424E577}"/>
          </ac:grpSpMkLst>
        </pc:grpChg>
        <pc:graphicFrameChg chg="add">
          <ac:chgData name="Cody Uhl" userId="11fec3ed-fd1b-48f9-9f9a-aac12487f9a5" providerId="ADAL" clId="{E9CBC724-D3D6-5FBB-BA83-D5D8D8110B5F}" dt="2026-04-14T20:34:21.168" v="5020" actId="26606"/>
          <ac:graphicFrameMkLst>
            <pc:docMk/>
            <pc:sldMk cId="666934878" sldId="402"/>
            <ac:graphicFrameMk id="7" creationId="{A4A3ABA1-D2D7-4B93-D00D-8F2727E5047E}"/>
          </ac:graphicFrameMkLst>
        </pc:graphicFrameChg>
        <pc:picChg chg="add">
          <ac:chgData name="Cody Uhl" userId="11fec3ed-fd1b-48f9-9f9a-aac12487f9a5" providerId="ADAL" clId="{E9CBC724-D3D6-5FBB-BA83-D5D8D8110B5F}" dt="2026-04-14T20:34:21.168" v="5020" actId="26606"/>
          <ac:picMkLst>
            <pc:docMk/>
            <pc:sldMk cId="666934878" sldId="402"/>
            <ac:picMk id="11" creationId="{174E31E4-530B-4247-962C-F46F5F66DFFB}"/>
          </ac:picMkLst>
        </pc:picChg>
      </pc:sldChg>
      <pc:sldChg chg="addSp modSp add mod setBg setClrOvrMap modNotesTx">
        <pc:chgData name="Cody Uhl" userId="11fec3ed-fd1b-48f9-9f9a-aac12487f9a5" providerId="ADAL" clId="{E9CBC724-D3D6-5FBB-BA83-D5D8D8110B5F}" dt="2026-04-14T20:34:03.973" v="5018" actId="26606"/>
        <pc:sldMkLst>
          <pc:docMk/>
          <pc:sldMk cId="510195077" sldId="403"/>
        </pc:sldMkLst>
        <pc:spChg chg="mod">
          <ac:chgData name="Cody Uhl" userId="11fec3ed-fd1b-48f9-9f9a-aac12487f9a5" providerId="ADAL" clId="{E9CBC724-D3D6-5FBB-BA83-D5D8D8110B5F}" dt="2026-04-14T20:34:03.973" v="5018" actId="26606"/>
          <ac:spMkLst>
            <pc:docMk/>
            <pc:sldMk cId="510195077" sldId="403"/>
            <ac:spMk id="2" creationId="{129D6DCF-EF95-F75F-36DA-2EFE028F5801}"/>
          </ac:spMkLst>
        </pc:spChg>
        <pc:spChg chg="mod">
          <ac:chgData name="Cody Uhl" userId="11fec3ed-fd1b-48f9-9f9a-aac12487f9a5" providerId="ADAL" clId="{E9CBC724-D3D6-5FBB-BA83-D5D8D8110B5F}" dt="2026-04-14T20:34:03.973" v="5018" actId="26606"/>
          <ac:spMkLst>
            <pc:docMk/>
            <pc:sldMk cId="510195077" sldId="403"/>
            <ac:spMk id="3" creationId="{C38EF675-E9C4-2147-8663-B6067874A433}"/>
          </ac:spMkLst>
        </pc:spChg>
        <pc:spChg chg="mod">
          <ac:chgData name="Cody Uhl" userId="11fec3ed-fd1b-48f9-9f9a-aac12487f9a5" providerId="ADAL" clId="{E9CBC724-D3D6-5FBB-BA83-D5D8D8110B5F}" dt="2026-04-14T20:34:03.973" v="5018" actId="26606"/>
          <ac:spMkLst>
            <pc:docMk/>
            <pc:sldMk cId="510195077" sldId="403"/>
            <ac:spMk id="4" creationId="{E08392C5-9391-18F8-84A2-AB12F218B0B8}"/>
          </ac:spMkLst>
        </pc:spChg>
        <pc:spChg chg="mod">
          <ac:chgData name="Cody Uhl" userId="11fec3ed-fd1b-48f9-9f9a-aac12487f9a5" providerId="ADAL" clId="{E9CBC724-D3D6-5FBB-BA83-D5D8D8110B5F}" dt="2026-04-14T20:34:03.973" v="5018" actId="26606"/>
          <ac:spMkLst>
            <pc:docMk/>
            <pc:sldMk cId="510195077" sldId="403"/>
            <ac:spMk id="5" creationId="{42AA3C7F-05D4-9444-756C-DDF894BE434B}"/>
          </ac:spMkLst>
        </pc:spChg>
        <pc:spChg chg="add">
          <ac:chgData name="Cody Uhl" userId="11fec3ed-fd1b-48f9-9f9a-aac12487f9a5" providerId="ADAL" clId="{E9CBC724-D3D6-5FBB-BA83-D5D8D8110B5F}" dt="2026-04-14T20:34:03.973" v="5018" actId="26606"/>
          <ac:spMkLst>
            <pc:docMk/>
            <pc:sldMk cId="510195077" sldId="403"/>
            <ac:spMk id="55" creationId="{6697F791-5FFA-4164-899F-EB52EA72B024}"/>
          </ac:spMkLst>
        </pc:spChg>
        <pc:spChg chg="add">
          <ac:chgData name="Cody Uhl" userId="11fec3ed-fd1b-48f9-9f9a-aac12487f9a5" providerId="ADAL" clId="{E9CBC724-D3D6-5FBB-BA83-D5D8D8110B5F}" dt="2026-04-14T20:34:03.973" v="5018" actId="26606"/>
          <ac:spMkLst>
            <pc:docMk/>
            <pc:sldMk cId="510195077" sldId="403"/>
            <ac:spMk id="59" creationId="{B773AB25-A422-41AA-9737-5E04C1966DE1}"/>
          </ac:spMkLst>
        </pc:spChg>
        <pc:picChg chg="mod ord">
          <ac:chgData name="Cody Uhl" userId="11fec3ed-fd1b-48f9-9f9a-aac12487f9a5" providerId="ADAL" clId="{E9CBC724-D3D6-5FBB-BA83-D5D8D8110B5F}" dt="2026-04-14T20:34:03.973" v="5018" actId="26606"/>
          <ac:picMkLst>
            <pc:docMk/>
            <pc:sldMk cId="510195077" sldId="403"/>
            <ac:picMk id="7" creationId="{EC2CB859-0BEB-D044-AA71-4085A3D973C2}"/>
          </ac:picMkLst>
        </pc:picChg>
        <pc:picChg chg="add">
          <ac:chgData name="Cody Uhl" userId="11fec3ed-fd1b-48f9-9f9a-aac12487f9a5" providerId="ADAL" clId="{E9CBC724-D3D6-5FBB-BA83-D5D8D8110B5F}" dt="2026-04-14T20:34:03.973" v="5018" actId="26606"/>
          <ac:picMkLst>
            <pc:docMk/>
            <pc:sldMk cId="510195077" sldId="403"/>
            <ac:picMk id="12" creationId="{5FF7B57D-FF7B-48B3-9F60-9BCEEECF9E76}"/>
          </ac:picMkLst>
        </pc:picChg>
        <pc:picChg chg="add">
          <ac:chgData name="Cody Uhl" userId="11fec3ed-fd1b-48f9-9f9a-aac12487f9a5" providerId="ADAL" clId="{E9CBC724-D3D6-5FBB-BA83-D5D8D8110B5F}" dt="2026-04-14T20:34:03.973" v="5018" actId="26606"/>
          <ac:picMkLst>
            <pc:docMk/>
            <pc:sldMk cId="510195077" sldId="403"/>
            <ac:picMk id="57" creationId="{4E28A1A9-FB81-4816-AAEA-C3B430946951}"/>
          </ac:picMkLst>
        </pc:picChg>
        <pc:picChg chg="add">
          <ac:chgData name="Cody Uhl" userId="11fec3ed-fd1b-48f9-9f9a-aac12487f9a5" providerId="ADAL" clId="{E9CBC724-D3D6-5FBB-BA83-D5D8D8110B5F}" dt="2026-04-14T20:34:03.973" v="5018" actId="26606"/>
          <ac:picMkLst>
            <pc:docMk/>
            <pc:sldMk cId="510195077" sldId="403"/>
            <ac:picMk id="61" creationId="{AF0552B8-DE8C-40DF-B29F-1728E6A10619}"/>
          </ac:picMkLst>
        </pc:picChg>
      </pc:sldChg>
      <pc:sldMasterChg chg="addSp modSldLayout">
        <pc:chgData name="Cody Uhl" userId="11fec3ed-fd1b-48f9-9f9a-aac12487f9a5" providerId="ADAL" clId="{E9CBC724-D3D6-5FBB-BA83-D5D8D8110B5F}" dt="2026-04-14T20:20:31.016" v="4973"/>
        <pc:sldMasterMkLst>
          <pc:docMk/>
          <pc:sldMasterMk cId="576911850" sldId="2147483754"/>
        </pc:sldMasterMkLst>
        <pc:spChg chg="add">
          <ac:chgData name="Cody Uhl" userId="11fec3ed-fd1b-48f9-9f9a-aac12487f9a5" providerId="ADAL" clId="{E9CBC724-D3D6-5FBB-BA83-D5D8D8110B5F}" dt="2026-04-14T20:15:23.559" v="4956"/>
          <ac:spMkLst>
            <pc:docMk/>
            <pc:sldMasterMk cId="576911850" sldId="2147483754"/>
            <ac:spMk id="48" creationId="{FF2A6B23-102B-5B79-0569-D9CEC77035ED}"/>
          </ac:spMkLst>
        </pc:spChg>
        <pc:spChg chg="add">
          <ac:chgData name="Cody Uhl" userId="11fec3ed-fd1b-48f9-9f9a-aac12487f9a5" providerId="ADAL" clId="{E9CBC724-D3D6-5FBB-BA83-D5D8D8110B5F}" dt="2026-04-14T20:15:23.559" v="4956"/>
          <ac:spMkLst>
            <pc:docMk/>
            <pc:sldMasterMk cId="576911850" sldId="2147483754"/>
            <ac:spMk id="49" creationId="{4B160B6E-42EE-FF0B-FDD3-554205C8A296}"/>
          </ac:spMkLst>
        </pc:spChg>
        <pc:sldLayoutChg chg="addSp">
          <pc:chgData name="Cody Uhl" userId="11fec3ed-fd1b-48f9-9f9a-aac12487f9a5" providerId="ADAL" clId="{E9CBC724-D3D6-5FBB-BA83-D5D8D8110B5F}" dt="2026-04-14T20:15:23.559" v="4956"/>
          <pc:sldLayoutMkLst>
            <pc:docMk/>
            <pc:sldMasterMk cId="576911850" sldId="2147483754"/>
            <pc:sldLayoutMk cId="4017883650" sldId="2147483761"/>
          </pc:sldLayoutMkLst>
          <pc:spChg chg="add">
            <ac:chgData name="Cody Uhl" userId="11fec3ed-fd1b-48f9-9f9a-aac12487f9a5" providerId="ADAL" clId="{E9CBC724-D3D6-5FBB-BA83-D5D8D8110B5F}" dt="2026-04-14T20:15:23.559" v="4956"/>
            <ac:spMkLst>
              <pc:docMk/>
              <pc:sldMasterMk cId="576911850" sldId="2147483754"/>
              <pc:sldLayoutMk cId="4017883650" sldId="2147483761"/>
              <ac:spMk id="5" creationId="{4CAAC713-C6D5-020C-E0C5-44A7A9F7C603}"/>
            </ac:spMkLst>
          </pc:spChg>
        </pc:sldLayoutChg>
        <pc:sldLayoutChg chg="addSp delSp modSp mod">
          <pc:chgData name="Cody Uhl" userId="11fec3ed-fd1b-48f9-9f9a-aac12487f9a5" providerId="ADAL" clId="{E9CBC724-D3D6-5FBB-BA83-D5D8D8110B5F}" dt="2026-04-14T20:20:31.016" v="4973"/>
          <pc:sldLayoutMkLst>
            <pc:docMk/>
            <pc:sldMasterMk cId="576911850" sldId="2147483754"/>
            <pc:sldLayoutMk cId="1433598859" sldId="2147483766"/>
          </pc:sldLayoutMkLst>
          <pc:spChg chg="add del mod">
            <ac:chgData name="Cody Uhl" userId="11fec3ed-fd1b-48f9-9f9a-aac12487f9a5" providerId="ADAL" clId="{E9CBC724-D3D6-5FBB-BA83-D5D8D8110B5F}" dt="2026-04-14T20:20:24.494" v="4972"/>
            <ac:spMkLst>
              <pc:docMk/>
              <pc:sldMasterMk cId="576911850" sldId="2147483754"/>
              <pc:sldLayoutMk cId="1433598859" sldId="2147483766"/>
              <ac:spMk id="3" creationId="{A17D306C-D54E-208C-683A-11DE584E1047}"/>
            </ac:spMkLst>
          </pc:spChg>
          <pc:spChg chg="del">
            <ac:chgData name="Cody Uhl" userId="11fec3ed-fd1b-48f9-9f9a-aac12487f9a5" providerId="ADAL" clId="{E9CBC724-D3D6-5FBB-BA83-D5D8D8110B5F}" dt="2026-04-14T20:20:31.016" v="4973"/>
            <ac:spMkLst>
              <pc:docMk/>
              <pc:sldMasterMk cId="576911850" sldId="2147483754"/>
              <pc:sldLayoutMk cId="1433598859" sldId="2147483766"/>
              <ac:spMk id="5" creationId="{00000000-0000-0000-0000-000000000000}"/>
            </ac:spMkLst>
          </pc:spChg>
          <pc:spChg chg="del">
            <ac:chgData name="Cody Uhl" userId="11fec3ed-fd1b-48f9-9f9a-aac12487f9a5" providerId="ADAL" clId="{E9CBC724-D3D6-5FBB-BA83-D5D8D8110B5F}" dt="2026-04-14T20:20:31.016" v="4973"/>
            <ac:spMkLst>
              <pc:docMk/>
              <pc:sldMasterMk cId="576911850" sldId="2147483754"/>
              <pc:sldLayoutMk cId="1433598859" sldId="2147483766"/>
              <ac:spMk id="6" creationId="{00000000-0000-0000-0000-000000000000}"/>
            </ac:spMkLst>
          </pc:spChg>
          <pc:spChg chg="del">
            <ac:chgData name="Cody Uhl" userId="11fec3ed-fd1b-48f9-9f9a-aac12487f9a5" providerId="ADAL" clId="{E9CBC724-D3D6-5FBB-BA83-D5D8D8110B5F}" dt="2026-04-14T20:20:31.016" v="4973"/>
            <ac:spMkLst>
              <pc:docMk/>
              <pc:sldMasterMk cId="576911850" sldId="2147483754"/>
              <pc:sldLayoutMk cId="1433598859" sldId="2147483766"/>
              <ac:spMk id="7" creationId="{00000000-0000-0000-0000-000000000000}"/>
            </ac:spMkLst>
          </pc:spChg>
        </pc:sldLayoutChg>
        <pc:sldLayoutChg chg="addSp delSp modSp mod">
          <pc:chgData name="Cody Uhl" userId="11fec3ed-fd1b-48f9-9f9a-aac12487f9a5" providerId="ADAL" clId="{E9CBC724-D3D6-5FBB-BA83-D5D8D8110B5F}" dt="2026-04-14T20:17:38.310" v="4969"/>
          <pc:sldLayoutMkLst>
            <pc:docMk/>
            <pc:sldMasterMk cId="576911850" sldId="2147483754"/>
            <pc:sldLayoutMk cId="1477352242" sldId="2147483775"/>
          </pc:sldLayoutMkLst>
          <pc:spChg chg="del">
            <ac:chgData name="Cody Uhl" userId="11fec3ed-fd1b-48f9-9f9a-aac12487f9a5" providerId="ADAL" clId="{E9CBC724-D3D6-5FBB-BA83-D5D8D8110B5F}" dt="2026-04-14T20:17:37.711" v="4968"/>
            <ac:spMkLst>
              <pc:docMk/>
              <pc:sldMasterMk cId="576911850" sldId="2147483754"/>
              <pc:sldLayoutMk cId="1477352242" sldId="2147483775"/>
              <ac:spMk id="2" creationId="{00000000-0000-0000-0000-000000000000}"/>
            </ac:spMkLst>
          </pc:spChg>
          <pc:spChg chg="add del mod">
            <ac:chgData name="Cody Uhl" userId="11fec3ed-fd1b-48f9-9f9a-aac12487f9a5" providerId="ADAL" clId="{E9CBC724-D3D6-5FBB-BA83-D5D8D8110B5F}" dt="2026-04-14T20:17:33.219" v="4963"/>
            <ac:spMkLst>
              <pc:docMk/>
              <pc:sldMasterMk cId="576911850" sldId="2147483754"/>
              <pc:sldLayoutMk cId="1477352242" sldId="2147483775"/>
              <ac:spMk id="5" creationId="{31120857-BAE4-D965-FFA3-8A5C9D940CE2}"/>
            </ac:spMkLst>
          </pc:spChg>
          <pc:spChg chg="add del mod">
            <ac:chgData name="Cody Uhl" userId="11fec3ed-fd1b-48f9-9f9a-aac12487f9a5" providerId="ADAL" clId="{E9CBC724-D3D6-5FBB-BA83-D5D8D8110B5F}" dt="2026-04-14T20:17:34.928" v="4965"/>
            <ac:spMkLst>
              <pc:docMk/>
              <pc:sldMasterMk cId="576911850" sldId="2147483754"/>
              <pc:sldLayoutMk cId="1477352242" sldId="2147483775"/>
              <ac:spMk id="6" creationId="{4E5325C2-4308-5DEC-275C-42336BBAF157}"/>
            </ac:spMkLst>
          </pc:spChg>
          <pc:spChg chg="add del mod">
            <ac:chgData name="Cody Uhl" userId="11fec3ed-fd1b-48f9-9f9a-aac12487f9a5" providerId="ADAL" clId="{E9CBC724-D3D6-5FBB-BA83-D5D8D8110B5F}" dt="2026-04-14T20:17:36.444" v="4967"/>
            <ac:spMkLst>
              <pc:docMk/>
              <pc:sldMasterMk cId="576911850" sldId="2147483754"/>
              <pc:sldLayoutMk cId="1477352242" sldId="2147483775"/>
              <ac:spMk id="7" creationId="{EF83C2DF-A85B-9F12-3A66-7E9A05EC165C}"/>
            </ac:spMkLst>
          </pc:spChg>
          <pc:spChg chg="del">
            <ac:chgData name="Cody Uhl" userId="11fec3ed-fd1b-48f9-9f9a-aac12487f9a5" providerId="ADAL" clId="{E9CBC724-D3D6-5FBB-BA83-D5D8D8110B5F}" dt="2026-04-14T20:17:34.928" v="4965"/>
            <ac:spMkLst>
              <pc:docMk/>
              <pc:sldMasterMk cId="576911850" sldId="2147483754"/>
              <pc:sldLayoutMk cId="1477352242" sldId="2147483775"/>
              <ac:spMk id="8" creationId="{00000000-0000-0000-0000-000000000000}"/>
            </ac:spMkLst>
          </pc:spChg>
          <pc:spChg chg="del">
            <ac:chgData name="Cody Uhl" userId="11fec3ed-fd1b-48f9-9f9a-aac12487f9a5" providerId="ADAL" clId="{E9CBC724-D3D6-5FBB-BA83-D5D8D8110B5F}" dt="2026-04-14T20:17:34.928" v="4965"/>
            <ac:spMkLst>
              <pc:docMk/>
              <pc:sldMasterMk cId="576911850" sldId="2147483754"/>
              <pc:sldLayoutMk cId="1477352242" sldId="2147483775"/>
              <ac:spMk id="9" creationId="{00000000-0000-0000-0000-000000000000}"/>
            </ac:spMkLst>
          </pc:spChg>
          <pc:spChg chg="add del mod">
            <ac:chgData name="Cody Uhl" userId="11fec3ed-fd1b-48f9-9f9a-aac12487f9a5" providerId="ADAL" clId="{E9CBC724-D3D6-5FBB-BA83-D5D8D8110B5F}" dt="2026-04-14T20:17:36.444" v="4967"/>
            <ac:spMkLst>
              <pc:docMk/>
              <pc:sldMasterMk cId="576911850" sldId="2147483754"/>
              <pc:sldLayoutMk cId="1477352242" sldId="2147483775"/>
              <ac:spMk id="10" creationId="{E83749CC-8AB1-3750-F03D-BA83B74E7399}"/>
            </ac:spMkLst>
          </pc:spChg>
          <pc:spChg chg="add del mod">
            <ac:chgData name="Cody Uhl" userId="11fec3ed-fd1b-48f9-9f9a-aac12487f9a5" providerId="ADAL" clId="{E9CBC724-D3D6-5FBB-BA83-D5D8D8110B5F}" dt="2026-04-14T20:17:36.444" v="4967"/>
            <ac:spMkLst>
              <pc:docMk/>
              <pc:sldMasterMk cId="576911850" sldId="2147483754"/>
              <pc:sldLayoutMk cId="1477352242" sldId="2147483775"/>
              <ac:spMk id="11" creationId="{C91D7085-AA1F-2816-A507-808BD04C50F0}"/>
            </ac:spMkLst>
          </pc:spChg>
          <pc:spChg chg="add mod">
            <ac:chgData name="Cody Uhl" userId="11fec3ed-fd1b-48f9-9f9a-aac12487f9a5" providerId="ADAL" clId="{E9CBC724-D3D6-5FBB-BA83-D5D8D8110B5F}" dt="2026-04-14T20:17:38.310" v="4969"/>
            <ac:spMkLst>
              <pc:docMk/>
              <pc:sldMasterMk cId="576911850" sldId="2147483754"/>
              <pc:sldLayoutMk cId="1477352242" sldId="2147483775"/>
              <ac:spMk id="12" creationId="{291B1C03-348C-13BE-689B-74D04423971D}"/>
            </ac:spMkLst>
          </pc:spChg>
        </pc:sldLayoutChg>
      </pc:sldMasterChg>
      <pc:sldMasterChg chg="addSp modSldLayout">
        <pc:chgData name="Cody Uhl" userId="11fec3ed-fd1b-48f9-9f9a-aac12487f9a5" providerId="ADAL" clId="{E9CBC724-D3D6-5FBB-BA83-D5D8D8110B5F}" dt="2026-04-14T20:26:29.618" v="4998"/>
        <pc:sldMasterMkLst>
          <pc:docMk/>
          <pc:sldMasterMk cId="1076154538" sldId="2147483777"/>
        </pc:sldMasterMkLst>
        <pc:spChg chg="add">
          <ac:chgData name="Cody Uhl" userId="11fec3ed-fd1b-48f9-9f9a-aac12487f9a5" providerId="ADAL" clId="{E9CBC724-D3D6-5FBB-BA83-D5D8D8110B5F}" dt="2026-04-14T20:20:45.368" v="4974"/>
          <ac:spMkLst>
            <pc:docMk/>
            <pc:sldMasterMk cId="1076154538" sldId="2147483777"/>
            <ac:spMk id="48" creationId="{447FF466-8B7B-545E-972F-C1E24F6EDC87}"/>
          </ac:spMkLst>
        </pc:spChg>
        <pc:spChg chg="add">
          <ac:chgData name="Cody Uhl" userId="11fec3ed-fd1b-48f9-9f9a-aac12487f9a5" providerId="ADAL" clId="{E9CBC724-D3D6-5FBB-BA83-D5D8D8110B5F}" dt="2026-04-14T20:20:45.368" v="4974"/>
          <ac:spMkLst>
            <pc:docMk/>
            <pc:sldMasterMk cId="1076154538" sldId="2147483777"/>
            <ac:spMk id="49" creationId="{4665840D-9CAE-2C87-17A6-F120198EAA3E}"/>
          </ac:spMkLst>
        </pc:spChg>
        <pc:sldLayoutChg chg="addSp">
          <pc:chgData name="Cody Uhl" userId="11fec3ed-fd1b-48f9-9f9a-aac12487f9a5" providerId="ADAL" clId="{E9CBC724-D3D6-5FBB-BA83-D5D8D8110B5F}" dt="2026-04-14T20:20:45.368" v="4974"/>
          <pc:sldLayoutMkLst>
            <pc:docMk/>
            <pc:sldMasterMk cId="1076154538" sldId="2147483777"/>
            <pc:sldLayoutMk cId="1688319793" sldId="2147483784"/>
          </pc:sldLayoutMkLst>
          <pc:spChg chg="add">
            <ac:chgData name="Cody Uhl" userId="11fec3ed-fd1b-48f9-9f9a-aac12487f9a5" providerId="ADAL" clId="{E9CBC724-D3D6-5FBB-BA83-D5D8D8110B5F}" dt="2026-04-14T20:20:45.368" v="4974"/>
            <ac:spMkLst>
              <pc:docMk/>
              <pc:sldMasterMk cId="1076154538" sldId="2147483777"/>
              <pc:sldLayoutMk cId="1688319793" sldId="2147483784"/>
              <ac:spMk id="5" creationId="{66ABFE05-5531-75DB-4554-D4062440842C}"/>
            </ac:spMkLst>
          </pc:spChg>
        </pc:sldLayoutChg>
        <pc:sldLayoutChg chg="addSp delSp modSp setBg">
          <pc:chgData name="Cody Uhl" userId="11fec3ed-fd1b-48f9-9f9a-aac12487f9a5" providerId="ADAL" clId="{E9CBC724-D3D6-5FBB-BA83-D5D8D8110B5F}" dt="2026-04-14T20:26:29.618" v="4998"/>
          <pc:sldLayoutMkLst>
            <pc:docMk/>
            <pc:sldMasterMk cId="1076154538" sldId="2147483777"/>
            <pc:sldLayoutMk cId="1904573538" sldId="2147483799"/>
          </pc:sldLayoutMkLst>
          <pc:spChg chg="del">
            <ac:chgData name="Cody Uhl" userId="11fec3ed-fd1b-48f9-9f9a-aac12487f9a5" providerId="ADAL" clId="{E9CBC724-D3D6-5FBB-BA83-D5D8D8110B5F}" dt="2026-04-14T20:26:29.067" v="4997"/>
            <ac:spMkLst>
              <pc:docMk/>
              <pc:sldMasterMk cId="1076154538" sldId="2147483777"/>
              <pc:sldLayoutMk cId="1904573538" sldId="2147483799"/>
              <ac:spMk id="2" creationId="{00000000-0000-0000-0000-000000000000}"/>
            </ac:spMkLst>
          </pc:spChg>
          <pc:spChg chg="add del mod">
            <ac:chgData name="Cody Uhl" userId="11fec3ed-fd1b-48f9-9f9a-aac12487f9a5" providerId="ADAL" clId="{E9CBC724-D3D6-5FBB-BA83-D5D8D8110B5F}" dt="2026-04-14T20:26:27.903" v="4996"/>
            <ac:spMkLst>
              <pc:docMk/>
              <pc:sldMasterMk cId="1076154538" sldId="2147483777"/>
              <pc:sldLayoutMk cId="1904573538" sldId="2147483799"/>
              <ac:spMk id="4" creationId="{460234DA-98D8-9A7D-2D22-B7E8B9907559}"/>
            </ac:spMkLst>
          </pc:spChg>
          <pc:spChg chg="del">
            <ac:chgData name="Cody Uhl" userId="11fec3ed-fd1b-48f9-9f9a-aac12487f9a5" providerId="ADAL" clId="{E9CBC724-D3D6-5FBB-BA83-D5D8D8110B5F}" dt="2026-04-14T20:26:27.903" v="4996"/>
            <ac:spMkLst>
              <pc:docMk/>
              <pc:sldMasterMk cId="1076154538" sldId="2147483777"/>
              <pc:sldLayoutMk cId="1904573538" sldId="2147483799"/>
              <ac:spMk id="5" creationId="{00000000-0000-0000-0000-000000000000}"/>
            </ac:spMkLst>
          </pc:spChg>
          <pc:spChg chg="del">
            <ac:chgData name="Cody Uhl" userId="11fec3ed-fd1b-48f9-9f9a-aac12487f9a5" providerId="ADAL" clId="{E9CBC724-D3D6-5FBB-BA83-D5D8D8110B5F}" dt="2026-04-14T20:26:27.903" v="4996"/>
            <ac:spMkLst>
              <pc:docMk/>
              <pc:sldMasterMk cId="1076154538" sldId="2147483777"/>
              <pc:sldLayoutMk cId="1904573538" sldId="2147483799"/>
              <ac:spMk id="6" creationId="{00000000-0000-0000-0000-000000000000}"/>
            </ac:spMkLst>
          </pc:spChg>
          <pc:spChg chg="add mod">
            <ac:chgData name="Cody Uhl" userId="11fec3ed-fd1b-48f9-9f9a-aac12487f9a5" providerId="ADAL" clId="{E9CBC724-D3D6-5FBB-BA83-D5D8D8110B5F}" dt="2026-04-14T20:26:29.618" v="4998"/>
            <ac:spMkLst>
              <pc:docMk/>
              <pc:sldMasterMk cId="1076154538" sldId="2147483777"/>
              <pc:sldLayoutMk cId="1904573538" sldId="2147483799"/>
              <ac:spMk id="7" creationId="{1813DAB7-2A4F-CF7C-AB43-860A32E74086}"/>
            </ac:spMkLst>
          </pc:spChg>
        </pc:sldLayoutChg>
      </pc:sldMasterChg>
      <pc:sldMasterChg chg="addSp modSldLayout">
        <pc:chgData name="Cody Uhl" userId="11fec3ed-fd1b-48f9-9f9a-aac12487f9a5" providerId="ADAL" clId="{E9CBC724-D3D6-5FBB-BA83-D5D8D8110B5F}" dt="2026-04-14T20:33:18.084" v="5012"/>
        <pc:sldMasterMkLst>
          <pc:docMk/>
          <pc:sldMasterMk cId="2327002921" sldId="2147483800"/>
        </pc:sldMasterMkLst>
        <pc:spChg chg="add">
          <ac:chgData name="Cody Uhl" userId="11fec3ed-fd1b-48f9-9f9a-aac12487f9a5" providerId="ADAL" clId="{E9CBC724-D3D6-5FBB-BA83-D5D8D8110B5F}" dt="2026-04-14T20:33:18.084" v="5012"/>
          <ac:spMkLst>
            <pc:docMk/>
            <pc:sldMasterMk cId="2327002921" sldId="2147483800"/>
            <ac:spMk id="48" creationId="{418B591D-E4C4-FD6C-0BC0-94E08299CA93}"/>
          </ac:spMkLst>
        </pc:spChg>
        <pc:spChg chg="add">
          <ac:chgData name="Cody Uhl" userId="11fec3ed-fd1b-48f9-9f9a-aac12487f9a5" providerId="ADAL" clId="{E9CBC724-D3D6-5FBB-BA83-D5D8D8110B5F}" dt="2026-04-14T20:33:18.084" v="5012"/>
          <ac:spMkLst>
            <pc:docMk/>
            <pc:sldMasterMk cId="2327002921" sldId="2147483800"/>
            <ac:spMk id="49" creationId="{635E29F8-56F5-BE7E-969E-C45411B0907E}"/>
          </ac:spMkLst>
        </pc:spChg>
        <pc:sldLayoutChg chg="addSp">
          <pc:chgData name="Cody Uhl" userId="11fec3ed-fd1b-48f9-9f9a-aac12487f9a5" providerId="ADAL" clId="{E9CBC724-D3D6-5FBB-BA83-D5D8D8110B5F}" dt="2026-04-14T20:33:18.084" v="5012"/>
          <pc:sldLayoutMkLst>
            <pc:docMk/>
            <pc:sldMasterMk cId="2327002921" sldId="2147483800"/>
            <pc:sldLayoutMk cId="18242573" sldId="2147483807"/>
          </pc:sldLayoutMkLst>
          <pc:spChg chg="add">
            <ac:chgData name="Cody Uhl" userId="11fec3ed-fd1b-48f9-9f9a-aac12487f9a5" providerId="ADAL" clId="{E9CBC724-D3D6-5FBB-BA83-D5D8D8110B5F}" dt="2026-04-14T20:33:18.084" v="5012"/>
            <ac:spMkLst>
              <pc:docMk/>
              <pc:sldMasterMk cId="2327002921" sldId="2147483800"/>
              <pc:sldLayoutMk cId="18242573" sldId="2147483807"/>
              <ac:spMk id="5" creationId="{591FE6DD-B16C-2CB3-9ED1-5BFA4AAD8936}"/>
            </ac:spMkLst>
          </pc:spChg>
        </pc:sldLayoutChg>
      </pc:sldMasterChg>
    </pc:docChg>
  </pc:docChgLst>
  <pc:docChgLst>
    <pc:chgData name="Cody Uhl" userId="S::cuhl@uark.edu::11fec3ed-fd1b-48f9-9f9a-aac12487f9a5" providerId="AD" clId="Web-{51628589-455C-4DBA-851E-4AF154F85803}"/>
    <pc:docChg chg="mod">
      <pc:chgData name="Cody Uhl" userId="S::cuhl@uark.edu::11fec3ed-fd1b-48f9-9f9a-aac12487f9a5" providerId="AD" clId="Web-{51628589-455C-4DBA-851E-4AF154F85803}" dt="2026-03-16T19:37:55.741" v="0"/>
      <pc:docMkLst>
        <pc:docMk/>
      </pc:docMkLst>
    </pc:docChg>
  </pc:docChgLst>
  <pc:docChgLst>
    <pc:chgData name="Stella Shipman" userId="S::stellas@uark.edu::19288fed-0e4e-472d-9b56-f595db8c85c2" providerId="AD" clId="Web-{8FB71500-6247-4662-464B-7FCA73E63F72}"/>
    <pc:docChg chg="addSld delSld modSld sldOrd">
      <pc:chgData name="Stella Shipman" userId="S::stellas@uark.edu::19288fed-0e4e-472d-9b56-f595db8c85c2" providerId="AD" clId="Web-{8FB71500-6247-4662-464B-7FCA73E63F72}" dt="2026-03-16T14:46:43.015" v="47" actId="20577"/>
      <pc:docMkLst>
        <pc:docMk/>
      </pc:docMkLst>
      <pc:sldChg chg="modSp">
        <pc:chgData name="Stella Shipman" userId="S::stellas@uark.edu::19288fed-0e4e-472d-9b56-f595db8c85c2" providerId="AD" clId="Web-{8FB71500-6247-4662-464B-7FCA73E63F72}" dt="2026-03-16T14:46:13.624" v="34" actId="20577"/>
        <pc:sldMkLst>
          <pc:docMk/>
          <pc:sldMk cId="3829586218" sldId="350"/>
        </pc:sldMkLst>
        <pc:spChg chg="mod">
          <ac:chgData name="Stella Shipman" userId="S::stellas@uark.edu::19288fed-0e4e-472d-9b56-f595db8c85c2" providerId="AD" clId="Web-{8FB71500-6247-4662-464B-7FCA73E63F72}" dt="2026-03-16T14:42:32.717" v="11" actId="20577"/>
          <ac:spMkLst>
            <pc:docMk/>
            <pc:sldMk cId="3829586218" sldId="350"/>
            <ac:spMk id="5" creationId="{A8F2F155-DF81-58E9-7799-86381C009F37}"/>
          </ac:spMkLst>
        </pc:spChg>
      </pc:sldChg>
    </pc:docChg>
  </pc:docChgLst>
  <pc:docChgLst>
    <pc:chgData name="Stella Shipman" userId="S::stellas@uark.edu::19288fed-0e4e-472d-9b56-f595db8c85c2" providerId="AD" clId="Web-{4A1DE7F9-3269-E049-F5B7-EA46575A7D40}"/>
    <pc:docChg chg="modSld">
      <pc:chgData name="Stella Shipman" userId="S::stellas@uark.edu::19288fed-0e4e-472d-9b56-f595db8c85c2" providerId="AD" clId="Web-{4A1DE7F9-3269-E049-F5B7-EA46575A7D40}" dt="2026-03-30T23:39:23.579" v="1" actId="1076"/>
      <pc:docMkLst>
        <pc:docMk/>
      </pc:docMkLst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C8CE8C-11D6-2B4E-BD25-EF6C5773D8D2}" type="doc">
      <dgm:prSet loTypeId="urn:microsoft.com/office/officeart/2005/8/layout/hProcess6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9E98B24-607C-514B-9C25-7843B8C820E9}">
      <dgm:prSet phldrT="[Text]"/>
      <dgm:spPr/>
      <dgm:t>
        <a:bodyPr/>
        <a:lstStyle/>
        <a:p>
          <a:r>
            <a:rPr lang="en-US"/>
            <a:t>Data</a:t>
          </a:r>
        </a:p>
      </dgm:t>
    </dgm:pt>
    <dgm:pt modelId="{45B99457-89DF-4E45-AD3F-3C30A2001752}" type="parTrans" cxnId="{1989B89F-5DB6-0D41-AAEF-AC84AA7FE83B}">
      <dgm:prSet/>
      <dgm:spPr/>
      <dgm:t>
        <a:bodyPr/>
        <a:lstStyle/>
        <a:p>
          <a:endParaRPr lang="en-US"/>
        </a:p>
      </dgm:t>
    </dgm:pt>
    <dgm:pt modelId="{1910088B-4B2A-A24F-8DED-A39B181731E7}" type="sibTrans" cxnId="{1989B89F-5DB6-0D41-AAEF-AC84AA7FE83B}">
      <dgm:prSet/>
      <dgm:spPr/>
      <dgm:t>
        <a:bodyPr/>
        <a:lstStyle/>
        <a:p>
          <a:endParaRPr lang="en-US"/>
        </a:p>
      </dgm:t>
    </dgm:pt>
    <dgm:pt modelId="{9B449FC4-EA6D-2943-9B33-07E9F921305D}">
      <dgm:prSet phldrT="[Text]"/>
      <dgm:spPr/>
      <dgm:t>
        <a:bodyPr/>
        <a:lstStyle/>
        <a:p>
          <a:r>
            <a:rPr lang="en-US"/>
            <a:t>Demand Model</a:t>
          </a:r>
        </a:p>
      </dgm:t>
    </dgm:pt>
    <dgm:pt modelId="{5F242A33-2450-A748-A5EE-40A1209DA488}" type="parTrans" cxnId="{555C35EF-B281-8E43-9079-0682A64D1256}">
      <dgm:prSet/>
      <dgm:spPr/>
      <dgm:t>
        <a:bodyPr/>
        <a:lstStyle/>
        <a:p>
          <a:endParaRPr lang="en-US"/>
        </a:p>
      </dgm:t>
    </dgm:pt>
    <dgm:pt modelId="{281C014C-7D73-1246-96C1-90DCDAE9EE69}" type="sibTrans" cxnId="{555C35EF-B281-8E43-9079-0682A64D1256}">
      <dgm:prSet/>
      <dgm:spPr/>
      <dgm:t>
        <a:bodyPr/>
        <a:lstStyle/>
        <a:p>
          <a:endParaRPr lang="en-US"/>
        </a:p>
      </dgm:t>
    </dgm:pt>
    <dgm:pt modelId="{CD64CFC3-C7E6-D942-8D7F-FB228F174E47}">
      <dgm:prSet phldrT="[Text]"/>
      <dgm:spPr/>
      <dgm:t>
        <a:bodyPr/>
        <a:lstStyle/>
        <a:p>
          <a:r>
            <a:rPr lang="en-US"/>
            <a:t>Volatility Tagging</a:t>
          </a:r>
        </a:p>
      </dgm:t>
    </dgm:pt>
    <dgm:pt modelId="{78F8C796-BCAA-DD41-9C18-BEE1A04A65DC}" type="parTrans" cxnId="{BEB0A0A6-23DD-DB4E-AFD5-7E28663BC0B6}">
      <dgm:prSet/>
      <dgm:spPr/>
      <dgm:t>
        <a:bodyPr/>
        <a:lstStyle/>
        <a:p>
          <a:endParaRPr lang="en-US"/>
        </a:p>
      </dgm:t>
    </dgm:pt>
    <dgm:pt modelId="{9D0470EE-CEC5-174F-A323-0C099A5A1085}" type="sibTrans" cxnId="{BEB0A0A6-23DD-DB4E-AFD5-7E28663BC0B6}">
      <dgm:prSet/>
      <dgm:spPr/>
      <dgm:t>
        <a:bodyPr/>
        <a:lstStyle/>
        <a:p>
          <a:endParaRPr lang="en-US"/>
        </a:p>
      </dgm:t>
    </dgm:pt>
    <dgm:pt modelId="{09FCBB4C-727E-6F40-818E-1C070FF70573}">
      <dgm:prSet/>
      <dgm:spPr/>
      <dgm:t>
        <a:bodyPr/>
        <a:lstStyle/>
        <a:p>
          <a:r>
            <a:rPr lang="en-US"/>
            <a:t>Results</a:t>
          </a:r>
        </a:p>
      </dgm:t>
    </dgm:pt>
    <dgm:pt modelId="{6C212DB8-CF5A-3545-BD60-6EE17320F09A}" type="parTrans" cxnId="{02651C42-2011-D842-902C-DABEFA709652}">
      <dgm:prSet/>
      <dgm:spPr/>
      <dgm:t>
        <a:bodyPr/>
        <a:lstStyle/>
        <a:p>
          <a:endParaRPr lang="en-US"/>
        </a:p>
      </dgm:t>
    </dgm:pt>
    <dgm:pt modelId="{B233046F-5DEC-664B-965E-E7C01FD16673}" type="sibTrans" cxnId="{02651C42-2011-D842-902C-DABEFA709652}">
      <dgm:prSet/>
      <dgm:spPr/>
      <dgm:t>
        <a:bodyPr/>
        <a:lstStyle/>
        <a:p>
          <a:endParaRPr lang="en-US"/>
        </a:p>
      </dgm:t>
    </dgm:pt>
    <dgm:pt modelId="{B7220FDA-8174-FB44-B477-6A8FAADDD554}">
      <dgm:prSet/>
      <dgm:spPr/>
      <dgm:t>
        <a:bodyPr/>
        <a:lstStyle/>
        <a:p>
          <a:r>
            <a:rPr lang="en-US"/>
            <a:t>Optimization</a:t>
          </a:r>
        </a:p>
      </dgm:t>
    </dgm:pt>
    <dgm:pt modelId="{A933618B-C0DC-5340-AEF5-E3FA4B250508}" type="sibTrans" cxnId="{5BC1CC06-434A-9440-A347-9B0742B15456}">
      <dgm:prSet/>
      <dgm:spPr/>
      <dgm:t>
        <a:bodyPr/>
        <a:lstStyle/>
        <a:p>
          <a:endParaRPr lang="en-US"/>
        </a:p>
      </dgm:t>
    </dgm:pt>
    <dgm:pt modelId="{D7EECE0B-75AA-AE4A-80B2-B84A0E62316B}" type="parTrans" cxnId="{5BC1CC06-434A-9440-A347-9B0742B15456}">
      <dgm:prSet/>
      <dgm:spPr/>
      <dgm:t>
        <a:bodyPr/>
        <a:lstStyle/>
        <a:p>
          <a:endParaRPr lang="en-US"/>
        </a:p>
      </dgm:t>
    </dgm:pt>
    <dgm:pt modelId="{B8846EA1-2B0B-3944-9D86-A59319A94D46}" type="pres">
      <dgm:prSet presAssocID="{17C8CE8C-11D6-2B4E-BD25-EF6C5773D8D2}" presName="theList" presStyleCnt="0">
        <dgm:presLayoutVars>
          <dgm:dir/>
          <dgm:animLvl val="lvl"/>
          <dgm:resizeHandles val="exact"/>
        </dgm:presLayoutVars>
      </dgm:prSet>
      <dgm:spPr/>
    </dgm:pt>
    <dgm:pt modelId="{9634469A-0FF0-4142-81F5-A15F18923561}" type="pres">
      <dgm:prSet presAssocID="{19E98B24-607C-514B-9C25-7843B8C820E9}" presName="compNode" presStyleCnt="0"/>
      <dgm:spPr/>
    </dgm:pt>
    <dgm:pt modelId="{859AE562-AB93-2542-B63B-BB528CDA37F6}" type="pres">
      <dgm:prSet presAssocID="{19E98B24-607C-514B-9C25-7843B8C820E9}" presName="noGeometry" presStyleCnt="0"/>
      <dgm:spPr/>
    </dgm:pt>
    <dgm:pt modelId="{39CE9ECD-4327-6449-9A62-37EE480147D9}" type="pres">
      <dgm:prSet presAssocID="{19E98B24-607C-514B-9C25-7843B8C820E9}" presName="childTextVisible" presStyleLbl="bgAccFollowNode1" presStyleIdx="0" presStyleCnt="5">
        <dgm:presLayoutVars>
          <dgm:bulletEnabled val="1"/>
        </dgm:presLayoutVars>
      </dgm:prSet>
      <dgm:spPr/>
    </dgm:pt>
    <dgm:pt modelId="{4471A57B-10BE-4247-B12F-5630AAC7E5EC}" type="pres">
      <dgm:prSet presAssocID="{19E98B24-607C-514B-9C25-7843B8C820E9}" presName="childTextHidden" presStyleLbl="bgAccFollowNode1" presStyleIdx="0" presStyleCnt="5"/>
      <dgm:spPr/>
    </dgm:pt>
    <dgm:pt modelId="{BBB20199-8DA8-0941-AA96-17E60483FB30}" type="pres">
      <dgm:prSet presAssocID="{19E98B24-607C-514B-9C25-7843B8C820E9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3BD6C4B9-66C4-C44A-A283-9B43B5FCCE74}" type="pres">
      <dgm:prSet presAssocID="{19E98B24-607C-514B-9C25-7843B8C820E9}" presName="aSpace" presStyleCnt="0"/>
      <dgm:spPr/>
    </dgm:pt>
    <dgm:pt modelId="{9F213192-C514-EF46-9681-93767306A4B8}" type="pres">
      <dgm:prSet presAssocID="{9B449FC4-EA6D-2943-9B33-07E9F921305D}" presName="compNode" presStyleCnt="0"/>
      <dgm:spPr/>
    </dgm:pt>
    <dgm:pt modelId="{AD56CE86-7501-3F49-9C30-3806EEC1947C}" type="pres">
      <dgm:prSet presAssocID="{9B449FC4-EA6D-2943-9B33-07E9F921305D}" presName="noGeometry" presStyleCnt="0"/>
      <dgm:spPr/>
    </dgm:pt>
    <dgm:pt modelId="{140FA069-7D96-574D-B7EA-E7B8E67F465D}" type="pres">
      <dgm:prSet presAssocID="{9B449FC4-EA6D-2943-9B33-07E9F921305D}" presName="childTextVisible" presStyleLbl="bgAccFollowNode1" presStyleIdx="1" presStyleCnt="5">
        <dgm:presLayoutVars>
          <dgm:bulletEnabled val="1"/>
        </dgm:presLayoutVars>
      </dgm:prSet>
      <dgm:spPr/>
    </dgm:pt>
    <dgm:pt modelId="{9987CFB7-FE78-DD49-AFBC-70433B33BCA0}" type="pres">
      <dgm:prSet presAssocID="{9B449FC4-EA6D-2943-9B33-07E9F921305D}" presName="childTextHidden" presStyleLbl="bgAccFollowNode1" presStyleIdx="1" presStyleCnt="5"/>
      <dgm:spPr/>
    </dgm:pt>
    <dgm:pt modelId="{F3963BD6-3393-8F47-B8E5-A400468CB9F0}" type="pres">
      <dgm:prSet presAssocID="{9B449FC4-EA6D-2943-9B33-07E9F921305D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F357CB9B-5474-7941-BE2C-8CE977862E10}" type="pres">
      <dgm:prSet presAssocID="{9B449FC4-EA6D-2943-9B33-07E9F921305D}" presName="aSpace" presStyleCnt="0"/>
      <dgm:spPr/>
    </dgm:pt>
    <dgm:pt modelId="{2D3C86B7-EB95-8F42-81ED-27CB18D6F579}" type="pres">
      <dgm:prSet presAssocID="{CD64CFC3-C7E6-D942-8D7F-FB228F174E47}" presName="compNode" presStyleCnt="0"/>
      <dgm:spPr/>
    </dgm:pt>
    <dgm:pt modelId="{B78BA07C-182E-2042-8B8A-15D4B97E635A}" type="pres">
      <dgm:prSet presAssocID="{CD64CFC3-C7E6-D942-8D7F-FB228F174E47}" presName="noGeometry" presStyleCnt="0"/>
      <dgm:spPr/>
    </dgm:pt>
    <dgm:pt modelId="{522EDFB7-B801-AA44-B2D7-8870CCD3E7AA}" type="pres">
      <dgm:prSet presAssocID="{CD64CFC3-C7E6-D942-8D7F-FB228F174E47}" presName="childTextVisible" presStyleLbl="bgAccFollowNode1" presStyleIdx="2" presStyleCnt="5">
        <dgm:presLayoutVars>
          <dgm:bulletEnabled val="1"/>
        </dgm:presLayoutVars>
      </dgm:prSet>
      <dgm:spPr/>
    </dgm:pt>
    <dgm:pt modelId="{2D9483EB-7273-1243-BF0C-AEF1C600A80D}" type="pres">
      <dgm:prSet presAssocID="{CD64CFC3-C7E6-D942-8D7F-FB228F174E47}" presName="childTextHidden" presStyleLbl="bgAccFollowNode1" presStyleIdx="2" presStyleCnt="5"/>
      <dgm:spPr/>
    </dgm:pt>
    <dgm:pt modelId="{F9AEDBBA-0FE1-E54F-86C2-BAB51E002C17}" type="pres">
      <dgm:prSet presAssocID="{CD64CFC3-C7E6-D942-8D7F-FB228F174E47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94DDB729-D386-FD4D-AF08-75BCFA009FE2}" type="pres">
      <dgm:prSet presAssocID="{CD64CFC3-C7E6-D942-8D7F-FB228F174E47}" presName="aSpace" presStyleCnt="0"/>
      <dgm:spPr/>
    </dgm:pt>
    <dgm:pt modelId="{C8495FC0-2C77-6F4E-9291-B95027F29866}" type="pres">
      <dgm:prSet presAssocID="{B7220FDA-8174-FB44-B477-6A8FAADDD554}" presName="compNode" presStyleCnt="0"/>
      <dgm:spPr/>
    </dgm:pt>
    <dgm:pt modelId="{3E105854-27D1-6F4E-94F1-543831517021}" type="pres">
      <dgm:prSet presAssocID="{B7220FDA-8174-FB44-B477-6A8FAADDD554}" presName="noGeometry" presStyleCnt="0"/>
      <dgm:spPr/>
    </dgm:pt>
    <dgm:pt modelId="{4D5D3E47-0E59-3341-BEAD-1969D3A47DD8}" type="pres">
      <dgm:prSet presAssocID="{B7220FDA-8174-FB44-B477-6A8FAADDD554}" presName="childTextVisible" presStyleLbl="bgAccFollowNode1" presStyleIdx="3" presStyleCnt="5">
        <dgm:presLayoutVars>
          <dgm:bulletEnabled val="1"/>
        </dgm:presLayoutVars>
      </dgm:prSet>
      <dgm:spPr/>
    </dgm:pt>
    <dgm:pt modelId="{76138267-11F4-B942-A585-A1D65A02DD36}" type="pres">
      <dgm:prSet presAssocID="{B7220FDA-8174-FB44-B477-6A8FAADDD554}" presName="childTextHidden" presStyleLbl="bgAccFollowNode1" presStyleIdx="3" presStyleCnt="5"/>
      <dgm:spPr/>
    </dgm:pt>
    <dgm:pt modelId="{B3193BA3-4180-4646-9FE4-92367109A9B9}" type="pres">
      <dgm:prSet presAssocID="{B7220FDA-8174-FB44-B477-6A8FAADDD554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F26F4274-5AAE-FD4B-9026-7CB9A1D11492}" type="pres">
      <dgm:prSet presAssocID="{B7220FDA-8174-FB44-B477-6A8FAADDD554}" presName="aSpace" presStyleCnt="0"/>
      <dgm:spPr/>
    </dgm:pt>
    <dgm:pt modelId="{C344BABD-1152-E54B-955F-6F3956B2C976}" type="pres">
      <dgm:prSet presAssocID="{09FCBB4C-727E-6F40-818E-1C070FF70573}" presName="compNode" presStyleCnt="0"/>
      <dgm:spPr/>
    </dgm:pt>
    <dgm:pt modelId="{EB9B38EE-DBFC-8849-8BE7-69DF64191566}" type="pres">
      <dgm:prSet presAssocID="{09FCBB4C-727E-6F40-818E-1C070FF70573}" presName="noGeometry" presStyleCnt="0"/>
      <dgm:spPr/>
    </dgm:pt>
    <dgm:pt modelId="{3ACBA105-4648-EB47-8B6D-D2DF4217AB6F}" type="pres">
      <dgm:prSet presAssocID="{09FCBB4C-727E-6F40-818E-1C070FF70573}" presName="childTextVisible" presStyleLbl="bgAccFollowNode1" presStyleIdx="4" presStyleCnt="5">
        <dgm:presLayoutVars>
          <dgm:bulletEnabled val="1"/>
        </dgm:presLayoutVars>
      </dgm:prSet>
      <dgm:spPr/>
    </dgm:pt>
    <dgm:pt modelId="{458F9D3E-F46F-4F4F-A822-BB38711F7410}" type="pres">
      <dgm:prSet presAssocID="{09FCBB4C-727E-6F40-818E-1C070FF70573}" presName="childTextHidden" presStyleLbl="bgAccFollowNode1" presStyleIdx="4" presStyleCnt="5"/>
      <dgm:spPr/>
    </dgm:pt>
    <dgm:pt modelId="{A4AB6F1C-55D3-6146-A677-E931EDC6C394}" type="pres">
      <dgm:prSet presAssocID="{09FCBB4C-727E-6F40-818E-1C070FF70573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5BC1CC06-434A-9440-A347-9B0742B15456}" srcId="{17C8CE8C-11D6-2B4E-BD25-EF6C5773D8D2}" destId="{B7220FDA-8174-FB44-B477-6A8FAADDD554}" srcOrd="3" destOrd="0" parTransId="{D7EECE0B-75AA-AE4A-80B2-B84A0E62316B}" sibTransId="{A933618B-C0DC-5340-AEF5-E3FA4B250508}"/>
    <dgm:cxn modelId="{0B476829-D8CA-074E-B1A5-316139813CC9}" type="presOf" srcId="{B7220FDA-8174-FB44-B477-6A8FAADDD554}" destId="{B3193BA3-4180-4646-9FE4-92367109A9B9}" srcOrd="0" destOrd="0" presId="urn:microsoft.com/office/officeart/2005/8/layout/hProcess6"/>
    <dgm:cxn modelId="{16A9AB2D-67DF-D14F-BF98-6A83EC19C19B}" type="presOf" srcId="{19E98B24-607C-514B-9C25-7843B8C820E9}" destId="{BBB20199-8DA8-0941-AA96-17E60483FB30}" srcOrd="0" destOrd="0" presId="urn:microsoft.com/office/officeart/2005/8/layout/hProcess6"/>
    <dgm:cxn modelId="{02651C42-2011-D842-902C-DABEFA709652}" srcId="{17C8CE8C-11D6-2B4E-BD25-EF6C5773D8D2}" destId="{09FCBB4C-727E-6F40-818E-1C070FF70573}" srcOrd="4" destOrd="0" parTransId="{6C212DB8-CF5A-3545-BD60-6EE17320F09A}" sibTransId="{B233046F-5DEC-664B-965E-E7C01FD16673}"/>
    <dgm:cxn modelId="{8750067A-8849-1E41-B77B-84DDF913E27A}" type="presOf" srcId="{CD64CFC3-C7E6-D942-8D7F-FB228F174E47}" destId="{F9AEDBBA-0FE1-E54F-86C2-BAB51E002C17}" srcOrd="0" destOrd="0" presId="urn:microsoft.com/office/officeart/2005/8/layout/hProcess6"/>
    <dgm:cxn modelId="{1989B89F-5DB6-0D41-AAEF-AC84AA7FE83B}" srcId="{17C8CE8C-11D6-2B4E-BD25-EF6C5773D8D2}" destId="{19E98B24-607C-514B-9C25-7843B8C820E9}" srcOrd="0" destOrd="0" parTransId="{45B99457-89DF-4E45-AD3F-3C30A2001752}" sibTransId="{1910088B-4B2A-A24F-8DED-A39B181731E7}"/>
    <dgm:cxn modelId="{BEB0A0A6-23DD-DB4E-AFD5-7E28663BC0B6}" srcId="{17C8CE8C-11D6-2B4E-BD25-EF6C5773D8D2}" destId="{CD64CFC3-C7E6-D942-8D7F-FB228F174E47}" srcOrd="2" destOrd="0" parTransId="{78F8C796-BCAA-DD41-9C18-BEE1A04A65DC}" sibTransId="{9D0470EE-CEC5-174F-A323-0C099A5A1085}"/>
    <dgm:cxn modelId="{4882D8CE-C7BA-C342-B705-4A5F4C529BFC}" type="presOf" srcId="{09FCBB4C-727E-6F40-818E-1C070FF70573}" destId="{A4AB6F1C-55D3-6146-A677-E931EDC6C394}" srcOrd="0" destOrd="0" presId="urn:microsoft.com/office/officeart/2005/8/layout/hProcess6"/>
    <dgm:cxn modelId="{555C35EF-B281-8E43-9079-0682A64D1256}" srcId="{17C8CE8C-11D6-2B4E-BD25-EF6C5773D8D2}" destId="{9B449FC4-EA6D-2943-9B33-07E9F921305D}" srcOrd="1" destOrd="0" parTransId="{5F242A33-2450-A748-A5EE-40A1209DA488}" sibTransId="{281C014C-7D73-1246-96C1-90DCDAE9EE69}"/>
    <dgm:cxn modelId="{410F44F8-7E46-FD46-97C0-42F976D7EE88}" type="presOf" srcId="{17C8CE8C-11D6-2B4E-BD25-EF6C5773D8D2}" destId="{B8846EA1-2B0B-3944-9D86-A59319A94D46}" srcOrd="0" destOrd="0" presId="urn:microsoft.com/office/officeart/2005/8/layout/hProcess6"/>
    <dgm:cxn modelId="{460645FC-EDDD-CA42-9D67-50649B9D6C32}" type="presOf" srcId="{9B449FC4-EA6D-2943-9B33-07E9F921305D}" destId="{F3963BD6-3393-8F47-B8E5-A400468CB9F0}" srcOrd="0" destOrd="0" presId="urn:microsoft.com/office/officeart/2005/8/layout/hProcess6"/>
    <dgm:cxn modelId="{7354B39C-32A0-614E-982B-8D94F8FA7385}" type="presParOf" srcId="{B8846EA1-2B0B-3944-9D86-A59319A94D46}" destId="{9634469A-0FF0-4142-81F5-A15F18923561}" srcOrd="0" destOrd="0" presId="urn:microsoft.com/office/officeart/2005/8/layout/hProcess6"/>
    <dgm:cxn modelId="{C37578DA-106B-DA4E-B5DC-DE381785BFB4}" type="presParOf" srcId="{9634469A-0FF0-4142-81F5-A15F18923561}" destId="{859AE562-AB93-2542-B63B-BB528CDA37F6}" srcOrd="0" destOrd="0" presId="urn:microsoft.com/office/officeart/2005/8/layout/hProcess6"/>
    <dgm:cxn modelId="{0FBD5024-8B21-1748-8C66-900A31112760}" type="presParOf" srcId="{9634469A-0FF0-4142-81F5-A15F18923561}" destId="{39CE9ECD-4327-6449-9A62-37EE480147D9}" srcOrd="1" destOrd="0" presId="urn:microsoft.com/office/officeart/2005/8/layout/hProcess6"/>
    <dgm:cxn modelId="{2A20CD0D-A7A1-1143-85B9-7504B75157B9}" type="presParOf" srcId="{9634469A-0FF0-4142-81F5-A15F18923561}" destId="{4471A57B-10BE-4247-B12F-5630AAC7E5EC}" srcOrd="2" destOrd="0" presId="urn:microsoft.com/office/officeart/2005/8/layout/hProcess6"/>
    <dgm:cxn modelId="{10F71C09-7E0B-BC41-9A9A-203D95D5387A}" type="presParOf" srcId="{9634469A-0FF0-4142-81F5-A15F18923561}" destId="{BBB20199-8DA8-0941-AA96-17E60483FB30}" srcOrd="3" destOrd="0" presId="urn:microsoft.com/office/officeart/2005/8/layout/hProcess6"/>
    <dgm:cxn modelId="{C841EF15-CDEC-BC40-BA7C-7A55878243BD}" type="presParOf" srcId="{B8846EA1-2B0B-3944-9D86-A59319A94D46}" destId="{3BD6C4B9-66C4-C44A-A283-9B43B5FCCE74}" srcOrd="1" destOrd="0" presId="urn:microsoft.com/office/officeart/2005/8/layout/hProcess6"/>
    <dgm:cxn modelId="{7AC7C667-86AC-874B-B695-B182831D7CB3}" type="presParOf" srcId="{B8846EA1-2B0B-3944-9D86-A59319A94D46}" destId="{9F213192-C514-EF46-9681-93767306A4B8}" srcOrd="2" destOrd="0" presId="urn:microsoft.com/office/officeart/2005/8/layout/hProcess6"/>
    <dgm:cxn modelId="{19434286-9009-E14D-B66C-34FA620C0024}" type="presParOf" srcId="{9F213192-C514-EF46-9681-93767306A4B8}" destId="{AD56CE86-7501-3F49-9C30-3806EEC1947C}" srcOrd="0" destOrd="0" presId="urn:microsoft.com/office/officeart/2005/8/layout/hProcess6"/>
    <dgm:cxn modelId="{68F5BB10-B504-FB44-8D1D-DB5116EE8AFD}" type="presParOf" srcId="{9F213192-C514-EF46-9681-93767306A4B8}" destId="{140FA069-7D96-574D-B7EA-E7B8E67F465D}" srcOrd="1" destOrd="0" presId="urn:microsoft.com/office/officeart/2005/8/layout/hProcess6"/>
    <dgm:cxn modelId="{A28CC361-8F9D-054B-A47D-DC7C0CA90D25}" type="presParOf" srcId="{9F213192-C514-EF46-9681-93767306A4B8}" destId="{9987CFB7-FE78-DD49-AFBC-70433B33BCA0}" srcOrd="2" destOrd="0" presId="urn:microsoft.com/office/officeart/2005/8/layout/hProcess6"/>
    <dgm:cxn modelId="{C4993945-AB7E-9146-9818-EEF766D5A024}" type="presParOf" srcId="{9F213192-C514-EF46-9681-93767306A4B8}" destId="{F3963BD6-3393-8F47-B8E5-A400468CB9F0}" srcOrd="3" destOrd="0" presId="urn:microsoft.com/office/officeart/2005/8/layout/hProcess6"/>
    <dgm:cxn modelId="{FDC23C95-E23D-7A47-9193-CCC3A7953E2E}" type="presParOf" srcId="{B8846EA1-2B0B-3944-9D86-A59319A94D46}" destId="{F357CB9B-5474-7941-BE2C-8CE977862E10}" srcOrd="3" destOrd="0" presId="urn:microsoft.com/office/officeart/2005/8/layout/hProcess6"/>
    <dgm:cxn modelId="{60D20BCF-7AAB-1045-B572-81FAF5389314}" type="presParOf" srcId="{B8846EA1-2B0B-3944-9D86-A59319A94D46}" destId="{2D3C86B7-EB95-8F42-81ED-27CB18D6F579}" srcOrd="4" destOrd="0" presId="urn:microsoft.com/office/officeart/2005/8/layout/hProcess6"/>
    <dgm:cxn modelId="{D1052EAD-F358-D24F-A022-5E680EF5EDBC}" type="presParOf" srcId="{2D3C86B7-EB95-8F42-81ED-27CB18D6F579}" destId="{B78BA07C-182E-2042-8B8A-15D4B97E635A}" srcOrd="0" destOrd="0" presId="urn:microsoft.com/office/officeart/2005/8/layout/hProcess6"/>
    <dgm:cxn modelId="{3147D2D3-C85D-9E4B-A7A3-A715AE0150B4}" type="presParOf" srcId="{2D3C86B7-EB95-8F42-81ED-27CB18D6F579}" destId="{522EDFB7-B801-AA44-B2D7-8870CCD3E7AA}" srcOrd="1" destOrd="0" presId="urn:microsoft.com/office/officeart/2005/8/layout/hProcess6"/>
    <dgm:cxn modelId="{05F526C5-7871-1D40-A727-CF941D0B43EB}" type="presParOf" srcId="{2D3C86B7-EB95-8F42-81ED-27CB18D6F579}" destId="{2D9483EB-7273-1243-BF0C-AEF1C600A80D}" srcOrd="2" destOrd="0" presId="urn:microsoft.com/office/officeart/2005/8/layout/hProcess6"/>
    <dgm:cxn modelId="{B848A933-FC52-A94E-9E34-4CAF532D1BA5}" type="presParOf" srcId="{2D3C86B7-EB95-8F42-81ED-27CB18D6F579}" destId="{F9AEDBBA-0FE1-E54F-86C2-BAB51E002C17}" srcOrd="3" destOrd="0" presId="urn:microsoft.com/office/officeart/2005/8/layout/hProcess6"/>
    <dgm:cxn modelId="{CED79DCE-D828-7345-9793-1EE5483967B9}" type="presParOf" srcId="{B8846EA1-2B0B-3944-9D86-A59319A94D46}" destId="{94DDB729-D386-FD4D-AF08-75BCFA009FE2}" srcOrd="5" destOrd="0" presId="urn:microsoft.com/office/officeart/2005/8/layout/hProcess6"/>
    <dgm:cxn modelId="{FE5720E1-66C6-0F41-AE49-F35FA69FEA77}" type="presParOf" srcId="{B8846EA1-2B0B-3944-9D86-A59319A94D46}" destId="{C8495FC0-2C77-6F4E-9291-B95027F29866}" srcOrd="6" destOrd="0" presId="urn:microsoft.com/office/officeart/2005/8/layout/hProcess6"/>
    <dgm:cxn modelId="{9971F46A-2D97-6744-A270-C576A8A01891}" type="presParOf" srcId="{C8495FC0-2C77-6F4E-9291-B95027F29866}" destId="{3E105854-27D1-6F4E-94F1-543831517021}" srcOrd="0" destOrd="0" presId="urn:microsoft.com/office/officeart/2005/8/layout/hProcess6"/>
    <dgm:cxn modelId="{C695E4A1-210F-B344-BEDB-93E13BC100EA}" type="presParOf" srcId="{C8495FC0-2C77-6F4E-9291-B95027F29866}" destId="{4D5D3E47-0E59-3341-BEAD-1969D3A47DD8}" srcOrd="1" destOrd="0" presId="urn:microsoft.com/office/officeart/2005/8/layout/hProcess6"/>
    <dgm:cxn modelId="{1B8B5D9B-CE08-6E4C-BC42-545C0A8E4A0A}" type="presParOf" srcId="{C8495FC0-2C77-6F4E-9291-B95027F29866}" destId="{76138267-11F4-B942-A585-A1D65A02DD36}" srcOrd="2" destOrd="0" presId="urn:microsoft.com/office/officeart/2005/8/layout/hProcess6"/>
    <dgm:cxn modelId="{0E8B8824-B17B-2846-A218-0533A2A376AC}" type="presParOf" srcId="{C8495FC0-2C77-6F4E-9291-B95027F29866}" destId="{B3193BA3-4180-4646-9FE4-92367109A9B9}" srcOrd="3" destOrd="0" presId="urn:microsoft.com/office/officeart/2005/8/layout/hProcess6"/>
    <dgm:cxn modelId="{EBD37DBE-EEB4-8F43-8278-E5F272A2C463}" type="presParOf" srcId="{B8846EA1-2B0B-3944-9D86-A59319A94D46}" destId="{F26F4274-5AAE-FD4B-9026-7CB9A1D11492}" srcOrd="7" destOrd="0" presId="urn:microsoft.com/office/officeart/2005/8/layout/hProcess6"/>
    <dgm:cxn modelId="{33D91C39-B2D0-4D4A-BCD0-7F5DECC4D4E6}" type="presParOf" srcId="{B8846EA1-2B0B-3944-9D86-A59319A94D46}" destId="{C344BABD-1152-E54B-955F-6F3956B2C976}" srcOrd="8" destOrd="0" presId="urn:microsoft.com/office/officeart/2005/8/layout/hProcess6"/>
    <dgm:cxn modelId="{3F1784B2-D6F0-4E4A-8B13-6DFC8D83869A}" type="presParOf" srcId="{C344BABD-1152-E54B-955F-6F3956B2C976}" destId="{EB9B38EE-DBFC-8849-8BE7-69DF64191566}" srcOrd="0" destOrd="0" presId="urn:microsoft.com/office/officeart/2005/8/layout/hProcess6"/>
    <dgm:cxn modelId="{0688DCB4-F6B0-1545-A84F-C9FE1D7967D8}" type="presParOf" srcId="{C344BABD-1152-E54B-955F-6F3956B2C976}" destId="{3ACBA105-4648-EB47-8B6D-D2DF4217AB6F}" srcOrd="1" destOrd="0" presId="urn:microsoft.com/office/officeart/2005/8/layout/hProcess6"/>
    <dgm:cxn modelId="{74BA9978-2F80-A54D-B953-AC6995A3089E}" type="presParOf" srcId="{C344BABD-1152-E54B-955F-6F3956B2C976}" destId="{458F9D3E-F46F-4F4F-A822-BB38711F7410}" srcOrd="2" destOrd="0" presId="urn:microsoft.com/office/officeart/2005/8/layout/hProcess6"/>
    <dgm:cxn modelId="{B4CB07E9-C3AB-B240-A66F-93E9E4E9289F}" type="presParOf" srcId="{C344BABD-1152-E54B-955F-6F3956B2C976}" destId="{A4AB6F1C-55D3-6146-A677-E931EDC6C394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973E95-4598-45B5-9BA8-3FFE26DF1D9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5BF82D9-83A9-44FB-84BB-20B3A5B1A020}">
      <dgm:prSet/>
      <dgm:spPr/>
      <dgm:t>
        <a:bodyPr/>
        <a:lstStyle/>
        <a:p>
          <a:r>
            <a:rPr lang="en-US"/>
            <a:t>Demand scores do not directly translate to space </a:t>
          </a:r>
        </a:p>
      </dgm:t>
    </dgm:pt>
    <dgm:pt modelId="{80035CCC-50F6-4192-A518-16B84A72532D}" type="parTrans" cxnId="{F12DB68B-5CBB-4D53-95F1-9CC065F50EBF}">
      <dgm:prSet/>
      <dgm:spPr/>
      <dgm:t>
        <a:bodyPr/>
        <a:lstStyle/>
        <a:p>
          <a:endParaRPr lang="en-US"/>
        </a:p>
      </dgm:t>
    </dgm:pt>
    <dgm:pt modelId="{47F72E1D-5C94-4BE3-8334-21819F7617FC}" type="sibTrans" cxnId="{F12DB68B-5CBB-4D53-95F1-9CC065F50EBF}">
      <dgm:prSet/>
      <dgm:spPr/>
      <dgm:t>
        <a:bodyPr/>
        <a:lstStyle/>
        <a:p>
          <a:endParaRPr lang="en-US"/>
        </a:p>
      </dgm:t>
    </dgm:pt>
    <dgm:pt modelId="{678468F1-84FD-49CB-AE1A-F8E4E0007878}">
      <dgm:prSet/>
      <dgm:spPr/>
      <dgm:t>
        <a:bodyPr/>
        <a:lstStyle/>
        <a:p>
          <a:r>
            <a:rPr lang="en-US"/>
            <a:t>Stores have limited fixture capacity </a:t>
          </a:r>
        </a:p>
      </dgm:t>
    </dgm:pt>
    <dgm:pt modelId="{72D2DBB3-FC68-4F35-A128-66E1C86B6B36}" type="parTrans" cxnId="{0A46A9FE-521B-416D-98D2-BD6C9DEA514C}">
      <dgm:prSet/>
      <dgm:spPr/>
      <dgm:t>
        <a:bodyPr/>
        <a:lstStyle/>
        <a:p>
          <a:endParaRPr lang="en-US"/>
        </a:p>
      </dgm:t>
    </dgm:pt>
    <dgm:pt modelId="{AED65FAD-31F2-4990-B708-8F6D3D5BC6B5}" type="sibTrans" cxnId="{0A46A9FE-521B-416D-98D2-BD6C9DEA514C}">
      <dgm:prSet/>
      <dgm:spPr/>
      <dgm:t>
        <a:bodyPr/>
        <a:lstStyle/>
        <a:p>
          <a:endParaRPr lang="en-US"/>
        </a:p>
      </dgm:t>
    </dgm:pt>
    <dgm:pt modelId="{8868F42A-8339-445C-8248-56B7AF885377}">
      <dgm:prSet/>
      <dgm:spPr/>
      <dgm:t>
        <a:bodyPr/>
        <a:lstStyle/>
        <a:p>
          <a:r>
            <a:rPr lang="en-US"/>
            <a:t>Need to allocate space efficiently under constraints</a:t>
          </a:r>
        </a:p>
      </dgm:t>
    </dgm:pt>
    <dgm:pt modelId="{FBC0E45C-EA5B-4AA5-8047-0DA108473704}" type="parTrans" cxnId="{37C77316-C2EE-4F13-A875-4F4BE8490C91}">
      <dgm:prSet/>
      <dgm:spPr/>
      <dgm:t>
        <a:bodyPr/>
        <a:lstStyle/>
        <a:p>
          <a:endParaRPr lang="en-US"/>
        </a:p>
      </dgm:t>
    </dgm:pt>
    <dgm:pt modelId="{1E43AFF2-5DF8-4A63-9881-1FE8D67242A7}" type="sibTrans" cxnId="{37C77316-C2EE-4F13-A875-4F4BE8490C91}">
      <dgm:prSet/>
      <dgm:spPr/>
      <dgm:t>
        <a:bodyPr/>
        <a:lstStyle/>
        <a:p>
          <a:endParaRPr lang="en-US"/>
        </a:p>
      </dgm:t>
    </dgm:pt>
    <dgm:pt modelId="{A135D1C4-F531-4E84-A659-2D760B60D807}">
      <dgm:prSet/>
      <dgm:spPr/>
      <dgm:t>
        <a:bodyPr/>
        <a:lstStyle/>
        <a:p>
          <a:r>
            <a:rPr lang="en-US"/>
            <a:t>Demand score alone does not determine feasible allocation</a:t>
          </a:r>
        </a:p>
      </dgm:t>
    </dgm:pt>
    <dgm:pt modelId="{0B489DDD-CA92-4E46-87C9-F38B90B717CE}" type="parTrans" cxnId="{1FCD20DE-294F-4FE8-B211-33E3AC532E53}">
      <dgm:prSet/>
      <dgm:spPr/>
      <dgm:t>
        <a:bodyPr/>
        <a:lstStyle/>
        <a:p>
          <a:endParaRPr lang="en-US"/>
        </a:p>
      </dgm:t>
    </dgm:pt>
    <dgm:pt modelId="{16BFB4FB-BE5D-45B4-B7A5-E671E7D46767}" type="sibTrans" cxnId="{1FCD20DE-294F-4FE8-B211-33E3AC532E53}">
      <dgm:prSet/>
      <dgm:spPr/>
      <dgm:t>
        <a:bodyPr/>
        <a:lstStyle/>
        <a:p>
          <a:endParaRPr lang="en-US"/>
        </a:p>
      </dgm:t>
    </dgm:pt>
    <dgm:pt modelId="{035256F7-5818-4045-BE2B-5B6B3A5EC3F0}">
      <dgm:prSet/>
      <dgm:spPr/>
      <dgm:t>
        <a:bodyPr/>
        <a:lstStyle/>
        <a:p>
          <a:r>
            <a:rPr lang="en-US"/>
            <a:t>Optimization ensures allocations satisfy operational constraints</a:t>
          </a:r>
        </a:p>
      </dgm:t>
    </dgm:pt>
    <dgm:pt modelId="{A29E34CA-776F-479E-AF39-18343B13E49C}" type="parTrans" cxnId="{3C7882B8-90B0-4715-A392-F9B29A44DDAB}">
      <dgm:prSet/>
      <dgm:spPr/>
      <dgm:t>
        <a:bodyPr/>
        <a:lstStyle/>
        <a:p>
          <a:endParaRPr lang="en-US"/>
        </a:p>
      </dgm:t>
    </dgm:pt>
    <dgm:pt modelId="{BDB35494-7FAF-412A-B2A1-91C9CE6660CB}" type="sibTrans" cxnId="{3C7882B8-90B0-4715-A392-F9B29A44DDAB}">
      <dgm:prSet/>
      <dgm:spPr/>
      <dgm:t>
        <a:bodyPr/>
        <a:lstStyle/>
        <a:p>
          <a:endParaRPr lang="en-US"/>
        </a:p>
      </dgm:t>
    </dgm:pt>
    <dgm:pt modelId="{95658A5A-9767-1648-83B2-3251BCEB3E1C}" type="pres">
      <dgm:prSet presAssocID="{7E973E95-4598-45B5-9BA8-3FFE26DF1D92}" presName="linear" presStyleCnt="0">
        <dgm:presLayoutVars>
          <dgm:animLvl val="lvl"/>
          <dgm:resizeHandles val="exact"/>
        </dgm:presLayoutVars>
      </dgm:prSet>
      <dgm:spPr/>
    </dgm:pt>
    <dgm:pt modelId="{DAF503FE-51C2-6A4A-A58E-FF1D28AA280E}" type="pres">
      <dgm:prSet presAssocID="{75BF82D9-83A9-44FB-84BB-20B3A5B1A02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73D95F0-6FB8-BD4F-84B2-B8380E10EAE6}" type="pres">
      <dgm:prSet presAssocID="{47F72E1D-5C94-4BE3-8334-21819F7617FC}" presName="spacer" presStyleCnt="0"/>
      <dgm:spPr/>
    </dgm:pt>
    <dgm:pt modelId="{E0A67268-16B6-434B-8AE3-4E0054851D72}" type="pres">
      <dgm:prSet presAssocID="{678468F1-84FD-49CB-AE1A-F8E4E000787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8590547-8DF5-E54C-B16A-11DC1ACC29DF}" type="pres">
      <dgm:prSet presAssocID="{AED65FAD-31F2-4990-B708-8F6D3D5BC6B5}" presName="spacer" presStyleCnt="0"/>
      <dgm:spPr/>
    </dgm:pt>
    <dgm:pt modelId="{9CCFE311-D13A-6D46-9B2A-24664A532571}" type="pres">
      <dgm:prSet presAssocID="{8868F42A-8339-445C-8248-56B7AF88537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F9DB031-2011-2E49-8F18-31537B4DEA3B}" type="pres">
      <dgm:prSet presAssocID="{1E43AFF2-5DF8-4A63-9881-1FE8D67242A7}" presName="spacer" presStyleCnt="0"/>
      <dgm:spPr/>
    </dgm:pt>
    <dgm:pt modelId="{B8737759-57E3-3845-9B94-23459899EF32}" type="pres">
      <dgm:prSet presAssocID="{A135D1C4-F531-4E84-A659-2D760B60D80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1F56767-16F0-D441-AFCD-9BF0D90DF600}" type="pres">
      <dgm:prSet presAssocID="{16BFB4FB-BE5D-45B4-B7A5-E671E7D46767}" presName="spacer" presStyleCnt="0"/>
      <dgm:spPr/>
    </dgm:pt>
    <dgm:pt modelId="{395A8BB6-8A50-9144-BB2D-3DA23CD8BD22}" type="pres">
      <dgm:prSet presAssocID="{035256F7-5818-4045-BE2B-5B6B3A5EC3F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7DEAB00-0B25-6847-8B44-917A9DC70AB3}" type="presOf" srcId="{7E973E95-4598-45B5-9BA8-3FFE26DF1D92}" destId="{95658A5A-9767-1648-83B2-3251BCEB3E1C}" srcOrd="0" destOrd="0" presId="urn:microsoft.com/office/officeart/2005/8/layout/vList2"/>
    <dgm:cxn modelId="{37C77316-C2EE-4F13-A875-4F4BE8490C91}" srcId="{7E973E95-4598-45B5-9BA8-3FFE26DF1D92}" destId="{8868F42A-8339-445C-8248-56B7AF885377}" srcOrd="2" destOrd="0" parTransId="{FBC0E45C-EA5B-4AA5-8047-0DA108473704}" sibTransId="{1E43AFF2-5DF8-4A63-9881-1FE8D67242A7}"/>
    <dgm:cxn modelId="{2B98553B-2F7C-6148-8DAF-BD92FF1435FF}" type="presOf" srcId="{75BF82D9-83A9-44FB-84BB-20B3A5B1A020}" destId="{DAF503FE-51C2-6A4A-A58E-FF1D28AA280E}" srcOrd="0" destOrd="0" presId="urn:microsoft.com/office/officeart/2005/8/layout/vList2"/>
    <dgm:cxn modelId="{16D04E4A-F9B3-C64B-98AF-5AFE8BB927C0}" type="presOf" srcId="{8868F42A-8339-445C-8248-56B7AF885377}" destId="{9CCFE311-D13A-6D46-9B2A-24664A532571}" srcOrd="0" destOrd="0" presId="urn:microsoft.com/office/officeart/2005/8/layout/vList2"/>
    <dgm:cxn modelId="{F12DB68B-5CBB-4D53-95F1-9CC065F50EBF}" srcId="{7E973E95-4598-45B5-9BA8-3FFE26DF1D92}" destId="{75BF82D9-83A9-44FB-84BB-20B3A5B1A020}" srcOrd="0" destOrd="0" parTransId="{80035CCC-50F6-4192-A518-16B84A72532D}" sibTransId="{47F72E1D-5C94-4BE3-8334-21819F7617FC}"/>
    <dgm:cxn modelId="{B2C8D98B-1693-624C-936A-73F0FDF7A5E0}" type="presOf" srcId="{035256F7-5818-4045-BE2B-5B6B3A5EC3F0}" destId="{395A8BB6-8A50-9144-BB2D-3DA23CD8BD22}" srcOrd="0" destOrd="0" presId="urn:microsoft.com/office/officeart/2005/8/layout/vList2"/>
    <dgm:cxn modelId="{3C7882B8-90B0-4715-A392-F9B29A44DDAB}" srcId="{7E973E95-4598-45B5-9BA8-3FFE26DF1D92}" destId="{035256F7-5818-4045-BE2B-5B6B3A5EC3F0}" srcOrd="4" destOrd="0" parTransId="{A29E34CA-776F-479E-AF39-18343B13E49C}" sibTransId="{BDB35494-7FAF-412A-B2A1-91C9CE6660CB}"/>
    <dgm:cxn modelId="{1FCD20DE-294F-4FE8-B211-33E3AC532E53}" srcId="{7E973E95-4598-45B5-9BA8-3FFE26DF1D92}" destId="{A135D1C4-F531-4E84-A659-2D760B60D807}" srcOrd="3" destOrd="0" parTransId="{0B489DDD-CA92-4E46-87C9-F38B90B717CE}" sibTransId="{16BFB4FB-BE5D-45B4-B7A5-E671E7D46767}"/>
    <dgm:cxn modelId="{EB009BE7-69B6-784C-B179-7AE504905026}" type="presOf" srcId="{A135D1C4-F531-4E84-A659-2D760B60D807}" destId="{B8737759-57E3-3845-9B94-23459899EF32}" srcOrd="0" destOrd="0" presId="urn:microsoft.com/office/officeart/2005/8/layout/vList2"/>
    <dgm:cxn modelId="{0A46A9FE-521B-416D-98D2-BD6C9DEA514C}" srcId="{7E973E95-4598-45B5-9BA8-3FFE26DF1D92}" destId="{678468F1-84FD-49CB-AE1A-F8E4E0007878}" srcOrd="1" destOrd="0" parTransId="{72D2DBB3-FC68-4F35-A128-66E1C86B6B36}" sibTransId="{AED65FAD-31F2-4990-B708-8F6D3D5BC6B5}"/>
    <dgm:cxn modelId="{7EF404FF-3843-084B-8F13-19FFF9053451}" type="presOf" srcId="{678468F1-84FD-49CB-AE1A-F8E4E0007878}" destId="{E0A67268-16B6-434B-8AE3-4E0054851D72}" srcOrd="0" destOrd="0" presId="urn:microsoft.com/office/officeart/2005/8/layout/vList2"/>
    <dgm:cxn modelId="{4646638B-3C6F-0747-85AD-9848792B31D8}" type="presParOf" srcId="{95658A5A-9767-1648-83B2-3251BCEB3E1C}" destId="{DAF503FE-51C2-6A4A-A58E-FF1D28AA280E}" srcOrd="0" destOrd="0" presId="urn:microsoft.com/office/officeart/2005/8/layout/vList2"/>
    <dgm:cxn modelId="{710C8AD2-6637-E74A-8815-EDB31E3E07BD}" type="presParOf" srcId="{95658A5A-9767-1648-83B2-3251BCEB3E1C}" destId="{A73D95F0-6FB8-BD4F-84B2-B8380E10EAE6}" srcOrd="1" destOrd="0" presId="urn:microsoft.com/office/officeart/2005/8/layout/vList2"/>
    <dgm:cxn modelId="{DF45E5C1-775F-A146-8284-A43A8E7B618E}" type="presParOf" srcId="{95658A5A-9767-1648-83B2-3251BCEB3E1C}" destId="{E0A67268-16B6-434B-8AE3-4E0054851D72}" srcOrd="2" destOrd="0" presId="urn:microsoft.com/office/officeart/2005/8/layout/vList2"/>
    <dgm:cxn modelId="{25D3A83F-A9F1-AA47-839E-234868106D45}" type="presParOf" srcId="{95658A5A-9767-1648-83B2-3251BCEB3E1C}" destId="{48590547-8DF5-E54C-B16A-11DC1ACC29DF}" srcOrd="3" destOrd="0" presId="urn:microsoft.com/office/officeart/2005/8/layout/vList2"/>
    <dgm:cxn modelId="{00B4A317-4703-FA47-ACDD-1BF54DB388A9}" type="presParOf" srcId="{95658A5A-9767-1648-83B2-3251BCEB3E1C}" destId="{9CCFE311-D13A-6D46-9B2A-24664A532571}" srcOrd="4" destOrd="0" presId="urn:microsoft.com/office/officeart/2005/8/layout/vList2"/>
    <dgm:cxn modelId="{32EA211B-28B6-2842-AD40-5EEF3C59490A}" type="presParOf" srcId="{95658A5A-9767-1648-83B2-3251BCEB3E1C}" destId="{8F9DB031-2011-2E49-8F18-31537B4DEA3B}" srcOrd="5" destOrd="0" presId="urn:microsoft.com/office/officeart/2005/8/layout/vList2"/>
    <dgm:cxn modelId="{B0FB64CE-DE4C-574A-B895-4AA58CA3C9DA}" type="presParOf" srcId="{95658A5A-9767-1648-83B2-3251BCEB3E1C}" destId="{B8737759-57E3-3845-9B94-23459899EF32}" srcOrd="6" destOrd="0" presId="urn:microsoft.com/office/officeart/2005/8/layout/vList2"/>
    <dgm:cxn modelId="{8B2BF887-C33F-0F41-9C7C-5BB91E97D9CA}" type="presParOf" srcId="{95658A5A-9767-1648-83B2-3251BCEB3E1C}" destId="{61F56767-16F0-D441-AFCD-9BF0D90DF600}" srcOrd="7" destOrd="0" presId="urn:microsoft.com/office/officeart/2005/8/layout/vList2"/>
    <dgm:cxn modelId="{5BA7DA81-E27A-B149-A53D-11A2DD717C1E}" type="presParOf" srcId="{95658A5A-9767-1648-83B2-3251BCEB3E1C}" destId="{395A8BB6-8A50-9144-BB2D-3DA23CD8BD2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0A37F9-B672-476B-908D-5E68CF10948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4984ACE-9E98-4F81-8CC4-2F020C95BC80}">
      <dgm:prSet/>
      <dgm:spPr/>
      <dgm:t>
        <a:bodyPr/>
        <a:lstStyle/>
        <a:p>
          <a:r>
            <a:rPr lang="en-US"/>
            <a:t>Subcategory-level modeling (not fineline, not category) </a:t>
          </a:r>
        </a:p>
      </dgm:t>
    </dgm:pt>
    <dgm:pt modelId="{42BD63A9-8E65-405F-B7EE-10895FD5A08B}" type="parTrans" cxnId="{30B8833A-5562-4387-8ACC-5E307E4D0147}">
      <dgm:prSet/>
      <dgm:spPr/>
      <dgm:t>
        <a:bodyPr/>
        <a:lstStyle/>
        <a:p>
          <a:endParaRPr lang="en-US"/>
        </a:p>
      </dgm:t>
    </dgm:pt>
    <dgm:pt modelId="{176365FA-C90F-4A3F-B066-6A4C9B9D8EE3}" type="sibTrans" cxnId="{30B8833A-5562-4387-8ACC-5E307E4D0147}">
      <dgm:prSet/>
      <dgm:spPr/>
      <dgm:t>
        <a:bodyPr/>
        <a:lstStyle/>
        <a:p>
          <a:endParaRPr lang="en-US"/>
        </a:p>
      </dgm:t>
    </dgm:pt>
    <dgm:pt modelId="{B0360A56-D09D-4C15-BA57-AF6C3EB75682}">
      <dgm:prSet/>
      <dgm:spPr/>
      <dgm:t>
        <a:bodyPr/>
        <a:lstStyle/>
        <a:p>
          <a:r>
            <a:rPr lang="en-US"/>
            <a:t>Stable vs Flexible fixture separation </a:t>
          </a:r>
        </a:p>
      </dgm:t>
    </dgm:pt>
    <dgm:pt modelId="{236263EC-D8A9-4BFB-9363-63B2B1C61869}" type="parTrans" cxnId="{CFDCFE26-35A2-474C-BFDB-581988572E60}">
      <dgm:prSet/>
      <dgm:spPr/>
      <dgm:t>
        <a:bodyPr/>
        <a:lstStyle/>
        <a:p>
          <a:endParaRPr lang="en-US"/>
        </a:p>
      </dgm:t>
    </dgm:pt>
    <dgm:pt modelId="{D4C236D3-7B0D-41FB-B0AA-FC7460471683}" type="sibTrans" cxnId="{CFDCFE26-35A2-474C-BFDB-581988572E60}">
      <dgm:prSet/>
      <dgm:spPr/>
      <dgm:t>
        <a:bodyPr/>
        <a:lstStyle/>
        <a:p>
          <a:endParaRPr lang="en-US"/>
        </a:p>
      </dgm:t>
    </dgm:pt>
    <dgm:pt modelId="{948D7E38-F135-42CD-A9B6-9E858522C1F6}">
      <dgm:prSet/>
      <dgm:spPr/>
      <dgm:t>
        <a:bodyPr/>
        <a:lstStyle/>
        <a:p>
          <a:r>
            <a:rPr lang="en-US"/>
            <a:t>Weekly store-level optimization</a:t>
          </a:r>
        </a:p>
      </dgm:t>
    </dgm:pt>
    <dgm:pt modelId="{C621B673-E2DC-4862-BE89-3401F079879F}" type="parTrans" cxnId="{72DDE569-B5C3-40BD-9FF5-41A495D271C6}">
      <dgm:prSet/>
      <dgm:spPr/>
      <dgm:t>
        <a:bodyPr/>
        <a:lstStyle/>
        <a:p>
          <a:endParaRPr lang="en-US"/>
        </a:p>
      </dgm:t>
    </dgm:pt>
    <dgm:pt modelId="{30296527-9744-4A6B-93B3-37D948579173}" type="sibTrans" cxnId="{72DDE569-B5C3-40BD-9FF5-41A495D271C6}">
      <dgm:prSet/>
      <dgm:spPr/>
      <dgm:t>
        <a:bodyPr/>
        <a:lstStyle/>
        <a:p>
          <a:endParaRPr lang="en-US"/>
        </a:p>
      </dgm:t>
    </dgm:pt>
    <dgm:pt modelId="{7A149680-6611-614B-ACF4-9D44A3ED52C6}" type="pres">
      <dgm:prSet presAssocID="{3A0A37F9-B672-476B-908D-5E68CF109488}" presName="linear" presStyleCnt="0">
        <dgm:presLayoutVars>
          <dgm:animLvl val="lvl"/>
          <dgm:resizeHandles val="exact"/>
        </dgm:presLayoutVars>
      </dgm:prSet>
      <dgm:spPr/>
    </dgm:pt>
    <dgm:pt modelId="{34CC261F-0C47-8E4E-914C-A3E9BEAC875E}" type="pres">
      <dgm:prSet presAssocID="{64984ACE-9E98-4F81-8CC4-2F020C95BC8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332AC5E-B857-F64A-A866-F9221A213523}" type="pres">
      <dgm:prSet presAssocID="{176365FA-C90F-4A3F-B066-6A4C9B9D8EE3}" presName="spacer" presStyleCnt="0"/>
      <dgm:spPr/>
    </dgm:pt>
    <dgm:pt modelId="{70C3BDDB-BF32-0441-9EE4-E8D5A8AFA979}" type="pres">
      <dgm:prSet presAssocID="{B0360A56-D09D-4C15-BA57-AF6C3EB7568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166B656-248A-D349-9071-7EDE48420EA0}" type="pres">
      <dgm:prSet presAssocID="{D4C236D3-7B0D-41FB-B0AA-FC7460471683}" presName="spacer" presStyleCnt="0"/>
      <dgm:spPr/>
    </dgm:pt>
    <dgm:pt modelId="{163ABE53-00CC-4A40-B16C-8DDE3113DA58}" type="pres">
      <dgm:prSet presAssocID="{948D7E38-F135-42CD-A9B6-9E858522C1F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FDCFE26-35A2-474C-BFDB-581988572E60}" srcId="{3A0A37F9-B672-476B-908D-5E68CF109488}" destId="{B0360A56-D09D-4C15-BA57-AF6C3EB75682}" srcOrd="1" destOrd="0" parTransId="{236263EC-D8A9-4BFB-9363-63B2B1C61869}" sibTransId="{D4C236D3-7B0D-41FB-B0AA-FC7460471683}"/>
    <dgm:cxn modelId="{30B8833A-5562-4387-8ACC-5E307E4D0147}" srcId="{3A0A37F9-B672-476B-908D-5E68CF109488}" destId="{64984ACE-9E98-4F81-8CC4-2F020C95BC80}" srcOrd="0" destOrd="0" parTransId="{42BD63A9-8E65-405F-B7EE-10895FD5A08B}" sibTransId="{176365FA-C90F-4A3F-B066-6A4C9B9D8EE3}"/>
    <dgm:cxn modelId="{3B79A852-9AB9-CE4B-9ECF-99797A42DA27}" type="presOf" srcId="{B0360A56-D09D-4C15-BA57-AF6C3EB75682}" destId="{70C3BDDB-BF32-0441-9EE4-E8D5A8AFA979}" srcOrd="0" destOrd="0" presId="urn:microsoft.com/office/officeart/2005/8/layout/vList2"/>
    <dgm:cxn modelId="{2D39DB66-51D2-6A4D-A218-6C5EEDFB9903}" type="presOf" srcId="{64984ACE-9E98-4F81-8CC4-2F020C95BC80}" destId="{34CC261F-0C47-8E4E-914C-A3E9BEAC875E}" srcOrd="0" destOrd="0" presId="urn:microsoft.com/office/officeart/2005/8/layout/vList2"/>
    <dgm:cxn modelId="{72DDE569-B5C3-40BD-9FF5-41A495D271C6}" srcId="{3A0A37F9-B672-476B-908D-5E68CF109488}" destId="{948D7E38-F135-42CD-A9B6-9E858522C1F6}" srcOrd="2" destOrd="0" parTransId="{C621B673-E2DC-4862-BE89-3401F079879F}" sibTransId="{30296527-9744-4A6B-93B3-37D948579173}"/>
    <dgm:cxn modelId="{A562B185-4D29-7349-BC0D-790F6C622DFA}" type="presOf" srcId="{948D7E38-F135-42CD-A9B6-9E858522C1F6}" destId="{163ABE53-00CC-4A40-B16C-8DDE3113DA58}" srcOrd="0" destOrd="0" presId="urn:microsoft.com/office/officeart/2005/8/layout/vList2"/>
    <dgm:cxn modelId="{677B5EBD-CC71-6D48-AFE0-CBECA3230CF6}" type="presOf" srcId="{3A0A37F9-B672-476B-908D-5E68CF109488}" destId="{7A149680-6611-614B-ACF4-9D44A3ED52C6}" srcOrd="0" destOrd="0" presId="urn:microsoft.com/office/officeart/2005/8/layout/vList2"/>
    <dgm:cxn modelId="{CECBEDAF-30F8-F84F-94C7-2D84C10C6385}" type="presParOf" srcId="{7A149680-6611-614B-ACF4-9D44A3ED52C6}" destId="{34CC261F-0C47-8E4E-914C-A3E9BEAC875E}" srcOrd="0" destOrd="0" presId="urn:microsoft.com/office/officeart/2005/8/layout/vList2"/>
    <dgm:cxn modelId="{75E7C89B-5591-1546-8A93-07E971D5A79E}" type="presParOf" srcId="{7A149680-6611-614B-ACF4-9D44A3ED52C6}" destId="{7332AC5E-B857-F64A-A866-F9221A213523}" srcOrd="1" destOrd="0" presId="urn:microsoft.com/office/officeart/2005/8/layout/vList2"/>
    <dgm:cxn modelId="{FF0A1B8A-F2C2-9740-B829-6A5DB41BB0B2}" type="presParOf" srcId="{7A149680-6611-614B-ACF4-9D44A3ED52C6}" destId="{70C3BDDB-BF32-0441-9EE4-E8D5A8AFA979}" srcOrd="2" destOrd="0" presId="urn:microsoft.com/office/officeart/2005/8/layout/vList2"/>
    <dgm:cxn modelId="{8C5205D7-7AEC-C94E-8DF0-AA5B2F1483DF}" type="presParOf" srcId="{7A149680-6611-614B-ACF4-9D44A3ED52C6}" destId="{E166B656-248A-D349-9071-7EDE48420EA0}" srcOrd="3" destOrd="0" presId="urn:microsoft.com/office/officeart/2005/8/layout/vList2"/>
    <dgm:cxn modelId="{8BB585AF-237C-9947-9E5E-84F84CA41839}" type="presParOf" srcId="{7A149680-6611-614B-ACF4-9D44A3ED52C6}" destId="{163ABE53-00CC-4A40-B16C-8DDE3113DA5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51E8F06-9D30-4723-84F3-C8E7C408163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C3F8166-9ED5-42B7-9DAD-708F226F6FB6}">
      <dgm:prSet/>
      <dgm:spPr/>
      <dgm:t>
        <a:bodyPr/>
        <a:lstStyle/>
        <a:p>
          <a:pPr>
            <a:defRPr cap="all"/>
          </a:pPr>
          <a:r>
            <a:rPr lang="en-US"/>
            <a:t>Transforms predicted demand into constrained optimization decisions</a:t>
          </a:r>
        </a:p>
      </dgm:t>
    </dgm:pt>
    <dgm:pt modelId="{4D37DAD3-1EBF-4528-9E65-2B461F46CD7A}" type="parTrans" cxnId="{47DFDC41-3C24-4E58-A3BF-C65396D5AB7D}">
      <dgm:prSet/>
      <dgm:spPr/>
      <dgm:t>
        <a:bodyPr/>
        <a:lstStyle/>
        <a:p>
          <a:endParaRPr lang="en-US"/>
        </a:p>
      </dgm:t>
    </dgm:pt>
    <dgm:pt modelId="{2B30C536-E5BB-492F-9285-E79E62C0F21E}" type="sibTrans" cxnId="{47DFDC41-3C24-4E58-A3BF-C65396D5AB7D}">
      <dgm:prSet/>
      <dgm:spPr/>
      <dgm:t>
        <a:bodyPr/>
        <a:lstStyle/>
        <a:p>
          <a:endParaRPr lang="en-US"/>
        </a:p>
      </dgm:t>
    </dgm:pt>
    <dgm:pt modelId="{70C83488-CCCF-484A-B1FA-2938884CC28D}">
      <dgm:prSet/>
      <dgm:spPr/>
      <dgm:t>
        <a:bodyPr/>
        <a:lstStyle/>
        <a:p>
          <a:pPr>
            <a:defRPr cap="all"/>
          </a:pPr>
          <a:r>
            <a:rPr lang="en-US"/>
            <a:t>Handles real-world constraints</a:t>
          </a:r>
        </a:p>
      </dgm:t>
    </dgm:pt>
    <dgm:pt modelId="{92B2DFFF-F1A1-431D-9CA3-164177965250}" type="parTrans" cxnId="{200247A2-C69C-4AA0-9BA6-CB8E25D8439E}">
      <dgm:prSet/>
      <dgm:spPr/>
      <dgm:t>
        <a:bodyPr/>
        <a:lstStyle/>
        <a:p>
          <a:endParaRPr lang="en-US"/>
        </a:p>
      </dgm:t>
    </dgm:pt>
    <dgm:pt modelId="{96240EBF-2505-4540-8E4F-9D9AEBAB8A15}" type="sibTrans" cxnId="{200247A2-C69C-4AA0-9BA6-CB8E25D8439E}">
      <dgm:prSet/>
      <dgm:spPr/>
      <dgm:t>
        <a:bodyPr/>
        <a:lstStyle/>
        <a:p>
          <a:endParaRPr lang="en-US"/>
        </a:p>
      </dgm:t>
    </dgm:pt>
    <dgm:pt modelId="{4F9E26E6-D2D1-44AB-987F-42BA17DEC98F}">
      <dgm:prSet/>
      <dgm:spPr/>
      <dgm:t>
        <a:bodyPr/>
        <a:lstStyle/>
        <a:p>
          <a:pPr>
            <a:defRPr cap="all"/>
          </a:pPr>
          <a:r>
            <a:rPr lang="en-US"/>
            <a:t>Produces store-week level recommendations</a:t>
          </a:r>
        </a:p>
      </dgm:t>
    </dgm:pt>
    <dgm:pt modelId="{5AA1125C-966B-4A49-BEF9-CC930D02ECAB}" type="parTrans" cxnId="{48EFAA9D-AE55-4FDF-8D34-E7CFE10C6DED}">
      <dgm:prSet/>
      <dgm:spPr/>
      <dgm:t>
        <a:bodyPr/>
        <a:lstStyle/>
        <a:p>
          <a:endParaRPr lang="en-US"/>
        </a:p>
      </dgm:t>
    </dgm:pt>
    <dgm:pt modelId="{0EC7B990-A884-4BEC-9D4C-0C1BC776583B}" type="sibTrans" cxnId="{48EFAA9D-AE55-4FDF-8D34-E7CFE10C6DED}">
      <dgm:prSet/>
      <dgm:spPr/>
      <dgm:t>
        <a:bodyPr/>
        <a:lstStyle/>
        <a:p>
          <a:endParaRPr lang="en-US"/>
        </a:p>
      </dgm:t>
    </dgm:pt>
    <dgm:pt modelId="{CB6D25E1-B198-4358-9BF9-74B0D0B1350F}" type="pres">
      <dgm:prSet presAssocID="{851E8F06-9D30-4723-84F3-C8E7C408163F}" presName="root" presStyleCnt="0">
        <dgm:presLayoutVars>
          <dgm:dir/>
          <dgm:resizeHandles val="exact"/>
        </dgm:presLayoutVars>
      </dgm:prSet>
      <dgm:spPr/>
    </dgm:pt>
    <dgm:pt modelId="{D984A324-B853-40E6-A8D4-F75209EB08E2}" type="pres">
      <dgm:prSet presAssocID="{DC3F8166-9ED5-42B7-9DAD-708F226F6FB6}" presName="compNode" presStyleCnt="0"/>
      <dgm:spPr/>
    </dgm:pt>
    <dgm:pt modelId="{843011C5-FC7F-4F70-BE1B-8890F60E6917}" type="pres">
      <dgm:prSet presAssocID="{DC3F8166-9ED5-42B7-9DAD-708F226F6FB6}" presName="iconBgRect" presStyleLbl="bgShp" presStyleIdx="0" presStyleCnt="3"/>
      <dgm:spPr/>
    </dgm:pt>
    <dgm:pt modelId="{B509CF2A-FC4A-443B-9C3C-4D827ED36A0B}" type="pres">
      <dgm:prSet presAssocID="{DC3F8166-9ED5-42B7-9DAD-708F226F6FB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C769806-84F8-4CCE-B716-D735A5495BE7}" type="pres">
      <dgm:prSet presAssocID="{DC3F8166-9ED5-42B7-9DAD-708F226F6FB6}" presName="spaceRect" presStyleCnt="0"/>
      <dgm:spPr/>
    </dgm:pt>
    <dgm:pt modelId="{A6017CDF-E2DE-4AA2-B61B-0FE370BB8F77}" type="pres">
      <dgm:prSet presAssocID="{DC3F8166-9ED5-42B7-9DAD-708F226F6FB6}" presName="textRect" presStyleLbl="revTx" presStyleIdx="0" presStyleCnt="3">
        <dgm:presLayoutVars>
          <dgm:chMax val="1"/>
          <dgm:chPref val="1"/>
        </dgm:presLayoutVars>
      </dgm:prSet>
      <dgm:spPr/>
    </dgm:pt>
    <dgm:pt modelId="{198E6AEF-93E4-4D57-B5EA-8EF71D02C35E}" type="pres">
      <dgm:prSet presAssocID="{2B30C536-E5BB-492F-9285-E79E62C0F21E}" presName="sibTrans" presStyleCnt="0"/>
      <dgm:spPr/>
    </dgm:pt>
    <dgm:pt modelId="{F7788430-3095-4E01-AC0F-BA7F05A1E102}" type="pres">
      <dgm:prSet presAssocID="{70C83488-CCCF-484A-B1FA-2938884CC28D}" presName="compNode" presStyleCnt="0"/>
      <dgm:spPr/>
    </dgm:pt>
    <dgm:pt modelId="{C5068988-19B7-4A99-A5CC-2F3F0B7BE616}" type="pres">
      <dgm:prSet presAssocID="{70C83488-CCCF-484A-B1FA-2938884CC28D}" presName="iconBgRect" presStyleLbl="bgShp" presStyleIdx="1" presStyleCnt="3"/>
      <dgm:spPr/>
    </dgm:pt>
    <dgm:pt modelId="{FAA4CC75-CAF4-4AF9-8A33-14403AEC81E2}" type="pres">
      <dgm:prSet presAssocID="{70C83488-CCCF-484A-B1FA-2938884CC28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ld"/>
        </a:ext>
      </dgm:extLst>
    </dgm:pt>
    <dgm:pt modelId="{EDF22C4F-233C-49C3-9BB5-446A9BEA775E}" type="pres">
      <dgm:prSet presAssocID="{70C83488-CCCF-484A-B1FA-2938884CC28D}" presName="spaceRect" presStyleCnt="0"/>
      <dgm:spPr/>
    </dgm:pt>
    <dgm:pt modelId="{3004D3A0-3DEB-4C19-B4A5-C5AD448ED5D0}" type="pres">
      <dgm:prSet presAssocID="{70C83488-CCCF-484A-B1FA-2938884CC28D}" presName="textRect" presStyleLbl="revTx" presStyleIdx="1" presStyleCnt="3">
        <dgm:presLayoutVars>
          <dgm:chMax val="1"/>
          <dgm:chPref val="1"/>
        </dgm:presLayoutVars>
      </dgm:prSet>
      <dgm:spPr/>
    </dgm:pt>
    <dgm:pt modelId="{39CCA474-59A6-480A-9DBA-F18CFB8AAEB4}" type="pres">
      <dgm:prSet presAssocID="{96240EBF-2505-4540-8E4F-9D9AEBAB8A15}" presName="sibTrans" presStyleCnt="0"/>
      <dgm:spPr/>
    </dgm:pt>
    <dgm:pt modelId="{1EBD3D75-B215-4F1E-BB3E-FDE5B3492944}" type="pres">
      <dgm:prSet presAssocID="{4F9E26E6-D2D1-44AB-987F-42BA17DEC98F}" presName="compNode" presStyleCnt="0"/>
      <dgm:spPr/>
    </dgm:pt>
    <dgm:pt modelId="{96897B08-E0CC-4B0B-B556-C833260BC628}" type="pres">
      <dgm:prSet presAssocID="{4F9E26E6-D2D1-44AB-987F-42BA17DEC98F}" presName="iconBgRect" presStyleLbl="bgShp" presStyleIdx="2" presStyleCnt="3"/>
      <dgm:spPr/>
    </dgm:pt>
    <dgm:pt modelId="{967D9526-469A-4F8B-BDD7-917840E7AE70}" type="pres">
      <dgm:prSet presAssocID="{4F9E26E6-D2D1-44AB-987F-42BA17DEC98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54B9642-5BC2-4121-9356-79B1F9BE3277}" type="pres">
      <dgm:prSet presAssocID="{4F9E26E6-D2D1-44AB-987F-42BA17DEC98F}" presName="spaceRect" presStyleCnt="0"/>
      <dgm:spPr/>
    </dgm:pt>
    <dgm:pt modelId="{135FB110-7CB3-4317-B3F2-45913C4C428E}" type="pres">
      <dgm:prSet presAssocID="{4F9E26E6-D2D1-44AB-987F-42BA17DEC98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7DFDC41-3C24-4E58-A3BF-C65396D5AB7D}" srcId="{851E8F06-9D30-4723-84F3-C8E7C408163F}" destId="{DC3F8166-9ED5-42B7-9DAD-708F226F6FB6}" srcOrd="0" destOrd="0" parTransId="{4D37DAD3-1EBF-4528-9E65-2B461F46CD7A}" sibTransId="{2B30C536-E5BB-492F-9285-E79E62C0F21E}"/>
    <dgm:cxn modelId="{44CAB97E-1D1B-4952-986E-05E3AB113D35}" type="presOf" srcId="{70C83488-CCCF-484A-B1FA-2938884CC28D}" destId="{3004D3A0-3DEB-4C19-B4A5-C5AD448ED5D0}" srcOrd="0" destOrd="0" presId="urn:microsoft.com/office/officeart/2018/5/layout/IconCircleLabelList"/>
    <dgm:cxn modelId="{48EFAA9D-AE55-4FDF-8D34-E7CFE10C6DED}" srcId="{851E8F06-9D30-4723-84F3-C8E7C408163F}" destId="{4F9E26E6-D2D1-44AB-987F-42BA17DEC98F}" srcOrd="2" destOrd="0" parTransId="{5AA1125C-966B-4A49-BEF9-CC930D02ECAB}" sibTransId="{0EC7B990-A884-4BEC-9D4C-0C1BC776583B}"/>
    <dgm:cxn modelId="{200247A2-C69C-4AA0-9BA6-CB8E25D8439E}" srcId="{851E8F06-9D30-4723-84F3-C8E7C408163F}" destId="{70C83488-CCCF-484A-B1FA-2938884CC28D}" srcOrd="1" destOrd="0" parTransId="{92B2DFFF-F1A1-431D-9CA3-164177965250}" sibTransId="{96240EBF-2505-4540-8E4F-9D9AEBAB8A15}"/>
    <dgm:cxn modelId="{7DF271CB-2FD5-4395-A166-1DCFABACF1A4}" type="presOf" srcId="{4F9E26E6-D2D1-44AB-987F-42BA17DEC98F}" destId="{135FB110-7CB3-4317-B3F2-45913C4C428E}" srcOrd="0" destOrd="0" presId="urn:microsoft.com/office/officeart/2018/5/layout/IconCircleLabelList"/>
    <dgm:cxn modelId="{F63E40DA-E2A6-4A8C-90D2-0B797D9555BD}" type="presOf" srcId="{DC3F8166-9ED5-42B7-9DAD-708F226F6FB6}" destId="{A6017CDF-E2DE-4AA2-B61B-0FE370BB8F77}" srcOrd="0" destOrd="0" presId="urn:microsoft.com/office/officeart/2018/5/layout/IconCircleLabelList"/>
    <dgm:cxn modelId="{732DCEEB-2EC7-466D-80E1-9508E53218FA}" type="presOf" srcId="{851E8F06-9D30-4723-84F3-C8E7C408163F}" destId="{CB6D25E1-B198-4358-9BF9-74B0D0B1350F}" srcOrd="0" destOrd="0" presId="urn:microsoft.com/office/officeart/2018/5/layout/IconCircleLabelList"/>
    <dgm:cxn modelId="{77EFA7E2-09AD-4A8A-8F27-7F6199C0C5C4}" type="presParOf" srcId="{CB6D25E1-B198-4358-9BF9-74B0D0B1350F}" destId="{D984A324-B853-40E6-A8D4-F75209EB08E2}" srcOrd="0" destOrd="0" presId="urn:microsoft.com/office/officeart/2018/5/layout/IconCircleLabelList"/>
    <dgm:cxn modelId="{E953533F-5101-48F8-A1C4-90A1884AB6E8}" type="presParOf" srcId="{D984A324-B853-40E6-A8D4-F75209EB08E2}" destId="{843011C5-FC7F-4F70-BE1B-8890F60E6917}" srcOrd="0" destOrd="0" presId="urn:microsoft.com/office/officeart/2018/5/layout/IconCircleLabelList"/>
    <dgm:cxn modelId="{7F79688F-3A1E-4C23-A2DF-5B187955B597}" type="presParOf" srcId="{D984A324-B853-40E6-A8D4-F75209EB08E2}" destId="{B509CF2A-FC4A-443B-9C3C-4D827ED36A0B}" srcOrd="1" destOrd="0" presId="urn:microsoft.com/office/officeart/2018/5/layout/IconCircleLabelList"/>
    <dgm:cxn modelId="{6569D057-3450-4D56-A615-D0D1AD7EAB72}" type="presParOf" srcId="{D984A324-B853-40E6-A8D4-F75209EB08E2}" destId="{4C769806-84F8-4CCE-B716-D735A5495BE7}" srcOrd="2" destOrd="0" presId="urn:microsoft.com/office/officeart/2018/5/layout/IconCircleLabelList"/>
    <dgm:cxn modelId="{87E44C29-49C6-478C-B6C1-ADFEB7F51A94}" type="presParOf" srcId="{D984A324-B853-40E6-A8D4-F75209EB08E2}" destId="{A6017CDF-E2DE-4AA2-B61B-0FE370BB8F77}" srcOrd="3" destOrd="0" presId="urn:microsoft.com/office/officeart/2018/5/layout/IconCircleLabelList"/>
    <dgm:cxn modelId="{F085945E-F1B9-44DC-94B0-76BB9B12A548}" type="presParOf" srcId="{CB6D25E1-B198-4358-9BF9-74B0D0B1350F}" destId="{198E6AEF-93E4-4D57-B5EA-8EF71D02C35E}" srcOrd="1" destOrd="0" presId="urn:microsoft.com/office/officeart/2018/5/layout/IconCircleLabelList"/>
    <dgm:cxn modelId="{09B7D863-2D40-4756-BFAE-4F5CC0A45409}" type="presParOf" srcId="{CB6D25E1-B198-4358-9BF9-74B0D0B1350F}" destId="{F7788430-3095-4E01-AC0F-BA7F05A1E102}" srcOrd="2" destOrd="0" presId="urn:microsoft.com/office/officeart/2018/5/layout/IconCircleLabelList"/>
    <dgm:cxn modelId="{591BB175-F501-43E5-8117-847F4F109624}" type="presParOf" srcId="{F7788430-3095-4E01-AC0F-BA7F05A1E102}" destId="{C5068988-19B7-4A99-A5CC-2F3F0B7BE616}" srcOrd="0" destOrd="0" presId="urn:microsoft.com/office/officeart/2018/5/layout/IconCircleLabelList"/>
    <dgm:cxn modelId="{E511B877-1A1E-43BA-B614-414288F2979D}" type="presParOf" srcId="{F7788430-3095-4E01-AC0F-BA7F05A1E102}" destId="{FAA4CC75-CAF4-4AF9-8A33-14403AEC81E2}" srcOrd="1" destOrd="0" presId="urn:microsoft.com/office/officeart/2018/5/layout/IconCircleLabelList"/>
    <dgm:cxn modelId="{4C9C8713-73D8-4601-9DBD-1011F22DA650}" type="presParOf" srcId="{F7788430-3095-4E01-AC0F-BA7F05A1E102}" destId="{EDF22C4F-233C-49C3-9BB5-446A9BEA775E}" srcOrd="2" destOrd="0" presId="urn:microsoft.com/office/officeart/2018/5/layout/IconCircleLabelList"/>
    <dgm:cxn modelId="{EDE977BE-855B-47A4-A741-6889C74EA91E}" type="presParOf" srcId="{F7788430-3095-4E01-AC0F-BA7F05A1E102}" destId="{3004D3A0-3DEB-4C19-B4A5-C5AD448ED5D0}" srcOrd="3" destOrd="0" presId="urn:microsoft.com/office/officeart/2018/5/layout/IconCircleLabelList"/>
    <dgm:cxn modelId="{7E478FD4-6789-4C6F-A6EE-3BD7E4CBEE71}" type="presParOf" srcId="{CB6D25E1-B198-4358-9BF9-74B0D0B1350F}" destId="{39CCA474-59A6-480A-9DBA-F18CFB8AAEB4}" srcOrd="3" destOrd="0" presId="urn:microsoft.com/office/officeart/2018/5/layout/IconCircleLabelList"/>
    <dgm:cxn modelId="{1A2B72DE-C0AD-420D-9176-9EF992E87AE8}" type="presParOf" srcId="{CB6D25E1-B198-4358-9BF9-74B0D0B1350F}" destId="{1EBD3D75-B215-4F1E-BB3E-FDE5B3492944}" srcOrd="4" destOrd="0" presId="urn:microsoft.com/office/officeart/2018/5/layout/IconCircleLabelList"/>
    <dgm:cxn modelId="{472ED058-47C3-4858-A4A1-9260E93BE69A}" type="presParOf" srcId="{1EBD3D75-B215-4F1E-BB3E-FDE5B3492944}" destId="{96897B08-E0CC-4B0B-B556-C833260BC628}" srcOrd="0" destOrd="0" presId="urn:microsoft.com/office/officeart/2018/5/layout/IconCircleLabelList"/>
    <dgm:cxn modelId="{1DFA5715-3E0A-4235-BF7E-D52FD558E46A}" type="presParOf" srcId="{1EBD3D75-B215-4F1E-BB3E-FDE5B3492944}" destId="{967D9526-469A-4F8B-BDD7-917840E7AE70}" srcOrd="1" destOrd="0" presId="urn:microsoft.com/office/officeart/2018/5/layout/IconCircleLabelList"/>
    <dgm:cxn modelId="{385A6091-08F5-4098-89CE-4644CE0CA24C}" type="presParOf" srcId="{1EBD3D75-B215-4F1E-BB3E-FDE5B3492944}" destId="{354B9642-5BC2-4121-9356-79B1F9BE3277}" srcOrd="2" destOrd="0" presId="urn:microsoft.com/office/officeart/2018/5/layout/IconCircleLabelList"/>
    <dgm:cxn modelId="{FE00E93B-1DDA-433D-8046-95EC7D361711}" type="presParOf" srcId="{1EBD3D75-B215-4F1E-BB3E-FDE5B3492944}" destId="{135FB110-7CB3-4317-B3F2-45913C4C428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34B8A2-E58D-4583-A791-CF3D82DA0912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C80E04C-E749-451E-A228-E842BF5B90B8}">
      <dgm:prSet/>
      <dgm:spPr/>
      <dgm:t>
        <a:bodyPr/>
        <a:lstStyle/>
        <a:p>
          <a:r>
            <a:rPr lang="en-US"/>
            <a:t>Large-scale data (5M+ rows)</a:t>
          </a:r>
        </a:p>
      </dgm:t>
    </dgm:pt>
    <dgm:pt modelId="{2245DD22-29F8-4A79-8604-AE2760E034B7}" type="parTrans" cxnId="{657759D9-D745-45AE-851B-BA55FD790507}">
      <dgm:prSet/>
      <dgm:spPr/>
      <dgm:t>
        <a:bodyPr/>
        <a:lstStyle/>
        <a:p>
          <a:endParaRPr lang="en-US"/>
        </a:p>
      </dgm:t>
    </dgm:pt>
    <dgm:pt modelId="{470D4D63-FA82-4BAC-85CD-3A715C4DE85D}" type="sibTrans" cxnId="{657759D9-D745-45AE-851B-BA55FD790507}">
      <dgm:prSet/>
      <dgm:spPr/>
      <dgm:t>
        <a:bodyPr/>
        <a:lstStyle/>
        <a:p>
          <a:endParaRPr lang="en-US"/>
        </a:p>
      </dgm:t>
    </dgm:pt>
    <dgm:pt modelId="{33DD6C68-A7CF-4420-9756-BC31E6A838A7}">
      <dgm:prSet/>
      <dgm:spPr/>
      <dgm:t>
        <a:bodyPr/>
        <a:lstStyle/>
        <a:p>
          <a:r>
            <a:rPr lang="en-US"/>
            <a:t>Runtime constraints</a:t>
          </a:r>
        </a:p>
      </dgm:t>
    </dgm:pt>
    <dgm:pt modelId="{61C26EBD-80C7-4B90-82E8-C76841BA76FB}" type="parTrans" cxnId="{6E8CF779-5389-412E-BD82-815BE91B1C76}">
      <dgm:prSet/>
      <dgm:spPr/>
      <dgm:t>
        <a:bodyPr/>
        <a:lstStyle/>
        <a:p>
          <a:endParaRPr lang="en-US"/>
        </a:p>
      </dgm:t>
    </dgm:pt>
    <dgm:pt modelId="{24FE65C0-1014-4536-A53D-FA41F49540ED}" type="sibTrans" cxnId="{6E8CF779-5389-412E-BD82-815BE91B1C76}">
      <dgm:prSet/>
      <dgm:spPr/>
      <dgm:t>
        <a:bodyPr/>
        <a:lstStyle/>
        <a:p>
          <a:endParaRPr lang="en-US"/>
        </a:p>
      </dgm:t>
    </dgm:pt>
    <dgm:pt modelId="{C40A1525-E1DE-4BCD-AA65-8B4762B52722}">
      <dgm:prSet/>
      <dgm:spPr/>
      <dgm:t>
        <a:bodyPr/>
        <a:lstStyle/>
        <a:p>
          <a:r>
            <a:rPr lang="en-US"/>
            <a:t>Data inconsistencies</a:t>
          </a:r>
        </a:p>
      </dgm:t>
    </dgm:pt>
    <dgm:pt modelId="{27875481-CADA-4F2F-BA60-02163DED437A}" type="parTrans" cxnId="{B6C6CC5E-4C60-4604-88DD-568510C07A99}">
      <dgm:prSet/>
      <dgm:spPr/>
      <dgm:t>
        <a:bodyPr/>
        <a:lstStyle/>
        <a:p>
          <a:endParaRPr lang="en-US"/>
        </a:p>
      </dgm:t>
    </dgm:pt>
    <dgm:pt modelId="{A203CDDC-22BE-4AC5-B5F4-90EAA0220F95}" type="sibTrans" cxnId="{B6C6CC5E-4C60-4604-88DD-568510C07A99}">
      <dgm:prSet/>
      <dgm:spPr/>
      <dgm:t>
        <a:bodyPr/>
        <a:lstStyle/>
        <a:p>
          <a:endParaRPr lang="en-US"/>
        </a:p>
      </dgm:t>
    </dgm:pt>
    <dgm:pt modelId="{256506C2-6D84-425C-BA3B-BAD4653EA248}">
      <dgm:prSet/>
      <dgm:spPr/>
      <dgm:t>
        <a:bodyPr/>
        <a:lstStyle/>
        <a:p>
          <a:r>
            <a:rPr lang="en-US"/>
            <a:t>Matching/join issues</a:t>
          </a:r>
        </a:p>
      </dgm:t>
    </dgm:pt>
    <dgm:pt modelId="{B0188E48-0A52-4610-90DE-20A1B7BB9168}" type="parTrans" cxnId="{B9C18DD0-E733-47CA-A577-CC2372571084}">
      <dgm:prSet/>
      <dgm:spPr/>
      <dgm:t>
        <a:bodyPr/>
        <a:lstStyle/>
        <a:p>
          <a:endParaRPr lang="en-US"/>
        </a:p>
      </dgm:t>
    </dgm:pt>
    <dgm:pt modelId="{8F7C2B12-F3C3-41A1-9F41-548C9D92E906}" type="sibTrans" cxnId="{B9C18DD0-E733-47CA-A577-CC2372571084}">
      <dgm:prSet/>
      <dgm:spPr/>
      <dgm:t>
        <a:bodyPr/>
        <a:lstStyle/>
        <a:p>
          <a:endParaRPr lang="en-US"/>
        </a:p>
      </dgm:t>
    </dgm:pt>
    <dgm:pt modelId="{E127A4DF-A55E-974D-B9AA-526983EE9C77}" type="pres">
      <dgm:prSet presAssocID="{2B34B8A2-E58D-4583-A791-CF3D82DA0912}" presName="linear" presStyleCnt="0">
        <dgm:presLayoutVars>
          <dgm:animLvl val="lvl"/>
          <dgm:resizeHandles val="exact"/>
        </dgm:presLayoutVars>
      </dgm:prSet>
      <dgm:spPr/>
    </dgm:pt>
    <dgm:pt modelId="{466C9131-0A49-444E-8502-2767A89C1627}" type="pres">
      <dgm:prSet presAssocID="{BC80E04C-E749-451E-A228-E842BF5B90B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31D2DE6-FA83-F947-87A1-8E7C5E147658}" type="pres">
      <dgm:prSet presAssocID="{470D4D63-FA82-4BAC-85CD-3A715C4DE85D}" presName="spacer" presStyleCnt="0"/>
      <dgm:spPr/>
    </dgm:pt>
    <dgm:pt modelId="{A6612E5E-1368-1D40-83D9-53B40ED24DC8}" type="pres">
      <dgm:prSet presAssocID="{33DD6C68-A7CF-4420-9756-BC31E6A838A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CAA9830-E4F4-034F-A4CF-4D1E0DED4798}" type="pres">
      <dgm:prSet presAssocID="{24FE65C0-1014-4536-A53D-FA41F49540ED}" presName="spacer" presStyleCnt="0"/>
      <dgm:spPr/>
    </dgm:pt>
    <dgm:pt modelId="{136069A7-8232-9647-AC5C-EB7B08ACDEDA}" type="pres">
      <dgm:prSet presAssocID="{C40A1525-E1DE-4BCD-AA65-8B4762B5272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6A02FDE-3D31-1047-9A04-E871112D4ACB}" type="pres">
      <dgm:prSet presAssocID="{A203CDDC-22BE-4AC5-B5F4-90EAA0220F95}" presName="spacer" presStyleCnt="0"/>
      <dgm:spPr/>
    </dgm:pt>
    <dgm:pt modelId="{86E9439A-A813-3246-8C0E-F978DFDACCF9}" type="pres">
      <dgm:prSet presAssocID="{256506C2-6D84-425C-BA3B-BAD4653EA24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6C6CC5E-4C60-4604-88DD-568510C07A99}" srcId="{2B34B8A2-E58D-4583-A791-CF3D82DA0912}" destId="{C40A1525-E1DE-4BCD-AA65-8B4762B52722}" srcOrd="2" destOrd="0" parTransId="{27875481-CADA-4F2F-BA60-02163DED437A}" sibTransId="{A203CDDC-22BE-4AC5-B5F4-90EAA0220F95}"/>
    <dgm:cxn modelId="{6E8CF779-5389-412E-BD82-815BE91B1C76}" srcId="{2B34B8A2-E58D-4583-A791-CF3D82DA0912}" destId="{33DD6C68-A7CF-4420-9756-BC31E6A838A7}" srcOrd="1" destOrd="0" parTransId="{61C26EBD-80C7-4B90-82E8-C76841BA76FB}" sibTransId="{24FE65C0-1014-4536-A53D-FA41F49540ED}"/>
    <dgm:cxn modelId="{F6D12D8A-5515-6648-B825-57B90D823A22}" type="presOf" srcId="{33DD6C68-A7CF-4420-9756-BC31E6A838A7}" destId="{A6612E5E-1368-1D40-83D9-53B40ED24DC8}" srcOrd="0" destOrd="0" presId="urn:microsoft.com/office/officeart/2005/8/layout/vList2"/>
    <dgm:cxn modelId="{66533DA2-A93B-1344-805C-91F7A7B0DBA6}" type="presOf" srcId="{2B34B8A2-E58D-4583-A791-CF3D82DA0912}" destId="{E127A4DF-A55E-974D-B9AA-526983EE9C77}" srcOrd="0" destOrd="0" presId="urn:microsoft.com/office/officeart/2005/8/layout/vList2"/>
    <dgm:cxn modelId="{557553B3-7FCD-594D-BDEA-8DAC7D741A76}" type="presOf" srcId="{256506C2-6D84-425C-BA3B-BAD4653EA248}" destId="{86E9439A-A813-3246-8C0E-F978DFDACCF9}" srcOrd="0" destOrd="0" presId="urn:microsoft.com/office/officeart/2005/8/layout/vList2"/>
    <dgm:cxn modelId="{F42346C1-8F84-F44A-8D66-937E11E90D19}" type="presOf" srcId="{C40A1525-E1DE-4BCD-AA65-8B4762B52722}" destId="{136069A7-8232-9647-AC5C-EB7B08ACDEDA}" srcOrd="0" destOrd="0" presId="urn:microsoft.com/office/officeart/2005/8/layout/vList2"/>
    <dgm:cxn modelId="{581D41C8-66C3-7442-9E19-0615948FD71C}" type="presOf" srcId="{BC80E04C-E749-451E-A228-E842BF5B90B8}" destId="{466C9131-0A49-444E-8502-2767A89C1627}" srcOrd="0" destOrd="0" presId="urn:microsoft.com/office/officeart/2005/8/layout/vList2"/>
    <dgm:cxn modelId="{B9C18DD0-E733-47CA-A577-CC2372571084}" srcId="{2B34B8A2-E58D-4583-A791-CF3D82DA0912}" destId="{256506C2-6D84-425C-BA3B-BAD4653EA248}" srcOrd="3" destOrd="0" parTransId="{B0188E48-0A52-4610-90DE-20A1B7BB9168}" sibTransId="{8F7C2B12-F3C3-41A1-9F41-548C9D92E906}"/>
    <dgm:cxn modelId="{657759D9-D745-45AE-851B-BA55FD790507}" srcId="{2B34B8A2-E58D-4583-A791-CF3D82DA0912}" destId="{BC80E04C-E749-451E-A228-E842BF5B90B8}" srcOrd="0" destOrd="0" parTransId="{2245DD22-29F8-4A79-8604-AE2760E034B7}" sibTransId="{470D4D63-FA82-4BAC-85CD-3A715C4DE85D}"/>
    <dgm:cxn modelId="{36C7F1DE-C905-A64E-9FBF-205FC54D11B4}" type="presParOf" srcId="{E127A4DF-A55E-974D-B9AA-526983EE9C77}" destId="{466C9131-0A49-444E-8502-2767A89C1627}" srcOrd="0" destOrd="0" presId="urn:microsoft.com/office/officeart/2005/8/layout/vList2"/>
    <dgm:cxn modelId="{9E4B654F-77EB-AD48-94B1-74682155A03B}" type="presParOf" srcId="{E127A4DF-A55E-974D-B9AA-526983EE9C77}" destId="{031D2DE6-FA83-F947-87A1-8E7C5E147658}" srcOrd="1" destOrd="0" presId="urn:microsoft.com/office/officeart/2005/8/layout/vList2"/>
    <dgm:cxn modelId="{47743C0C-A55C-3A4F-9E07-14BF1FA3AC1F}" type="presParOf" srcId="{E127A4DF-A55E-974D-B9AA-526983EE9C77}" destId="{A6612E5E-1368-1D40-83D9-53B40ED24DC8}" srcOrd="2" destOrd="0" presId="urn:microsoft.com/office/officeart/2005/8/layout/vList2"/>
    <dgm:cxn modelId="{9FBD2C87-58F0-5E43-B82F-8F7D931A09DB}" type="presParOf" srcId="{E127A4DF-A55E-974D-B9AA-526983EE9C77}" destId="{8CAA9830-E4F4-034F-A4CF-4D1E0DED4798}" srcOrd="3" destOrd="0" presId="urn:microsoft.com/office/officeart/2005/8/layout/vList2"/>
    <dgm:cxn modelId="{C6ED86B7-2029-BB41-BF4A-ACB4BFCC4419}" type="presParOf" srcId="{E127A4DF-A55E-974D-B9AA-526983EE9C77}" destId="{136069A7-8232-9647-AC5C-EB7B08ACDEDA}" srcOrd="4" destOrd="0" presId="urn:microsoft.com/office/officeart/2005/8/layout/vList2"/>
    <dgm:cxn modelId="{B2CF5504-780F-3041-A775-8182C768F9A2}" type="presParOf" srcId="{E127A4DF-A55E-974D-B9AA-526983EE9C77}" destId="{26A02FDE-3D31-1047-9A04-E871112D4ACB}" srcOrd="5" destOrd="0" presId="urn:microsoft.com/office/officeart/2005/8/layout/vList2"/>
    <dgm:cxn modelId="{96DE164C-40ED-EC4E-9CC7-D49FE4ACD2AD}" type="presParOf" srcId="{E127A4DF-A55E-974D-B9AA-526983EE9C77}" destId="{86E9439A-A813-3246-8C0E-F978DFDACCF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E83D271-C97F-4133-8EA6-AA5416DB4C86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E8C5B3E-5532-4E54-A81D-0171F37AB0B7}">
      <dgm:prSet/>
      <dgm:spPr/>
      <dgm:t>
        <a:bodyPr/>
        <a:lstStyle/>
        <a:p>
          <a:r>
            <a:rPr lang="en-US"/>
            <a:t>Improve solver efficiency / scalability</a:t>
          </a:r>
        </a:p>
      </dgm:t>
    </dgm:pt>
    <dgm:pt modelId="{F6ED1F8B-238C-4E6D-A7DB-37C4FF801437}" type="parTrans" cxnId="{7AB0F75D-74BB-4C04-81BC-F7AD683B8598}">
      <dgm:prSet/>
      <dgm:spPr/>
      <dgm:t>
        <a:bodyPr/>
        <a:lstStyle/>
        <a:p>
          <a:endParaRPr lang="en-US"/>
        </a:p>
      </dgm:t>
    </dgm:pt>
    <dgm:pt modelId="{9AD1F7CA-D6B9-4722-8E7F-1B879AB8AD08}" type="sibTrans" cxnId="{7AB0F75D-74BB-4C04-81BC-F7AD683B859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DB45C7F-6A1B-465D-926B-1A342F6D0664}">
      <dgm:prSet/>
      <dgm:spPr/>
      <dgm:t>
        <a:bodyPr/>
        <a:lstStyle/>
        <a:p>
          <a:r>
            <a:rPr lang="en-US"/>
            <a:t>Add fixture-type constraints</a:t>
          </a:r>
        </a:p>
      </dgm:t>
    </dgm:pt>
    <dgm:pt modelId="{F38A6D44-AB1E-4FF5-9778-BC09376760DE}" type="parTrans" cxnId="{1D24D062-473A-4450-9497-106A1C4922A5}">
      <dgm:prSet/>
      <dgm:spPr/>
      <dgm:t>
        <a:bodyPr/>
        <a:lstStyle/>
        <a:p>
          <a:endParaRPr lang="en-US"/>
        </a:p>
      </dgm:t>
    </dgm:pt>
    <dgm:pt modelId="{F852FED6-E09B-4505-A1B1-F6F3E1DCCAD1}" type="sibTrans" cxnId="{1D24D062-473A-4450-9497-106A1C4922A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B127974-D500-453D-ABA0-AF396B02DA53}">
      <dgm:prSet/>
      <dgm:spPr/>
      <dgm:t>
        <a:bodyPr/>
        <a:lstStyle/>
        <a:p>
          <a:r>
            <a:rPr lang="en-US"/>
            <a:t>Better integration with demand model</a:t>
          </a:r>
        </a:p>
      </dgm:t>
    </dgm:pt>
    <dgm:pt modelId="{0A00C907-AD19-469C-8130-8AB7E9014F94}" type="parTrans" cxnId="{82F31C2F-3E71-4D42-9E4B-79139F87C3AE}">
      <dgm:prSet/>
      <dgm:spPr/>
      <dgm:t>
        <a:bodyPr/>
        <a:lstStyle/>
        <a:p>
          <a:endParaRPr lang="en-US"/>
        </a:p>
      </dgm:t>
    </dgm:pt>
    <dgm:pt modelId="{BDC51B38-B760-4DAA-9368-EDF532081F3D}" type="sibTrans" cxnId="{82F31C2F-3E71-4D42-9E4B-79139F87C3A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FEF22E2D-AEB4-4940-8316-DC5E8D7A993C}">
      <dgm:prSet/>
      <dgm:spPr/>
      <dgm:t>
        <a:bodyPr/>
        <a:lstStyle/>
        <a:p>
          <a:r>
            <a:rPr lang="en-US"/>
            <a:t>Explore clustering (region/store types)</a:t>
          </a:r>
        </a:p>
      </dgm:t>
    </dgm:pt>
    <dgm:pt modelId="{C0E508E1-C4B0-4B32-AA24-000A5B37B559}" type="parTrans" cxnId="{111FBE1C-F91A-476E-9B0B-3C14A83EE436}">
      <dgm:prSet/>
      <dgm:spPr/>
      <dgm:t>
        <a:bodyPr/>
        <a:lstStyle/>
        <a:p>
          <a:endParaRPr lang="en-US"/>
        </a:p>
      </dgm:t>
    </dgm:pt>
    <dgm:pt modelId="{131DB786-2F19-4529-9E1A-78FB8DA1A4E5}" type="sibTrans" cxnId="{111FBE1C-F91A-476E-9B0B-3C14A83EE436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20FA5E48-2D35-E240-B6E4-4CF55416508B}" type="pres">
      <dgm:prSet presAssocID="{DE83D271-C97F-4133-8EA6-AA5416DB4C86}" presName="Name0" presStyleCnt="0">
        <dgm:presLayoutVars>
          <dgm:animLvl val="lvl"/>
          <dgm:resizeHandles val="exact"/>
        </dgm:presLayoutVars>
      </dgm:prSet>
      <dgm:spPr/>
    </dgm:pt>
    <dgm:pt modelId="{DD8BDB05-2EBA-5E46-B3B8-BAE5802FB749}" type="pres">
      <dgm:prSet presAssocID="{DE8C5B3E-5532-4E54-A81D-0171F37AB0B7}" presName="compositeNode" presStyleCnt="0">
        <dgm:presLayoutVars>
          <dgm:bulletEnabled val="1"/>
        </dgm:presLayoutVars>
      </dgm:prSet>
      <dgm:spPr/>
    </dgm:pt>
    <dgm:pt modelId="{EAAB7A33-93BF-084E-92DC-96AF1B0DC6A8}" type="pres">
      <dgm:prSet presAssocID="{DE8C5B3E-5532-4E54-A81D-0171F37AB0B7}" presName="bgRect" presStyleLbl="bgAccFollowNode1" presStyleIdx="0" presStyleCnt="4"/>
      <dgm:spPr/>
    </dgm:pt>
    <dgm:pt modelId="{79A99400-C063-F347-8116-3A4A90FBD38D}" type="pres">
      <dgm:prSet presAssocID="{9AD1F7CA-D6B9-4722-8E7F-1B879AB8AD08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D9D51C81-E582-7641-AE98-6218CE2673BC}" type="pres">
      <dgm:prSet presAssocID="{DE8C5B3E-5532-4E54-A81D-0171F37AB0B7}" presName="bottomLine" presStyleLbl="alignNode1" presStyleIdx="1" presStyleCnt="8">
        <dgm:presLayoutVars/>
      </dgm:prSet>
      <dgm:spPr/>
    </dgm:pt>
    <dgm:pt modelId="{C4095E9B-BD5B-384D-ADB2-3EBE15C97E3C}" type="pres">
      <dgm:prSet presAssocID="{DE8C5B3E-5532-4E54-A81D-0171F37AB0B7}" presName="nodeText" presStyleLbl="bgAccFollowNode1" presStyleIdx="0" presStyleCnt="4">
        <dgm:presLayoutVars>
          <dgm:bulletEnabled val="1"/>
        </dgm:presLayoutVars>
      </dgm:prSet>
      <dgm:spPr/>
    </dgm:pt>
    <dgm:pt modelId="{A725059D-625F-F346-96AF-C18E8F834D37}" type="pres">
      <dgm:prSet presAssocID="{9AD1F7CA-D6B9-4722-8E7F-1B879AB8AD08}" presName="sibTrans" presStyleCnt="0"/>
      <dgm:spPr/>
    </dgm:pt>
    <dgm:pt modelId="{C25EAE28-BF96-4E4F-AF15-A2FF6D14AD02}" type="pres">
      <dgm:prSet presAssocID="{EDB45C7F-6A1B-465D-926B-1A342F6D0664}" presName="compositeNode" presStyleCnt="0">
        <dgm:presLayoutVars>
          <dgm:bulletEnabled val="1"/>
        </dgm:presLayoutVars>
      </dgm:prSet>
      <dgm:spPr/>
    </dgm:pt>
    <dgm:pt modelId="{9EE745B6-F0EF-4C4F-A52F-0C480027C82A}" type="pres">
      <dgm:prSet presAssocID="{EDB45C7F-6A1B-465D-926B-1A342F6D0664}" presName="bgRect" presStyleLbl="bgAccFollowNode1" presStyleIdx="1" presStyleCnt="4"/>
      <dgm:spPr/>
    </dgm:pt>
    <dgm:pt modelId="{68518D04-EEAF-7149-9D9C-CB7D5F7A1062}" type="pres">
      <dgm:prSet presAssocID="{F852FED6-E09B-4505-A1B1-F6F3E1DCCAD1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388BEAF0-9A70-0C42-A580-B35B6C6B90A7}" type="pres">
      <dgm:prSet presAssocID="{EDB45C7F-6A1B-465D-926B-1A342F6D0664}" presName="bottomLine" presStyleLbl="alignNode1" presStyleIdx="3" presStyleCnt="8">
        <dgm:presLayoutVars/>
      </dgm:prSet>
      <dgm:spPr/>
    </dgm:pt>
    <dgm:pt modelId="{AF551FB4-DBEF-A04F-A918-E3A2751F240C}" type="pres">
      <dgm:prSet presAssocID="{EDB45C7F-6A1B-465D-926B-1A342F6D0664}" presName="nodeText" presStyleLbl="bgAccFollowNode1" presStyleIdx="1" presStyleCnt="4">
        <dgm:presLayoutVars>
          <dgm:bulletEnabled val="1"/>
        </dgm:presLayoutVars>
      </dgm:prSet>
      <dgm:spPr/>
    </dgm:pt>
    <dgm:pt modelId="{3C98D72A-424B-7549-BF06-1A033F35B926}" type="pres">
      <dgm:prSet presAssocID="{F852FED6-E09B-4505-A1B1-F6F3E1DCCAD1}" presName="sibTrans" presStyleCnt="0"/>
      <dgm:spPr/>
    </dgm:pt>
    <dgm:pt modelId="{C6179D0B-5ABD-114A-BF97-29C24853BF3B}" type="pres">
      <dgm:prSet presAssocID="{8B127974-D500-453D-ABA0-AF396B02DA53}" presName="compositeNode" presStyleCnt="0">
        <dgm:presLayoutVars>
          <dgm:bulletEnabled val="1"/>
        </dgm:presLayoutVars>
      </dgm:prSet>
      <dgm:spPr/>
    </dgm:pt>
    <dgm:pt modelId="{8B3C55D8-7954-5644-865F-7ACC0AC365B1}" type="pres">
      <dgm:prSet presAssocID="{8B127974-D500-453D-ABA0-AF396B02DA53}" presName="bgRect" presStyleLbl="bgAccFollowNode1" presStyleIdx="2" presStyleCnt="4"/>
      <dgm:spPr/>
    </dgm:pt>
    <dgm:pt modelId="{27E341F1-91D2-3846-BF6D-0744870ECDB9}" type="pres">
      <dgm:prSet presAssocID="{BDC51B38-B760-4DAA-9368-EDF532081F3D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3EC33629-3B4D-8B4F-9FF3-DC33A9CEABC2}" type="pres">
      <dgm:prSet presAssocID="{8B127974-D500-453D-ABA0-AF396B02DA53}" presName="bottomLine" presStyleLbl="alignNode1" presStyleIdx="5" presStyleCnt="8">
        <dgm:presLayoutVars/>
      </dgm:prSet>
      <dgm:spPr/>
    </dgm:pt>
    <dgm:pt modelId="{08BAA498-9CBD-C742-8691-A4E3E329F5B0}" type="pres">
      <dgm:prSet presAssocID="{8B127974-D500-453D-ABA0-AF396B02DA53}" presName="nodeText" presStyleLbl="bgAccFollowNode1" presStyleIdx="2" presStyleCnt="4">
        <dgm:presLayoutVars>
          <dgm:bulletEnabled val="1"/>
        </dgm:presLayoutVars>
      </dgm:prSet>
      <dgm:spPr/>
    </dgm:pt>
    <dgm:pt modelId="{AABEBA4A-DCF7-2C47-A796-2412DF4FA794}" type="pres">
      <dgm:prSet presAssocID="{BDC51B38-B760-4DAA-9368-EDF532081F3D}" presName="sibTrans" presStyleCnt="0"/>
      <dgm:spPr/>
    </dgm:pt>
    <dgm:pt modelId="{074E70E5-DFC2-6D4D-AF94-778A051375B9}" type="pres">
      <dgm:prSet presAssocID="{FEF22E2D-AEB4-4940-8316-DC5E8D7A993C}" presName="compositeNode" presStyleCnt="0">
        <dgm:presLayoutVars>
          <dgm:bulletEnabled val="1"/>
        </dgm:presLayoutVars>
      </dgm:prSet>
      <dgm:spPr/>
    </dgm:pt>
    <dgm:pt modelId="{375EBA76-505E-0048-B7C2-476829509E87}" type="pres">
      <dgm:prSet presAssocID="{FEF22E2D-AEB4-4940-8316-DC5E8D7A993C}" presName="bgRect" presStyleLbl="bgAccFollowNode1" presStyleIdx="3" presStyleCnt="4"/>
      <dgm:spPr/>
    </dgm:pt>
    <dgm:pt modelId="{E17274B2-7494-DE4D-AE40-241FA76BF9DC}" type="pres">
      <dgm:prSet presAssocID="{131DB786-2F19-4529-9E1A-78FB8DA1A4E5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A3190B2A-F3E2-754F-AB2A-A49C23D34C04}" type="pres">
      <dgm:prSet presAssocID="{FEF22E2D-AEB4-4940-8316-DC5E8D7A993C}" presName="bottomLine" presStyleLbl="alignNode1" presStyleIdx="7" presStyleCnt="8">
        <dgm:presLayoutVars/>
      </dgm:prSet>
      <dgm:spPr/>
    </dgm:pt>
    <dgm:pt modelId="{943A8E2E-48AC-D04C-8DFA-0140B439EB28}" type="pres">
      <dgm:prSet presAssocID="{FEF22E2D-AEB4-4940-8316-DC5E8D7A993C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2BBEB313-B72A-AC4D-A76D-18AF0BE1CBA8}" type="presOf" srcId="{9AD1F7CA-D6B9-4722-8E7F-1B879AB8AD08}" destId="{79A99400-C063-F347-8116-3A4A90FBD38D}" srcOrd="0" destOrd="0" presId="urn:microsoft.com/office/officeart/2016/7/layout/BasicLinearProcessNumbered"/>
    <dgm:cxn modelId="{F5D8D715-AC47-ED44-9A69-2EBE604D9E1F}" type="presOf" srcId="{8B127974-D500-453D-ABA0-AF396B02DA53}" destId="{08BAA498-9CBD-C742-8691-A4E3E329F5B0}" srcOrd="1" destOrd="0" presId="urn:microsoft.com/office/officeart/2016/7/layout/BasicLinearProcessNumbered"/>
    <dgm:cxn modelId="{111FBE1C-F91A-476E-9B0B-3C14A83EE436}" srcId="{DE83D271-C97F-4133-8EA6-AA5416DB4C86}" destId="{FEF22E2D-AEB4-4940-8316-DC5E8D7A993C}" srcOrd="3" destOrd="0" parTransId="{C0E508E1-C4B0-4B32-AA24-000A5B37B559}" sibTransId="{131DB786-2F19-4529-9E1A-78FB8DA1A4E5}"/>
    <dgm:cxn modelId="{82F31C2F-3E71-4D42-9E4B-79139F87C3AE}" srcId="{DE83D271-C97F-4133-8EA6-AA5416DB4C86}" destId="{8B127974-D500-453D-ABA0-AF396B02DA53}" srcOrd="2" destOrd="0" parTransId="{0A00C907-AD19-469C-8130-8AB7E9014F94}" sibTransId="{BDC51B38-B760-4DAA-9368-EDF532081F3D}"/>
    <dgm:cxn modelId="{4CA8CE4A-CB75-0245-9F8B-BDAE0A11D863}" type="presOf" srcId="{131DB786-2F19-4529-9E1A-78FB8DA1A4E5}" destId="{E17274B2-7494-DE4D-AE40-241FA76BF9DC}" srcOrd="0" destOrd="0" presId="urn:microsoft.com/office/officeart/2016/7/layout/BasicLinearProcessNumbered"/>
    <dgm:cxn modelId="{7AB0F75D-74BB-4C04-81BC-F7AD683B8598}" srcId="{DE83D271-C97F-4133-8EA6-AA5416DB4C86}" destId="{DE8C5B3E-5532-4E54-A81D-0171F37AB0B7}" srcOrd="0" destOrd="0" parTransId="{F6ED1F8B-238C-4E6D-A7DB-37C4FF801437}" sibTransId="{9AD1F7CA-D6B9-4722-8E7F-1B879AB8AD08}"/>
    <dgm:cxn modelId="{1D24D062-473A-4450-9497-106A1C4922A5}" srcId="{DE83D271-C97F-4133-8EA6-AA5416DB4C86}" destId="{EDB45C7F-6A1B-465D-926B-1A342F6D0664}" srcOrd="1" destOrd="0" parTransId="{F38A6D44-AB1E-4FF5-9778-BC09376760DE}" sibTransId="{F852FED6-E09B-4505-A1B1-F6F3E1DCCAD1}"/>
    <dgm:cxn modelId="{08FBD868-7547-5A44-89DC-CF72F496C895}" type="presOf" srcId="{EDB45C7F-6A1B-465D-926B-1A342F6D0664}" destId="{9EE745B6-F0EF-4C4F-A52F-0C480027C82A}" srcOrd="0" destOrd="0" presId="urn:microsoft.com/office/officeart/2016/7/layout/BasicLinearProcessNumbered"/>
    <dgm:cxn modelId="{FB5B2C70-1958-2045-9C02-FD138C2D470E}" type="presOf" srcId="{FEF22E2D-AEB4-4940-8316-DC5E8D7A993C}" destId="{943A8E2E-48AC-D04C-8DFA-0140B439EB28}" srcOrd="1" destOrd="0" presId="urn:microsoft.com/office/officeart/2016/7/layout/BasicLinearProcessNumbered"/>
    <dgm:cxn modelId="{80A9B195-2E7F-DE42-A21A-81D4D62E5614}" type="presOf" srcId="{F852FED6-E09B-4505-A1B1-F6F3E1DCCAD1}" destId="{68518D04-EEAF-7149-9D9C-CB7D5F7A1062}" srcOrd="0" destOrd="0" presId="urn:microsoft.com/office/officeart/2016/7/layout/BasicLinearProcessNumbered"/>
    <dgm:cxn modelId="{BFA2EA98-D4DC-F84C-8331-DE5971AA8F3B}" type="presOf" srcId="{DE83D271-C97F-4133-8EA6-AA5416DB4C86}" destId="{20FA5E48-2D35-E240-B6E4-4CF55416508B}" srcOrd="0" destOrd="0" presId="urn:microsoft.com/office/officeart/2016/7/layout/BasicLinearProcessNumbered"/>
    <dgm:cxn modelId="{45047AA3-B34D-6545-A041-BE1F50BB643F}" type="presOf" srcId="{DE8C5B3E-5532-4E54-A81D-0171F37AB0B7}" destId="{EAAB7A33-93BF-084E-92DC-96AF1B0DC6A8}" srcOrd="0" destOrd="0" presId="urn:microsoft.com/office/officeart/2016/7/layout/BasicLinearProcessNumbered"/>
    <dgm:cxn modelId="{B73861BF-D429-6F41-89C8-8F2D53E1CFF2}" type="presOf" srcId="{BDC51B38-B760-4DAA-9368-EDF532081F3D}" destId="{27E341F1-91D2-3846-BF6D-0744870ECDB9}" srcOrd="0" destOrd="0" presId="urn:microsoft.com/office/officeart/2016/7/layout/BasicLinearProcessNumbered"/>
    <dgm:cxn modelId="{E7853EC4-641D-DB44-89F7-B024691838CF}" type="presOf" srcId="{EDB45C7F-6A1B-465D-926B-1A342F6D0664}" destId="{AF551FB4-DBEF-A04F-A918-E3A2751F240C}" srcOrd="1" destOrd="0" presId="urn:microsoft.com/office/officeart/2016/7/layout/BasicLinearProcessNumbered"/>
    <dgm:cxn modelId="{5C948AD6-D6A2-3047-8B45-6D3C50BCC7DE}" type="presOf" srcId="{8B127974-D500-453D-ABA0-AF396B02DA53}" destId="{8B3C55D8-7954-5644-865F-7ACC0AC365B1}" srcOrd="0" destOrd="0" presId="urn:microsoft.com/office/officeart/2016/7/layout/BasicLinearProcessNumbered"/>
    <dgm:cxn modelId="{BB9B47EB-A3D9-1642-8C1B-D399F28195D4}" type="presOf" srcId="{DE8C5B3E-5532-4E54-A81D-0171F37AB0B7}" destId="{C4095E9B-BD5B-384D-ADB2-3EBE15C97E3C}" srcOrd="1" destOrd="0" presId="urn:microsoft.com/office/officeart/2016/7/layout/BasicLinearProcessNumbered"/>
    <dgm:cxn modelId="{728C68FC-AC43-064F-B764-7954A62F3CC3}" type="presOf" srcId="{FEF22E2D-AEB4-4940-8316-DC5E8D7A993C}" destId="{375EBA76-505E-0048-B7C2-476829509E87}" srcOrd="0" destOrd="0" presId="urn:microsoft.com/office/officeart/2016/7/layout/BasicLinearProcessNumbered"/>
    <dgm:cxn modelId="{23F0AC1B-D823-9D47-A811-181B28F34634}" type="presParOf" srcId="{20FA5E48-2D35-E240-B6E4-4CF55416508B}" destId="{DD8BDB05-2EBA-5E46-B3B8-BAE5802FB749}" srcOrd="0" destOrd="0" presId="urn:microsoft.com/office/officeart/2016/7/layout/BasicLinearProcessNumbered"/>
    <dgm:cxn modelId="{F1ED75F4-1252-E948-9FCA-9FE89D5A9690}" type="presParOf" srcId="{DD8BDB05-2EBA-5E46-B3B8-BAE5802FB749}" destId="{EAAB7A33-93BF-084E-92DC-96AF1B0DC6A8}" srcOrd="0" destOrd="0" presId="urn:microsoft.com/office/officeart/2016/7/layout/BasicLinearProcessNumbered"/>
    <dgm:cxn modelId="{148ADE05-8C50-6443-933B-8E6E2449CFFB}" type="presParOf" srcId="{DD8BDB05-2EBA-5E46-B3B8-BAE5802FB749}" destId="{79A99400-C063-F347-8116-3A4A90FBD38D}" srcOrd="1" destOrd="0" presId="urn:microsoft.com/office/officeart/2016/7/layout/BasicLinearProcessNumbered"/>
    <dgm:cxn modelId="{C8743FF4-FD48-114F-8F73-B1034A9C1ED1}" type="presParOf" srcId="{DD8BDB05-2EBA-5E46-B3B8-BAE5802FB749}" destId="{D9D51C81-E582-7641-AE98-6218CE2673BC}" srcOrd="2" destOrd="0" presId="urn:microsoft.com/office/officeart/2016/7/layout/BasicLinearProcessNumbered"/>
    <dgm:cxn modelId="{7A4AF200-82CC-EF44-B838-8F013B8F60CC}" type="presParOf" srcId="{DD8BDB05-2EBA-5E46-B3B8-BAE5802FB749}" destId="{C4095E9B-BD5B-384D-ADB2-3EBE15C97E3C}" srcOrd="3" destOrd="0" presId="urn:microsoft.com/office/officeart/2016/7/layout/BasicLinearProcessNumbered"/>
    <dgm:cxn modelId="{EBBFD694-A249-5840-A386-280221FD3327}" type="presParOf" srcId="{20FA5E48-2D35-E240-B6E4-4CF55416508B}" destId="{A725059D-625F-F346-96AF-C18E8F834D37}" srcOrd="1" destOrd="0" presId="urn:microsoft.com/office/officeart/2016/7/layout/BasicLinearProcessNumbered"/>
    <dgm:cxn modelId="{28938C03-7613-AF45-BEFF-0D63808D91A9}" type="presParOf" srcId="{20FA5E48-2D35-E240-B6E4-4CF55416508B}" destId="{C25EAE28-BF96-4E4F-AF15-A2FF6D14AD02}" srcOrd="2" destOrd="0" presId="urn:microsoft.com/office/officeart/2016/7/layout/BasicLinearProcessNumbered"/>
    <dgm:cxn modelId="{F02C99CB-ED88-DD48-8FD4-CE88AC687BF9}" type="presParOf" srcId="{C25EAE28-BF96-4E4F-AF15-A2FF6D14AD02}" destId="{9EE745B6-F0EF-4C4F-A52F-0C480027C82A}" srcOrd="0" destOrd="0" presId="urn:microsoft.com/office/officeart/2016/7/layout/BasicLinearProcessNumbered"/>
    <dgm:cxn modelId="{BE1BA99D-BC15-784A-9D9D-1B874C0FFF97}" type="presParOf" srcId="{C25EAE28-BF96-4E4F-AF15-A2FF6D14AD02}" destId="{68518D04-EEAF-7149-9D9C-CB7D5F7A1062}" srcOrd="1" destOrd="0" presId="urn:microsoft.com/office/officeart/2016/7/layout/BasicLinearProcessNumbered"/>
    <dgm:cxn modelId="{A43AB93B-6331-694D-A55E-AAB6109CE87A}" type="presParOf" srcId="{C25EAE28-BF96-4E4F-AF15-A2FF6D14AD02}" destId="{388BEAF0-9A70-0C42-A580-B35B6C6B90A7}" srcOrd="2" destOrd="0" presId="urn:microsoft.com/office/officeart/2016/7/layout/BasicLinearProcessNumbered"/>
    <dgm:cxn modelId="{3A8C4BEF-172B-BD46-A915-DE21CBCC9ADA}" type="presParOf" srcId="{C25EAE28-BF96-4E4F-AF15-A2FF6D14AD02}" destId="{AF551FB4-DBEF-A04F-A918-E3A2751F240C}" srcOrd="3" destOrd="0" presId="urn:microsoft.com/office/officeart/2016/7/layout/BasicLinearProcessNumbered"/>
    <dgm:cxn modelId="{7D492D03-BC30-5C4A-8BE8-B3808CB94EB6}" type="presParOf" srcId="{20FA5E48-2D35-E240-B6E4-4CF55416508B}" destId="{3C98D72A-424B-7549-BF06-1A033F35B926}" srcOrd="3" destOrd="0" presId="urn:microsoft.com/office/officeart/2016/7/layout/BasicLinearProcessNumbered"/>
    <dgm:cxn modelId="{2F971A45-4D8B-0F49-8468-84C8EF787EEC}" type="presParOf" srcId="{20FA5E48-2D35-E240-B6E4-4CF55416508B}" destId="{C6179D0B-5ABD-114A-BF97-29C24853BF3B}" srcOrd="4" destOrd="0" presId="urn:microsoft.com/office/officeart/2016/7/layout/BasicLinearProcessNumbered"/>
    <dgm:cxn modelId="{6B83164F-F6C2-0E4F-B5A2-4FE851E62A8D}" type="presParOf" srcId="{C6179D0B-5ABD-114A-BF97-29C24853BF3B}" destId="{8B3C55D8-7954-5644-865F-7ACC0AC365B1}" srcOrd="0" destOrd="0" presId="urn:microsoft.com/office/officeart/2016/7/layout/BasicLinearProcessNumbered"/>
    <dgm:cxn modelId="{0917C3CA-BDD3-544E-BF82-A1DB3ABD9E74}" type="presParOf" srcId="{C6179D0B-5ABD-114A-BF97-29C24853BF3B}" destId="{27E341F1-91D2-3846-BF6D-0744870ECDB9}" srcOrd="1" destOrd="0" presId="urn:microsoft.com/office/officeart/2016/7/layout/BasicLinearProcessNumbered"/>
    <dgm:cxn modelId="{CB4C5C16-6BFC-BF4F-80E3-38D0FDBED39D}" type="presParOf" srcId="{C6179D0B-5ABD-114A-BF97-29C24853BF3B}" destId="{3EC33629-3B4D-8B4F-9FF3-DC33A9CEABC2}" srcOrd="2" destOrd="0" presId="urn:microsoft.com/office/officeart/2016/7/layout/BasicLinearProcessNumbered"/>
    <dgm:cxn modelId="{5099F52D-9120-0A4F-B57A-BE86FC82B327}" type="presParOf" srcId="{C6179D0B-5ABD-114A-BF97-29C24853BF3B}" destId="{08BAA498-9CBD-C742-8691-A4E3E329F5B0}" srcOrd="3" destOrd="0" presId="urn:microsoft.com/office/officeart/2016/7/layout/BasicLinearProcessNumbered"/>
    <dgm:cxn modelId="{B86B5229-026A-3D44-A007-85462E916F55}" type="presParOf" srcId="{20FA5E48-2D35-E240-B6E4-4CF55416508B}" destId="{AABEBA4A-DCF7-2C47-A796-2412DF4FA794}" srcOrd="5" destOrd="0" presId="urn:microsoft.com/office/officeart/2016/7/layout/BasicLinearProcessNumbered"/>
    <dgm:cxn modelId="{C88C61A3-E16E-E64D-BD51-FE754BC2B02E}" type="presParOf" srcId="{20FA5E48-2D35-E240-B6E4-4CF55416508B}" destId="{074E70E5-DFC2-6D4D-AF94-778A051375B9}" srcOrd="6" destOrd="0" presId="urn:microsoft.com/office/officeart/2016/7/layout/BasicLinearProcessNumbered"/>
    <dgm:cxn modelId="{6C33D5B5-0DBA-DE4D-A41B-D3892DE48F9A}" type="presParOf" srcId="{074E70E5-DFC2-6D4D-AF94-778A051375B9}" destId="{375EBA76-505E-0048-B7C2-476829509E87}" srcOrd="0" destOrd="0" presId="urn:microsoft.com/office/officeart/2016/7/layout/BasicLinearProcessNumbered"/>
    <dgm:cxn modelId="{DB9158A0-2F8D-E646-8B9C-B8045DE61C68}" type="presParOf" srcId="{074E70E5-DFC2-6D4D-AF94-778A051375B9}" destId="{E17274B2-7494-DE4D-AE40-241FA76BF9DC}" srcOrd="1" destOrd="0" presId="urn:microsoft.com/office/officeart/2016/7/layout/BasicLinearProcessNumbered"/>
    <dgm:cxn modelId="{75FDD610-7560-BB46-973A-640A0D8559F0}" type="presParOf" srcId="{074E70E5-DFC2-6D4D-AF94-778A051375B9}" destId="{A3190B2A-F3E2-754F-AB2A-A49C23D34C04}" srcOrd="2" destOrd="0" presId="urn:microsoft.com/office/officeart/2016/7/layout/BasicLinearProcessNumbered"/>
    <dgm:cxn modelId="{CAF82732-C572-5B41-BF2B-A7847D533CAB}" type="presParOf" srcId="{074E70E5-DFC2-6D4D-AF94-778A051375B9}" destId="{943A8E2E-48AC-D04C-8DFA-0140B439EB2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134A17B-065C-4F4B-BCD9-4690641D611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A6D7088-6F45-4776-8303-D4329990E7EC}">
      <dgm:prSet/>
      <dgm:spPr/>
      <dgm:t>
        <a:bodyPr/>
        <a:lstStyle/>
        <a:p>
          <a:r>
            <a:rPr lang="en-US"/>
            <a:t>Optimization bridges data -&gt; decisions</a:t>
          </a:r>
        </a:p>
      </dgm:t>
    </dgm:pt>
    <dgm:pt modelId="{CA90B921-CED6-4111-A13E-4F1D3861F798}" type="parTrans" cxnId="{817D2728-5446-4CC7-BF25-904FC0A7AA32}">
      <dgm:prSet/>
      <dgm:spPr/>
      <dgm:t>
        <a:bodyPr/>
        <a:lstStyle/>
        <a:p>
          <a:endParaRPr lang="en-US"/>
        </a:p>
      </dgm:t>
    </dgm:pt>
    <dgm:pt modelId="{D6B698E2-E138-44DF-ADC6-EFC7E548B072}" type="sibTrans" cxnId="{817D2728-5446-4CC7-BF25-904FC0A7AA32}">
      <dgm:prSet/>
      <dgm:spPr/>
      <dgm:t>
        <a:bodyPr/>
        <a:lstStyle/>
        <a:p>
          <a:endParaRPr lang="en-US"/>
        </a:p>
      </dgm:t>
    </dgm:pt>
    <dgm:pt modelId="{27478EB5-5BB5-4E11-BBF1-9126B6B7EBE0}">
      <dgm:prSet/>
      <dgm:spPr/>
      <dgm:t>
        <a:bodyPr/>
        <a:lstStyle/>
        <a:p>
          <a:r>
            <a:rPr lang="en-US"/>
            <a:t>Model produces actionable insights</a:t>
          </a:r>
        </a:p>
      </dgm:t>
    </dgm:pt>
    <dgm:pt modelId="{CA421890-F421-4A9A-B049-37C0C3F88C86}" type="parTrans" cxnId="{608D077A-93C4-4398-A31B-774043A3D79E}">
      <dgm:prSet/>
      <dgm:spPr/>
      <dgm:t>
        <a:bodyPr/>
        <a:lstStyle/>
        <a:p>
          <a:endParaRPr lang="en-US"/>
        </a:p>
      </dgm:t>
    </dgm:pt>
    <dgm:pt modelId="{06D670D3-78AA-4482-A0AC-C2B311B8152D}" type="sibTrans" cxnId="{608D077A-93C4-4398-A31B-774043A3D79E}">
      <dgm:prSet/>
      <dgm:spPr/>
      <dgm:t>
        <a:bodyPr/>
        <a:lstStyle/>
        <a:p>
          <a:endParaRPr lang="en-US"/>
        </a:p>
      </dgm:t>
    </dgm:pt>
    <dgm:pt modelId="{85D8DD4E-40D3-40C6-B46E-81E3DB6710B5}">
      <dgm:prSet/>
      <dgm:spPr/>
      <dgm:t>
        <a:bodyPr/>
        <a:lstStyle/>
        <a:p>
          <a:r>
            <a:rPr lang="en-US"/>
            <a:t>Strong foundation for future improvements</a:t>
          </a:r>
        </a:p>
      </dgm:t>
    </dgm:pt>
    <dgm:pt modelId="{5E7E7908-7B62-468D-A33D-2665666C2567}" type="parTrans" cxnId="{5EA5463F-98DE-4995-BDF2-8BCCC9DD83BD}">
      <dgm:prSet/>
      <dgm:spPr/>
      <dgm:t>
        <a:bodyPr/>
        <a:lstStyle/>
        <a:p>
          <a:endParaRPr lang="en-US"/>
        </a:p>
      </dgm:t>
    </dgm:pt>
    <dgm:pt modelId="{A01519D3-E813-47B6-8BBA-112A2BF4ADE9}" type="sibTrans" cxnId="{5EA5463F-98DE-4995-BDF2-8BCCC9DD83BD}">
      <dgm:prSet/>
      <dgm:spPr/>
      <dgm:t>
        <a:bodyPr/>
        <a:lstStyle/>
        <a:p>
          <a:endParaRPr lang="en-US"/>
        </a:p>
      </dgm:t>
    </dgm:pt>
    <dgm:pt modelId="{7620A2E7-6BB9-4441-B7E1-A7E6D41A5D36}" type="pres">
      <dgm:prSet presAssocID="{0134A17B-065C-4F4B-BCD9-4690641D6111}" presName="root" presStyleCnt="0">
        <dgm:presLayoutVars>
          <dgm:dir/>
          <dgm:resizeHandles val="exact"/>
        </dgm:presLayoutVars>
      </dgm:prSet>
      <dgm:spPr/>
    </dgm:pt>
    <dgm:pt modelId="{69B3FC1E-D6E8-4F4A-AE64-27D54B438260}" type="pres">
      <dgm:prSet presAssocID="{4A6D7088-6F45-4776-8303-D4329990E7EC}" presName="compNode" presStyleCnt="0"/>
      <dgm:spPr/>
    </dgm:pt>
    <dgm:pt modelId="{7767610B-7DA8-4381-B55A-7E36F20D365A}" type="pres">
      <dgm:prSet presAssocID="{4A6D7088-6F45-4776-8303-D4329990E7E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9B17965-E144-481F-B346-180F77D6E5DE}" type="pres">
      <dgm:prSet presAssocID="{4A6D7088-6F45-4776-8303-D4329990E7EC}" presName="spaceRect" presStyleCnt="0"/>
      <dgm:spPr/>
    </dgm:pt>
    <dgm:pt modelId="{69C22B14-0F3C-4624-A3EF-370F4875565E}" type="pres">
      <dgm:prSet presAssocID="{4A6D7088-6F45-4776-8303-D4329990E7EC}" presName="textRect" presStyleLbl="revTx" presStyleIdx="0" presStyleCnt="3">
        <dgm:presLayoutVars>
          <dgm:chMax val="1"/>
          <dgm:chPref val="1"/>
        </dgm:presLayoutVars>
      </dgm:prSet>
      <dgm:spPr/>
    </dgm:pt>
    <dgm:pt modelId="{D82D6EEB-109C-4C0B-9EB1-E5BDAE1B21C8}" type="pres">
      <dgm:prSet presAssocID="{D6B698E2-E138-44DF-ADC6-EFC7E548B072}" presName="sibTrans" presStyleCnt="0"/>
      <dgm:spPr/>
    </dgm:pt>
    <dgm:pt modelId="{5A53DF15-49FE-45EB-A21F-544FE67A4E08}" type="pres">
      <dgm:prSet presAssocID="{27478EB5-5BB5-4E11-BBF1-9126B6B7EBE0}" presName="compNode" presStyleCnt="0"/>
      <dgm:spPr/>
    </dgm:pt>
    <dgm:pt modelId="{E778C3CF-98CC-4E64-A395-EB4558233324}" type="pres">
      <dgm:prSet presAssocID="{27478EB5-5BB5-4E11-BBF1-9126B6B7EBE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A97BB58-2C32-4B00-BC76-E3B6237F2CB2}" type="pres">
      <dgm:prSet presAssocID="{27478EB5-5BB5-4E11-BBF1-9126B6B7EBE0}" presName="spaceRect" presStyleCnt="0"/>
      <dgm:spPr/>
    </dgm:pt>
    <dgm:pt modelId="{9F9744D1-A5E3-43B5-9951-E15C74ED9E32}" type="pres">
      <dgm:prSet presAssocID="{27478EB5-5BB5-4E11-BBF1-9126B6B7EBE0}" presName="textRect" presStyleLbl="revTx" presStyleIdx="1" presStyleCnt="3">
        <dgm:presLayoutVars>
          <dgm:chMax val="1"/>
          <dgm:chPref val="1"/>
        </dgm:presLayoutVars>
      </dgm:prSet>
      <dgm:spPr/>
    </dgm:pt>
    <dgm:pt modelId="{7AF52EB3-C28B-4EBE-97AC-40E0ACA7CB3E}" type="pres">
      <dgm:prSet presAssocID="{06D670D3-78AA-4482-A0AC-C2B311B8152D}" presName="sibTrans" presStyleCnt="0"/>
      <dgm:spPr/>
    </dgm:pt>
    <dgm:pt modelId="{6A31B117-45D9-4E7F-9683-3ABE23A88BBB}" type="pres">
      <dgm:prSet presAssocID="{85D8DD4E-40D3-40C6-B46E-81E3DB6710B5}" presName="compNode" presStyleCnt="0"/>
      <dgm:spPr/>
    </dgm:pt>
    <dgm:pt modelId="{66E0072E-858B-4357-99FA-DB53F7F92C05}" type="pres">
      <dgm:prSet presAssocID="{85D8DD4E-40D3-40C6-B46E-81E3DB6710B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816820C-C1F7-483C-BDED-50ABE5AAAAC3}" type="pres">
      <dgm:prSet presAssocID="{85D8DD4E-40D3-40C6-B46E-81E3DB6710B5}" presName="spaceRect" presStyleCnt="0"/>
      <dgm:spPr/>
    </dgm:pt>
    <dgm:pt modelId="{4AC0A903-8DC4-4111-9563-685FC80DB7CE}" type="pres">
      <dgm:prSet presAssocID="{85D8DD4E-40D3-40C6-B46E-81E3DB6710B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17D2728-5446-4CC7-BF25-904FC0A7AA32}" srcId="{0134A17B-065C-4F4B-BCD9-4690641D6111}" destId="{4A6D7088-6F45-4776-8303-D4329990E7EC}" srcOrd="0" destOrd="0" parTransId="{CA90B921-CED6-4111-A13E-4F1D3861F798}" sibTransId="{D6B698E2-E138-44DF-ADC6-EFC7E548B072}"/>
    <dgm:cxn modelId="{5EA5463F-98DE-4995-BDF2-8BCCC9DD83BD}" srcId="{0134A17B-065C-4F4B-BCD9-4690641D6111}" destId="{85D8DD4E-40D3-40C6-B46E-81E3DB6710B5}" srcOrd="2" destOrd="0" parTransId="{5E7E7908-7B62-468D-A33D-2665666C2567}" sibTransId="{A01519D3-E813-47B6-8BBA-112A2BF4ADE9}"/>
    <dgm:cxn modelId="{608D077A-93C4-4398-A31B-774043A3D79E}" srcId="{0134A17B-065C-4F4B-BCD9-4690641D6111}" destId="{27478EB5-5BB5-4E11-BBF1-9126B6B7EBE0}" srcOrd="1" destOrd="0" parTransId="{CA421890-F421-4A9A-B049-37C0C3F88C86}" sibTransId="{06D670D3-78AA-4482-A0AC-C2B311B8152D}"/>
    <dgm:cxn modelId="{C8D9947F-6156-4791-831A-1FD855AE92D6}" type="presOf" srcId="{4A6D7088-6F45-4776-8303-D4329990E7EC}" destId="{69C22B14-0F3C-4624-A3EF-370F4875565E}" srcOrd="0" destOrd="0" presId="urn:microsoft.com/office/officeart/2018/2/layout/IconLabelList"/>
    <dgm:cxn modelId="{18D12DA3-6FEB-4893-A70C-8C0C22B04E70}" type="presOf" srcId="{27478EB5-5BB5-4E11-BBF1-9126B6B7EBE0}" destId="{9F9744D1-A5E3-43B5-9951-E15C74ED9E32}" srcOrd="0" destOrd="0" presId="urn:microsoft.com/office/officeart/2018/2/layout/IconLabelList"/>
    <dgm:cxn modelId="{630C38A6-8AA2-43E3-82DB-A6CF5A54D013}" type="presOf" srcId="{0134A17B-065C-4F4B-BCD9-4690641D6111}" destId="{7620A2E7-6BB9-4441-B7E1-A7E6D41A5D36}" srcOrd="0" destOrd="0" presId="urn:microsoft.com/office/officeart/2018/2/layout/IconLabelList"/>
    <dgm:cxn modelId="{AC56CDF8-7321-40E6-92D9-DEE5FD8F2945}" type="presOf" srcId="{85D8DD4E-40D3-40C6-B46E-81E3DB6710B5}" destId="{4AC0A903-8DC4-4111-9563-685FC80DB7CE}" srcOrd="0" destOrd="0" presId="urn:microsoft.com/office/officeart/2018/2/layout/IconLabelList"/>
    <dgm:cxn modelId="{CCF80FB8-FF1C-4D15-A105-96CBAA2F3CB7}" type="presParOf" srcId="{7620A2E7-6BB9-4441-B7E1-A7E6D41A5D36}" destId="{69B3FC1E-D6E8-4F4A-AE64-27D54B438260}" srcOrd="0" destOrd="0" presId="urn:microsoft.com/office/officeart/2018/2/layout/IconLabelList"/>
    <dgm:cxn modelId="{725215E6-B37D-4D36-958D-1E6411AA60BC}" type="presParOf" srcId="{69B3FC1E-D6E8-4F4A-AE64-27D54B438260}" destId="{7767610B-7DA8-4381-B55A-7E36F20D365A}" srcOrd="0" destOrd="0" presId="urn:microsoft.com/office/officeart/2018/2/layout/IconLabelList"/>
    <dgm:cxn modelId="{6538F14F-6651-4C4D-8365-BB1A87715837}" type="presParOf" srcId="{69B3FC1E-D6E8-4F4A-AE64-27D54B438260}" destId="{C9B17965-E144-481F-B346-180F77D6E5DE}" srcOrd="1" destOrd="0" presId="urn:microsoft.com/office/officeart/2018/2/layout/IconLabelList"/>
    <dgm:cxn modelId="{EF027736-137A-42E5-9C91-730ED3591D1C}" type="presParOf" srcId="{69B3FC1E-D6E8-4F4A-AE64-27D54B438260}" destId="{69C22B14-0F3C-4624-A3EF-370F4875565E}" srcOrd="2" destOrd="0" presId="urn:microsoft.com/office/officeart/2018/2/layout/IconLabelList"/>
    <dgm:cxn modelId="{A8CCF232-0F68-490D-B743-FE8986054756}" type="presParOf" srcId="{7620A2E7-6BB9-4441-B7E1-A7E6D41A5D36}" destId="{D82D6EEB-109C-4C0B-9EB1-E5BDAE1B21C8}" srcOrd="1" destOrd="0" presId="urn:microsoft.com/office/officeart/2018/2/layout/IconLabelList"/>
    <dgm:cxn modelId="{C3771E66-AEB2-4BA5-AB26-820431A15DE5}" type="presParOf" srcId="{7620A2E7-6BB9-4441-B7E1-A7E6D41A5D36}" destId="{5A53DF15-49FE-45EB-A21F-544FE67A4E08}" srcOrd="2" destOrd="0" presId="urn:microsoft.com/office/officeart/2018/2/layout/IconLabelList"/>
    <dgm:cxn modelId="{78AB3C1F-5B3A-4122-BD02-E4ECEE534E09}" type="presParOf" srcId="{5A53DF15-49FE-45EB-A21F-544FE67A4E08}" destId="{E778C3CF-98CC-4E64-A395-EB4558233324}" srcOrd="0" destOrd="0" presId="urn:microsoft.com/office/officeart/2018/2/layout/IconLabelList"/>
    <dgm:cxn modelId="{1C556579-3232-4141-A91F-9547B92F6275}" type="presParOf" srcId="{5A53DF15-49FE-45EB-A21F-544FE67A4E08}" destId="{EA97BB58-2C32-4B00-BC76-E3B6237F2CB2}" srcOrd="1" destOrd="0" presId="urn:microsoft.com/office/officeart/2018/2/layout/IconLabelList"/>
    <dgm:cxn modelId="{53F92D51-B537-4AD9-BA05-BF9D42379C2A}" type="presParOf" srcId="{5A53DF15-49FE-45EB-A21F-544FE67A4E08}" destId="{9F9744D1-A5E3-43B5-9951-E15C74ED9E32}" srcOrd="2" destOrd="0" presId="urn:microsoft.com/office/officeart/2018/2/layout/IconLabelList"/>
    <dgm:cxn modelId="{BA224A4D-3FDF-41CB-A69E-136B406D75C8}" type="presParOf" srcId="{7620A2E7-6BB9-4441-B7E1-A7E6D41A5D36}" destId="{7AF52EB3-C28B-4EBE-97AC-40E0ACA7CB3E}" srcOrd="3" destOrd="0" presId="urn:microsoft.com/office/officeart/2018/2/layout/IconLabelList"/>
    <dgm:cxn modelId="{4852302C-D0CD-4C9F-8351-C9A6C536E556}" type="presParOf" srcId="{7620A2E7-6BB9-4441-B7E1-A7E6D41A5D36}" destId="{6A31B117-45D9-4E7F-9683-3ABE23A88BBB}" srcOrd="4" destOrd="0" presId="urn:microsoft.com/office/officeart/2018/2/layout/IconLabelList"/>
    <dgm:cxn modelId="{60ADF1FE-35E2-4BF9-B800-3C627D25681D}" type="presParOf" srcId="{6A31B117-45D9-4E7F-9683-3ABE23A88BBB}" destId="{66E0072E-858B-4357-99FA-DB53F7F92C05}" srcOrd="0" destOrd="0" presId="urn:microsoft.com/office/officeart/2018/2/layout/IconLabelList"/>
    <dgm:cxn modelId="{8F94CF74-2B74-48F1-9A02-7BC78C6D4F07}" type="presParOf" srcId="{6A31B117-45D9-4E7F-9683-3ABE23A88BBB}" destId="{2816820C-C1F7-483C-BDED-50ABE5AAAAC3}" srcOrd="1" destOrd="0" presId="urn:microsoft.com/office/officeart/2018/2/layout/IconLabelList"/>
    <dgm:cxn modelId="{A71431A7-0BB5-4457-8864-B5A5E24FEB2D}" type="presParOf" srcId="{6A31B117-45D9-4E7F-9683-3ABE23A88BBB}" destId="{4AC0A903-8DC4-4111-9563-685FC80DB7C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E9ECD-4327-6449-9A62-37EE480147D9}">
      <dsp:nvSpPr>
        <dsp:cNvPr id="0" name=""/>
        <dsp:cNvSpPr/>
      </dsp:nvSpPr>
      <dsp:spPr>
        <a:xfrm>
          <a:off x="769836" y="2123748"/>
          <a:ext cx="3044527" cy="2661300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20199-8DA8-0941-AA96-17E60483FB30}">
      <dsp:nvSpPr>
        <dsp:cNvPr id="0" name=""/>
        <dsp:cNvSpPr/>
      </dsp:nvSpPr>
      <dsp:spPr>
        <a:xfrm>
          <a:off x="8704" y="2693267"/>
          <a:ext cx="1522263" cy="152226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</a:t>
          </a:r>
        </a:p>
      </dsp:txBody>
      <dsp:txXfrm>
        <a:off x="231634" y="2916197"/>
        <a:ext cx="1076403" cy="1076403"/>
      </dsp:txXfrm>
    </dsp:sp>
    <dsp:sp modelId="{140FA069-7D96-574D-B7EA-E7B8E67F465D}">
      <dsp:nvSpPr>
        <dsp:cNvPr id="0" name=""/>
        <dsp:cNvSpPr/>
      </dsp:nvSpPr>
      <dsp:spPr>
        <a:xfrm>
          <a:off x="4765778" y="2123748"/>
          <a:ext cx="3044527" cy="2661300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tint val="40000"/>
            <a:alpha val="90000"/>
            <a:hueOff val="-298934"/>
            <a:satOff val="-10641"/>
            <a:lumOff val="-677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298934"/>
              <a:satOff val="-10641"/>
              <a:lumOff val="-6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963BD6-3393-8F47-B8E5-A400468CB9F0}">
      <dsp:nvSpPr>
        <dsp:cNvPr id="0" name=""/>
        <dsp:cNvSpPr/>
      </dsp:nvSpPr>
      <dsp:spPr>
        <a:xfrm>
          <a:off x="4004646" y="2693267"/>
          <a:ext cx="1522263" cy="1522263"/>
        </a:xfrm>
        <a:prstGeom prst="ellipse">
          <a:avLst/>
        </a:prstGeom>
        <a:solidFill>
          <a:schemeClr val="accent2">
            <a:hueOff val="-367258"/>
            <a:satOff val="-8124"/>
            <a:lumOff val="-161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Demand Model</a:t>
          </a:r>
        </a:p>
      </dsp:txBody>
      <dsp:txXfrm>
        <a:off x="4227576" y="2916197"/>
        <a:ext cx="1076403" cy="1076403"/>
      </dsp:txXfrm>
    </dsp:sp>
    <dsp:sp modelId="{522EDFB7-B801-AA44-B2D7-8870CCD3E7AA}">
      <dsp:nvSpPr>
        <dsp:cNvPr id="0" name=""/>
        <dsp:cNvSpPr/>
      </dsp:nvSpPr>
      <dsp:spPr>
        <a:xfrm>
          <a:off x="8761721" y="2123748"/>
          <a:ext cx="3044527" cy="2661300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tint val="40000"/>
            <a:alpha val="90000"/>
            <a:hueOff val="-597868"/>
            <a:satOff val="-21282"/>
            <a:lumOff val="-1353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597868"/>
              <a:satOff val="-21282"/>
              <a:lumOff val="-1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AEDBBA-0FE1-E54F-86C2-BAB51E002C17}">
      <dsp:nvSpPr>
        <dsp:cNvPr id="0" name=""/>
        <dsp:cNvSpPr/>
      </dsp:nvSpPr>
      <dsp:spPr>
        <a:xfrm>
          <a:off x="8000589" y="2693267"/>
          <a:ext cx="1522263" cy="1522263"/>
        </a:xfrm>
        <a:prstGeom prst="ellipse">
          <a:avLst/>
        </a:prstGeom>
        <a:solidFill>
          <a:schemeClr val="accent2">
            <a:hueOff val="-734515"/>
            <a:satOff val="-16247"/>
            <a:lumOff val="-323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Volatility Tagging</a:t>
          </a:r>
        </a:p>
      </dsp:txBody>
      <dsp:txXfrm>
        <a:off x="8223519" y="2916197"/>
        <a:ext cx="1076403" cy="1076403"/>
      </dsp:txXfrm>
    </dsp:sp>
    <dsp:sp modelId="{4D5D3E47-0E59-3341-BEAD-1969D3A47DD8}">
      <dsp:nvSpPr>
        <dsp:cNvPr id="0" name=""/>
        <dsp:cNvSpPr/>
      </dsp:nvSpPr>
      <dsp:spPr>
        <a:xfrm>
          <a:off x="12757664" y="2123748"/>
          <a:ext cx="3044527" cy="2661300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tint val="40000"/>
            <a:alpha val="90000"/>
            <a:hueOff val="-896802"/>
            <a:satOff val="-31923"/>
            <a:lumOff val="-203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896802"/>
              <a:satOff val="-31923"/>
              <a:lumOff val="-2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193BA3-4180-4646-9FE4-92367109A9B9}">
      <dsp:nvSpPr>
        <dsp:cNvPr id="0" name=""/>
        <dsp:cNvSpPr/>
      </dsp:nvSpPr>
      <dsp:spPr>
        <a:xfrm>
          <a:off x="11996532" y="2693267"/>
          <a:ext cx="1522263" cy="1522263"/>
        </a:xfrm>
        <a:prstGeom prst="ellipse">
          <a:avLst/>
        </a:prstGeom>
        <a:solidFill>
          <a:schemeClr val="accent2">
            <a:hueOff val="-1101773"/>
            <a:satOff val="-24371"/>
            <a:lumOff val="-48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Optimization</a:t>
          </a:r>
        </a:p>
      </dsp:txBody>
      <dsp:txXfrm>
        <a:off x="12219462" y="2916197"/>
        <a:ext cx="1076403" cy="1076403"/>
      </dsp:txXfrm>
    </dsp:sp>
    <dsp:sp modelId="{3ACBA105-4648-EB47-8B6D-D2DF4217AB6F}">
      <dsp:nvSpPr>
        <dsp:cNvPr id="0" name=""/>
        <dsp:cNvSpPr/>
      </dsp:nvSpPr>
      <dsp:spPr>
        <a:xfrm>
          <a:off x="16753607" y="2123748"/>
          <a:ext cx="3044527" cy="2661300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tint val="40000"/>
            <a:alpha val="90000"/>
            <a:hueOff val="-1195736"/>
            <a:satOff val="-42564"/>
            <a:lumOff val="-2706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195736"/>
              <a:satOff val="-42564"/>
              <a:lumOff val="-2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AB6F1C-55D3-6146-A677-E931EDC6C394}">
      <dsp:nvSpPr>
        <dsp:cNvPr id="0" name=""/>
        <dsp:cNvSpPr/>
      </dsp:nvSpPr>
      <dsp:spPr>
        <a:xfrm>
          <a:off x="15992475" y="2693267"/>
          <a:ext cx="1522263" cy="1522263"/>
        </a:xfrm>
        <a:prstGeom prst="ellipse">
          <a:avLst/>
        </a:prstGeom>
        <a:solidFill>
          <a:schemeClr val="accent2">
            <a:hueOff val="-1469031"/>
            <a:satOff val="-32495"/>
            <a:lumOff val="-647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Results</a:t>
          </a:r>
        </a:p>
      </dsp:txBody>
      <dsp:txXfrm>
        <a:off x="16215405" y="2916197"/>
        <a:ext cx="1076403" cy="10764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F503FE-51C2-6A4A-A58E-FF1D28AA280E}">
      <dsp:nvSpPr>
        <dsp:cNvPr id="0" name=""/>
        <dsp:cNvSpPr/>
      </dsp:nvSpPr>
      <dsp:spPr>
        <a:xfrm>
          <a:off x="0" y="39017"/>
          <a:ext cx="12589314" cy="149081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Demand scores do not directly translate to space </a:t>
          </a:r>
        </a:p>
      </dsp:txBody>
      <dsp:txXfrm>
        <a:off x="72776" y="111793"/>
        <a:ext cx="12443762" cy="1345265"/>
      </dsp:txXfrm>
    </dsp:sp>
    <dsp:sp modelId="{E0A67268-16B6-434B-8AE3-4E0054851D72}">
      <dsp:nvSpPr>
        <dsp:cNvPr id="0" name=""/>
        <dsp:cNvSpPr/>
      </dsp:nvSpPr>
      <dsp:spPr>
        <a:xfrm>
          <a:off x="0" y="1647915"/>
          <a:ext cx="12589314" cy="1490817"/>
        </a:xfrm>
        <a:prstGeom prst="roundRect">
          <a:avLst/>
        </a:prstGeom>
        <a:solidFill>
          <a:schemeClr val="accent5">
            <a:hueOff val="-827139"/>
            <a:satOff val="-4443"/>
            <a:lumOff val="151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Stores have limited fixture capacity </a:t>
          </a:r>
        </a:p>
      </dsp:txBody>
      <dsp:txXfrm>
        <a:off x="72776" y="1720691"/>
        <a:ext cx="12443762" cy="1345265"/>
      </dsp:txXfrm>
    </dsp:sp>
    <dsp:sp modelId="{9CCFE311-D13A-6D46-9B2A-24664A532571}">
      <dsp:nvSpPr>
        <dsp:cNvPr id="0" name=""/>
        <dsp:cNvSpPr/>
      </dsp:nvSpPr>
      <dsp:spPr>
        <a:xfrm>
          <a:off x="0" y="3256813"/>
          <a:ext cx="12589314" cy="1490817"/>
        </a:xfrm>
        <a:prstGeom prst="roundRect">
          <a:avLst/>
        </a:prstGeom>
        <a:solidFill>
          <a:schemeClr val="accent5">
            <a:hueOff val="-1654279"/>
            <a:satOff val="-8885"/>
            <a:lumOff val="303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Need to allocate space efficiently under constraints</a:t>
          </a:r>
        </a:p>
      </dsp:txBody>
      <dsp:txXfrm>
        <a:off x="72776" y="3329589"/>
        <a:ext cx="12443762" cy="1345265"/>
      </dsp:txXfrm>
    </dsp:sp>
    <dsp:sp modelId="{B8737759-57E3-3845-9B94-23459899EF32}">
      <dsp:nvSpPr>
        <dsp:cNvPr id="0" name=""/>
        <dsp:cNvSpPr/>
      </dsp:nvSpPr>
      <dsp:spPr>
        <a:xfrm>
          <a:off x="0" y="4865710"/>
          <a:ext cx="12589314" cy="1490817"/>
        </a:xfrm>
        <a:prstGeom prst="roundRect">
          <a:avLst/>
        </a:prstGeom>
        <a:solidFill>
          <a:schemeClr val="accent5">
            <a:hueOff val="-2481418"/>
            <a:satOff val="-13328"/>
            <a:lumOff val="455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Demand score alone does not determine feasible allocation</a:t>
          </a:r>
        </a:p>
      </dsp:txBody>
      <dsp:txXfrm>
        <a:off x="72776" y="4938486"/>
        <a:ext cx="12443762" cy="1345265"/>
      </dsp:txXfrm>
    </dsp:sp>
    <dsp:sp modelId="{395A8BB6-8A50-9144-BB2D-3DA23CD8BD22}">
      <dsp:nvSpPr>
        <dsp:cNvPr id="0" name=""/>
        <dsp:cNvSpPr/>
      </dsp:nvSpPr>
      <dsp:spPr>
        <a:xfrm>
          <a:off x="0" y="6474608"/>
          <a:ext cx="12589314" cy="1490817"/>
        </a:xfrm>
        <a:prstGeom prst="roundRect">
          <a:avLst/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Optimization ensures allocations satisfy operational constraints</a:t>
          </a:r>
        </a:p>
      </dsp:txBody>
      <dsp:txXfrm>
        <a:off x="72776" y="6547384"/>
        <a:ext cx="12443762" cy="13452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CC261F-0C47-8E4E-914C-A3E9BEAC875E}">
      <dsp:nvSpPr>
        <dsp:cNvPr id="0" name=""/>
        <dsp:cNvSpPr/>
      </dsp:nvSpPr>
      <dsp:spPr>
        <a:xfrm>
          <a:off x="0" y="531499"/>
          <a:ext cx="13382010" cy="23575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Subcategory-level modeling (not fineline, not category) </a:t>
          </a:r>
        </a:p>
      </dsp:txBody>
      <dsp:txXfrm>
        <a:off x="115086" y="646585"/>
        <a:ext cx="13151838" cy="2127378"/>
      </dsp:txXfrm>
    </dsp:sp>
    <dsp:sp modelId="{70C3BDDB-BF32-0441-9EE4-E8D5A8AFA979}">
      <dsp:nvSpPr>
        <dsp:cNvPr id="0" name=""/>
        <dsp:cNvSpPr/>
      </dsp:nvSpPr>
      <dsp:spPr>
        <a:xfrm>
          <a:off x="0" y="3076249"/>
          <a:ext cx="13382010" cy="2357550"/>
        </a:xfrm>
        <a:prstGeom prst="roundRect">
          <a:avLst/>
        </a:prstGeom>
        <a:gradFill rotWithShape="0">
          <a:gsLst>
            <a:gs pos="0">
              <a:schemeClr val="accent2">
                <a:hueOff val="-734515"/>
                <a:satOff val="-16247"/>
                <a:lumOff val="-3235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734515"/>
                <a:satOff val="-16247"/>
                <a:lumOff val="-3235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Stable vs Flexible fixture separation </a:t>
          </a:r>
        </a:p>
      </dsp:txBody>
      <dsp:txXfrm>
        <a:off x="115086" y="3191335"/>
        <a:ext cx="13151838" cy="2127378"/>
      </dsp:txXfrm>
    </dsp:sp>
    <dsp:sp modelId="{163ABE53-00CC-4A40-B16C-8DDE3113DA58}">
      <dsp:nvSpPr>
        <dsp:cNvPr id="0" name=""/>
        <dsp:cNvSpPr/>
      </dsp:nvSpPr>
      <dsp:spPr>
        <a:xfrm>
          <a:off x="0" y="5620999"/>
          <a:ext cx="13382010" cy="2357550"/>
        </a:xfrm>
        <a:prstGeom prst="roundRect">
          <a:avLst/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Weekly store-level optimization</a:t>
          </a:r>
        </a:p>
      </dsp:txBody>
      <dsp:txXfrm>
        <a:off x="115086" y="5736085"/>
        <a:ext cx="13151838" cy="21273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3011C5-FC7F-4F70-BE1B-8890F60E6917}">
      <dsp:nvSpPr>
        <dsp:cNvPr id="0" name=""/>
        <dsp:cNvSpPr/>
      </dsp:nvSpPr>
      <dsp:spPr>
        <a:xfrm>
          <a:off x="4575419" y="1784850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09CF2A-FC4A-443B-9C3C-4D827ED36A0B}">
      <dsp:nvSpPr>
        <dsp:cNvPr id="0" name=""/>
        <dsp:cNvSpPr/>
      </dsp:nvSpPr>
      <dsp:spPr>
        <a:xfrm>
          <a:off x="5043419" y="2252850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017CDF-E2DE-4AA2-B61B-0FE370BB8F77}">
      <dsp:nvSpPr>
        <dsp:cNvPr id="0" name=""/>
        <dsp:cNvSpPr/>
      </dsp:nvSpPr>
      <dsp:spPr>
        <a:xfrm>
          <a:off x="3873419" y="466484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Transforms predicted demand into constrained optimization decisions</a:t>
          </a:r>
        </a:p>
      </dsp:txBody>
      <dsp:txXfrm>
        <a:off x="3873419" y="4664849"/>
        <a:ext cx="3600000" cy="720000"/>
      </dsp:txXfrm>
    </dsp:sp>
    <dsp:sp modelId="{C5068988-19B7-4A99-A5CC-2F3F0B7BE616}">
      <dsp:nvSpPr>
        <dsp:cNvPr id="0" name=""/>
        <dsp:cNvSpPr/>
      </dsp:nvSpPr>
      <dsp:spPr>
        <a:xfrm>
          <a:off x="8805419" y="1784850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A4CC75-CAF4-4AF9-8A33-14403AEC81E2}">
      <dsp:nvSpPr>
        <dsp:cNvPr id="0" name=""/>
        <dsp:cNvSpPr/>
      </dsp:nvSpPr>
      <dsp:spPr>
        <a:xfrm>
          <a:off x="9273419" y="2252850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4D3A0-3DEB-4C19-B4A5-C5AD448ED5D0}">
      <dsp:nvSpPr>
        <dsp:cNvPr id="0" name=""/>
        <dsp:cNvSpPr/>
      </dsp:nvSpPr>
      <dsp:spPr>
        <a:xfrm>
          <a:off x="8103419" y="466484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Handles real-world constraints</a:t>
          </a:r>
        </a:p>
      </dsp:txBody>
      <dsp:txXfrm>
        <a:off x="8103419" y="4664849"/>
        <a:ext cx="3600000" cy="720000"/>
      </dsp:txXfrm>
    </dsp:sp>
    <dsp:sp modelId="{96897B08-E0CC-4B0B-B556-C833260BC628}">
      <dsp:nvSpPr>
        <dsp:cNvPr id="0" name=""/>
        <dsp:cNvSpPr/>
      </dsp:nvSpPr>
      <dsp:spPr>
        <a:xfrm>
          <a:off x="13035419" y="1784850"/>
          <a:ext cx="2196000" cy="2196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7D9526-469A-4F8B-BDD7-917840E7AE70}">
      <dsp:nvSpPr>
        <dsp:cNvPr id="0" name=""/>
        <dsp:cNvSpPr/>
      </dsp:nvSpPr>
      <dsp:spPr>
        <a:xfrm>
          <a:off x="13503419" y="2252850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FB110-7CB3-4317-B3F2-45913C4C428E}">
      <dsp:nvSpPr>
        <dsp:cNvPr id="0" name=""/>
        <dsp:cNvSpPr/>
      </dsp:nvSpPr>
      <dsp:spPr>
        <a:xfrm>
          <a:off x="12333419" y="466484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Produces store-week level recommendations</a:t>
          </a:r>
        </a:p>
      </dsp:txBody>
      <dsp:txXfrm>
        <a:off x="12333419" y="4664849"/>
        <a:ext cx="36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C9131-0A49-444E-8502-2767A89C1627}">
      <dsp:nvSpPr>
        <dsp:cNvPr id="0" name=""/>
        <dsp:cNvSpPr/>
      </dsp:nvSpPr>
      <dsp:spPr>
        <a:xfrm>
          <a:off x="0" y="338100"/>
          <a:ext cx="19806839" cy="148297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Large-scale data (5M+ rows)</a:t>
          </a:r>
        </a:p>
      </dsp:txBody>
      <dsp:txXfrm>
        <a:off x="72393" y="410493"/>
        <a:ext cx="19662053" cy="1338188"/>
      </dsp:txXfrm>
    </dsp:sp>
    <dsp:sp modelId="{A6612E5E-1368-1D40-83D9-53B40ED24DC8}">
      <dsp:nvSpPr>
        <dsp:cNvPr id="0" name=""/>
        <dsp:cNvSpPr/>
      </dsp:nvSpPr>
      <dsp:spPr>
        <a:xfrm>
          <a:off x="0" y="2008275"/>
          <a:ext cx="19806839" cy="148297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Runtime constraints</a:t>
          </a:r>
        </a:p>
      </dsp:txBody>
      <dsp:txXfrm>
        <a:off x="72393" y="2080668"/>
        <a:ext cx="19662053" cy="1338188"/>
      </dsp:txXfrm>
    </dsp:sp>
    <dsp:sp modelId="{136069A7-8232-9647-AC5C-EB7B08ACDEDA}">
      <dsp:nvSpPr>
        <dsp:cNvPr id="0" name=""/>
        <dsp:cNvSpPr/>
      </dsp:nvSpPr>
      <dsp:spPr>
        <a:xfrm>
          <a:off x="0" y="3678450"/>
          <a:ext cx="19806839" cy="1482974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Data inconsistencies</a:t>
          </a:r>
        </a:p>
      </dsp:txBody>
      <dsp:txXfrm>
        <a:off x="72393" y="3750843"/>
        <a:ext cx="19662053" cy="1338188"/>
      </dsp:txXfrm>
    </dsp:sp>
    <dsp:sp modelId="{86E9439A-A813-3246-8C0E-F978DFDACCF9}">
      <dsp:nvSpPr>
        <dsp:cNvPr id="0" name=""/>
        <dsp:cNvSpPr/>
      </dsp:nvSpPr>
      <dsp:spPr>
        <a:xfrm>
          <a:off x="0" y="5348625"/>
          <a:ext cx="19806839" cy="148297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Matching/join issues</a:t>
          </a:r>
        </a:p>
      </dsp:txBody>
      <dsp:txXfrm>
        <a:off x="72393" y="5421018"/>
        <a:ext cx="19662053" cy="13381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AB7A33-93BF-084E-92DC-96AF1B0DC6A8}">
      <dsp:nvSpPr>
        <dsp:cNvPr id="0" name=""/>
        <dsp:cNvSpPr/>
      </dsp:nvSpPr>
      <dsp:spPr>
        <a:xfrm>
          <a:off x="5802" y="362370"/>
          <a:ext cx="4603542" cy="644495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8910" tIns="330200" rIns="35891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Improve solver efficiency / scalability</a:t>
          </a:r>
        </a:p>
      </dsp:txBody>
      <dsp:txXfrm>
        <a:off x="5802" y="2811454"/>
        <a:ext cx="4603542" cy="3866975"/>
      </dsp:txXfrm>
    </dsp:sp>
    <dsp:sp modelId="{79A99400-C063-F347-8116-3A4A90FBD38D}">
      <dsp:nvSpPr>
        <dsp:cNvPr id="0" name=""/>
        <dsp:cNvSpPr/>
      </dsp:nvSpPr>
      <dsp:spPr>
        <a:xfrm>
          <a:off x="1340830" y="1006866"/>
          <a:ext cx="1933487" cy="1933487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0742" tIns="12700" rIns="15074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623983" y="1290019"/>
        <a:ext cx="1367181" cy="1367181"/>
      </dsp:txXfrm>
    </dsp:sp>
    <dsp:sp modelId="{D9D51C81-E582-7641-AE98-6218CE2673BC}">
      <dsp:nvSpPr>
        <dsp:cNvPr id="0" name=""/>
        <dsp:cNvSpPr/>
      </dsp:nvSpPr>
      <dsp:spPr>
        <a:xfrm>
          <a:off x="5802" y="6807257"/>
          <a:ext cx="4603542" cy="72"/>
        </a:xfrm>
        <a:prstGeom prst="rect">
          <a:avLst/>
        </a:prstGeom>
        <a:gradFill rotWithShape="0">
          <a:gsLst>
            <a:gs pos="0">
              <a:schemeClr val="accent2">
                <a:hueOff val="-209862"/>
                <a:satOff val="-4642"/>
                <a:lumOff val="-924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209862"/>
                <a:satOff val="-4642"/>
                <a:lumOff val="-924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209862"/>
              <a:satOff val="-4642"/>
              <a:lumOff val="-92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E745B6-F0EF-4C4F-A52F-0C480027C82A}">
      <dsp:nvSpPr>
        <dsp:cNvPr id="0" name=""/>
        <dsp:cNvSpPr/>
      </dsp:nvSpPr>
      <dsp:spPr>
        <a:xfrm>
          <a:off x="5069699" y="362370"/>
          <a:ext cx="4603542" cy="6444959"/>
        </a:xfrm>
        <a:prstGeom prst="rect">
          <a:avLst/>
        </a:prstGeom>
        <a:solidFill>
          <a:schemeClr val="accent2">
            <a:tint val="40000"/>
            <a:alpha val="90000"/>
            <a:hueOff val="-398579"/>
            <a:satOff val="-14188"/>
            <a:lumOff val="-90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398579"/>
              <a:satOff val="-14188"/>
              <a:lumOff val="-90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8910" tIns="330200" rIns="35891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Add fixture-type constraints</a:t>
          </a:r>
        </a:p>
      </dsp:txBody>
      <dsp:txXfrm>
        <a:off x="5069699" y="2811454"/>
        <a:ext cx="4603542" cy="3866975"/>
      </dsp:txXfrm>
    </dsp:sp>
    <dsp:sp modelId="{68518D04-EEAF-7149-9D9C-CB7D5F7A1062}">
      <dsp:nvSpPr>
        <dsp:cNvPr id="0" name=""/>
        <dsp:cNvSpPr/>
      </dsp:nvSpPr>
      <dsp:spPr>
        <a:xfrm>
          <a:off x="6404727" y="1006866"/>
          <a:ext cx="1933487" cy="1933487"/>
        </a:xfrm>
        <a:prstGeom prst="ellipse">
          <a:avLst/>
        </a:prstGeom>
        <a:gradFill rotWithShape="0">
          <a:gsLst>
            <a:gs pos="0">
              <a:schemeClr val="accent2">
                <a:hueOff val="-419723"/>
                <a:satOff val="-9284"/>
                <a:lumOff val="-1849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419723"/>
                <a:satOff val="-9284"/>
                <a:lumOff val="-1849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419723"/>
              <a:satOff val="-9284"/>
              <a:lumOff val="-184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0742" tIns="12700" rIns="15074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6687880" y="1290019"/>
        <a:ext cx="1367181" cy="1367181"/>
      </dsp:txXfrm>
    </dsp:sp>
    <dsp:sp modelId="{388BEAF0-9A70-0C42-A580-B35B6C6B90A7}">
      <dsp:nvSpPr>
        <dsp:cNvPr id="0" name=""/>
        <dsp:cNvSpPr/>
      </dsp:nvSpPr>
      <dsp:spPr>
        <a:xfrm>
          <a:off x="5069699" y="6807257"/>
          <a:ext cx="4603542" cy="72"/>
        </a:xfrm>
        <a:prstGeom prst="rect">
          <a:avLst/>
        </a:prstGeom>
        <a:gradFill rotWithShape="0">
          <a:gsLst>
            <a:gs pos="0">
              <a:schemeClr val="accent2">
                <a:hueOff val="-629585"/>
                <a:satOff val="-13926"/>
                <a:lumOff val="-277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629585"/>
                <a:satOff val="-13926"/>
                <a:lumOff val="-277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629585"/>
              <a:satOff val="-13926"/>
              <a:lumOff val="-27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3C55D8-7954-5644-865F-7ACC0AC365B1}">
      <dsp:nvSpPr>
        <dsp:cNvPr id="0" name=""/>
        <dsp:cNvSpPr/>
      </dsp:nvSpPr>
      <dsp:spPr>
        <a:xfrm>
          <a:off x="10133596" y="362370"/>
          <a:ext cx="4603542" cy="6444959"/>
        </a:xfrm>
        <a:prstGeom prst="rect">
          <a:avLst/>
        </a:prstGeom>
        <a:solidFill>
          <a:schemeClr val="accent2">
            <a:tint val="40000"/>
            <a:alpha val="90000"/>
            <a:hueOff val="-797157"/>
            <a:satOff val="-28376"/>
            <a:lumOff val="-1804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797157"/>
              <a:satOff val="-28376"/>
              <a:lumOff val="-180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8910" tIns="330200" rIns="35891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Better integration with demand model</a:t>
          </a:r>
        </a:p>
      </dsp:txBody>
      <dsp:txXfrm>
        <a:off x="10133596" y="2811454"/>
        <a:ext cx="4603542" cy="3866975"/>
      </dsp:txXfrm>
    </dsp:sp>
    <dsp:sp modelId="{27E341F1-91D2-3846-BF6D-0744870ECDB9}">
      <dsp:nvSpPr>
        <dsp:cNvPr id="0" name=""/>
        <dsp:cNvSpPr/>
      </dsp:nvSpPr>
      <dsp:spPr>
        <a:xfrm>
          <a:off x="11468624" y="1006866"/>
          <a:ext cx="1933487" cy="1933487"/>
        </a:xfrm>
        <a:prstGeom prst="ellipse">
          <a:avLst/>
        </a:prstGeom>
        <a:gradFill rotWithShape="0">
          <a:gsLst>
            <a:gs pos="0">
              <a:schemeClr val="accent2">
                <a:hueOff val="-839446"/>
                <a:satOff val="-18569"/>
                <a:lumOff val="-369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839446"/>
                <a:satOff val="-18569"/>
                <a:lumOff val="-369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839446"/>
              <a:satOff val="-18569"/>
              <a:lumOff val="-369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0742" tIns="12700" rIns="15074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11751777" y="1290019"/>
        <a:ext cx="1367181" cy="1367181"/>
      </dsp:txXfrm>
    </dsp:sp>
    <dsp:sp modelId="{3EC33629-3B4D-8B4F-9FF3-DC33A9CEABC2}">
      <dsp:nvSpPr>
        <dsp:cNvPr id="0" name=""/>
        <dsp:cNvSpPr/>
      </dsp:nvSpPr>
      <dsp:spPr>
        <a:xfrm>
          <a:off x="10133596" y="6807257"/>
          <a:ext cx="4603542" cy="72"/>
        </a:xfrm>
        <a:prstGeom prst="rect">
          <a:avLst/>
        </a:prstGeom>
        <a:gradFill rotWithShape="0">
          <a:gsLst>
            <a:gs pos="0">
              <a:schemeClr val="accent2">
                <a:hueOff val="-1049308"/>
                <a:satOff val="-23211"/>
                <a:lumOff val="-4621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049308"/>
                <a:satOff val="-23211"/>
                <a:lumOff val="-4621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049308"/>
              <a:satOff val="-23211"/>
              <a:lumOff val="-462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5EBA76-505E-0048-B7C2-476829509E87}">
      <dsp:nvSpPr>
        <dsp:cNvPr id="0" name=""/>
        <dsp:cNvSpPr/>
      </dsp:nvSpPr>
      <dsp:spPr>
        <a:xfrm>
          <a:off x="15197493" y="362370"/>
          <a:ext cx="4603542" cy="6444959"/>
        </a:xfrm>
        <a:prstGeom prst="rect">
          <a:avLst/>
        </a:prstGeom>
        <a:solidFill>
          <a:schemeClr val="accent2">
            <a:tint val="40000"/>
            <a:alpha val="90000"/>
            <a:hueOff val="-1195736"/>
            <a:satOff val="-42564"/>
            <a:lumOff val="-270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1195736"/>
              <a:satOff val="-42564"/>
              <a:lumOff val="-270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8910" tIns="330200" rIns="35891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Explore clustering (region/store types)</a:t>
          </a:r>
        </a:p>
      </dsp:txBody>
      <dsp:txXfrm>
        <a:off x="15197493" y="2811454"/>
        <a:ext cx="4603542" cy="3866975"/>
      </dsp:txXfrm>
    </dsp:sp>
    <dsp:sp modelId="{E17274B2-7494-DE4D-AE40-241FA76BF9DC}">
      <dsp:nvSpPr>
        <dsp:cNvPr id="0" name=""/>
        <dsp:cNvSpPr/>
      </dsp:nvSpPr>
      <dsp:spPr>
        <a:xfrm>
          <a:off x="16532520" y="1006866"/>
          <a:ext cx="1933487" cy="1933487"/>
        </a:xfrm>
        <a:prstGeom prst="ellipse">
          <a:avLst/>
        </a:prstGeom>
        <a:gradFill rotWithShape="0">
          <a:gsLst>
            <a:gs pos="0">
              <a:schemeClr val="accent2">
                <a:hueOff val="-1259169"/>
                <a:satOff val="-27853"/>
                <a:lumOff val="-554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259169"/>
                <a:satOff val="-27853"/>
                <a:lumOff val="-554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259169"/>
              <a:satOff val="-27853"/>
              <a:lumOff val="-554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0742" tIns="12700" rIns="15074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16815673" y="1290019"/>
        <a:ext cx="1367181" cy="1367181"/>
      </dsp:txXfrm>
    </dsp:sp>
    <dsp:sp modelId="{A3190B2A-F3E2-754F-AB2A-A49C23D34C04}">
      <dsp:nvSpPr>
        <dsp:cNvPr id="0" name=""/>
        <dsp:cNvSpPr/>
      </dsp:nvSpPr>
      <dsp:spPr>
        <a:xfrm>
          <a:off x="15197493" y="6807257"/>
          <a:ext cx="4603542" cy="72"/>
        </a:xfrm>
        <a:prstGeom prst="rect">
          <a:avLst/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469031"/>
              <a:satOff val="-32495"/>
              <a:lumOff val="-647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67610B-7DA8-4381-B55A-7E36F20D365A}">
      <dsp:nvSpPr>
        <dsp:cNvPr id="0" name=""/>
        <dsp:cNvSpPr/>
      </dsp:nvSpPr>
      <dsp:spPr>
        <a:xfrm>
          <a:off x="1868825" y="1642026"/>
          <a:ext cx="2582548" cy="25825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22B14-0F3C-4624-A3EF-370F4875565E}">
      <dsp:nvSpPr>
        <dsp:cNvPr id="0" name=""/>
        <dsp:cNvSpPr/>
      </dsp:nvSpPr>
      <dsp:spPr>
        <a:xfrm>
          <a:off x="290601" y="4807673"/>
          <a:ext cx="573899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Optimization bridges data -&gt; decisions</a:t>
          </a:r>
        </a:p>
      </dsp:txBody>
      <dsp:txXfrm>
        <a:off x="290601" y="4807673"/>
        <a:ext cx="5738996" cy="720000"/>
      </dsp:txXfrm>
    </dsp:sp>
    <dsp:sp modelId="{E778C3CF-98CC-4E64-A395-EB4558233324}">
      <dsp:nvSpPr>
        <dsp:cNvPr id="0" name=""/>
        <dsp:cNvSpPr/>
      </dsp:nvSpPr>
      <dsp:spPr>
        <a:xfrm>
          <a:off x="8612145" y="1642026"/>
          <a:ext cx="2582548" cy="25825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744D1-A5E3-43B5-9951-E15C74ED9E32}">
      <dsp:nvSpPr>
        <dsp:cNvPr id="0" name=""/>
        <dsp:cNvSpPr/>
      </dsp:nvSpPr>
      <dsp:spPr>
        <a:xfrm>
          <a:off x="7033921" y="4807673"/>
          <a:ext cx="573899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Model produces actionable insights</a:t>
          </a:r>
        </a:p>
      </dsp:txBody>
      <dsp:txXfrm>
        <a:off x="7033921" y="4807673"/>
        <a:ext cx="5738996" cy="720000"/>
      </dsp:txXfrm>
    </dsp:sp>
    <dsp:sp modelId="{66E0072E-858B-4357-99FA-DB53F7F92C05}">
      <dsp:nvSpPr>
        <dsp:cNvPr id="0" name=""/>
        <dsp:cNvSpPr/>
      </dsp:nvSpPr>
      <dsp:spPr>
        <a:xfrm>
          <a:off x="15355465" y="1642026"/>
          <a:ext cx="2582548" cy="25825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0A903-8DC4-4111-9563-685FC80DB7CE}">
      <dsp:nvSpPr>
        <dsp:cNvPr id="0" name=""/>
        <dsp:cNvSpPr/>
      </dsp:nvSpPr>
      <dsp:spPr>
        <a:xfrm>
          <a:off x="13777241" y="4807673"/>
          <a:ext cx="573899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Strong foundation for future improvements</a:t>
          </a:r>
        </a:p>
      </dsp:txBody>
      <dsp:txXfrm>
        <a:off x="13777241" y="4807673"/>
        <a:ext cx="5738996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BFB27-9AD5-4D43-96D9-DFA4B5E5B5BB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A55B7-2C07-114D-B986-623C16ABB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85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43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A55B7-2C07-114D-B986-623C16ABB9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44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A55B7-2C07-114D-B986-623C16ABB9F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02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45533-658E-43CF-E827-77565BC39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216AB-CE7F-EC53-980D-625FFD34B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1AA56-13BF-6645-5820-D8A526E58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B9614-2E7C-56D8-F25F-BB269B51D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A55B7-2C07-114D-B986-623C16ABB9F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15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A55B7-2C07-114D-B986-623C16ABB9F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08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A55B7-2C07-114D-B986-623C16ABB9F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08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24377656" cy="1371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1"/>
            <a:ext cx="4608901" cy="13716002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51872" y="2244726"/>
            <a:ext cx="17578571" cy="4775200"/>
          </a:xfrm>
        </p:spPr>
        <p:txBody>
          <a:bodyPr anchor="b">
            <a:normAutofit/>
          </a:bodyPr>
          <a:lstStyle>
            <a:lvl1pPr algn="l">
              <a:defRPr sz="9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51872" y="7204076"/>
            <a:ext cx="17578571" cy="3311524"/>
          </a:xfrm>
        </p:spPr>
        <p:txBody>
          <a:bodyPr>
            <a:normAutofit/>
          </a:bodyPr>
          <a:lstStyle>
            <a:lvl1pPr marL="0" indent="0" algn="l">
              <a:buNone/>
              <a:defRPr sz="3999" cap="all" baseline="0">
                <a:solidFill>
                  <a:schemeClr val="tx2"/>
                </a:solidFill>
              </a:defRPr>
            </a:lvl1pPr>
            <a:lvl2pPr marL="914171" indent="0" algn="ctr">
              <a:buNone/>
              <a:defRPr sz="3999"/>
            </a:lvl2pPr>
            <a:lvl3pPr marL="1828343" indent="0" algn="ctr">
              <a:buNone/>
              <a:defRPr sz="3599"/>
            </a:lvl3pPr>
            <a:lvl4pPr marL="2742514" indent="0" algn="ctr">
              <a:buNone/>
              <a:defRPr sz="3199"/>
            </a:lvl4pPr>
            <a:lvl5pPr marL="3656686" indent="0" algn="ctr">
              <a:buNone/>
              <a:defRPr sz="3199"/>
            </a:lvl5pPr>
            <a:lvl6pPr marL="4570857" indent="0" algn="ctr">
              <a:buNone/>
              <a:defRPr sz="3199"/>
            </a:lvl6pPr>
            <a:lvl7pPr marL="5485028" indent="0" algn="ctr">
              <a:buNone/>
              <a:defRPr sz="3199"/>
            </a:lvl7pPr>
            <a:lvl8pPr marL="6399200" indent="0" algn="ctr">
              <a:buNone/>
              <a:defRPr sz="3199"/>
            </a:lvl8pPr>
            <a:lvl9pPr marL="7313371" indent="0" algn="ctr">
              <a:buNone/>
              <a:defRPr sz="31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151336" y="10820403"/>
            <a:ext cx="5484971" cy="73025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51871" y="10820403"/>
            <a:ext cx="10247103" cy="730250"/>
          </a:xfrm>
        </p:spPr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788669" y="10820399"/>
            <a:ext cx="1541776" cy="730250"/>
          </a:xfrm>
        </p:spPr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6478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9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2227" y="2838453"/>
            <a:ext cx="19806841" cy="5705474"/>
          </a:xfrm>
        </p:spPr>
        <p:txBody>
          <a:bodyPr anchor="b">
            <a:normAutofit/>
          </a:bodyPr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2227" y="8848724"/>
            <a:ext cx="19806841" cy="2749552"/>
          </a:xfrm>
        </p:spPr>
        <p:txBody>
          <a:bodyPr>
            <a:normAutofit/>
          </a:bodyPr>
          <a:lstStyle>
            <a:lvl1pPr marL="0" indent="0">
              <a:buNone/>
              <a:defRPr sz="3599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914171" indent="0">
              <a:buNone/>
              <a:defRPr sz="3599">
                <a:solidFill>
                  <a:schemeClr val="tx1">
                    <a:tint val="75000"/>
                  </a:schemeClr>
                </a:solidFill>
              </a:defRPr>
            </a:lvl2pPr>
            <a:lvl3pPr marL="1828343" indent="0">
              <a:buNone/>
              <a:defRPr sz="3599">
                <a:solidFill>
                  <a:schemeClr val="tx1">
                    <a:tint val="75000"/>
                  </a:schemeClr>
                </a:solidFill>
              </a:defRPr>
            </a:lvl3pPr>
            <a:lvl4pPr marL="2742514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4pPr>
            <a:lvl5pPr marL="3656686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5pPr>
            <a:lvl6pPr marL="4570857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6pPr>
            <a:lvl7pPr marL="5485028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7pPr>
            <a:lvl8pPr marL="6399200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8pPr>
            <a:lvl9pPr marL="7313371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2765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2227" y="4498972"/>
            <a:ext cx="9754237" cy="70834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1186" y="4498972"/>
            <a:ext cx="9747883" cy="70834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1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2227" y="1238253"/>
            <a:ext cx="19806841" cy="2955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39326" y="4498972"/>
            <a:ext cx="9297144" cy="164782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47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2227" y="6146795"/>
            <a:ext cx="9754241" cy="5435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98282" y="4498970"/>
            <a:ext cx="9290784" cy="164782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47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1185" y="6146795"/>
            <a:ext cx="9747881" cy="5435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0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23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ABFE05-5531-75DB-4554-D4062440842C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8831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2814" y="1219202"/>
            <a:ext cx="7710066" cy="3279768"/>
          </a:xfrm>
        </p:spPr>
        <p:txBody>
          <a:bodyPr anchor="b"/>
          <a:lstStyle>
            <a:lvl1pPr>
              <a:defRPr sz="6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9715" y="1185332"/>
            <a:ext cx="11779350" cy="1039706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92814" y="4498972"/>
            <a:ext cx="7710066" cy="7083428"/>
          </a:xfrm>
        </p:spPr>
        <p:txBody>
          <a:bodyPr/>
          <a:lstStyle>
            <a:lvl1pPr marL="0" indent="0">
              <a:buNone/>
              <a:defRPr sz="31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9045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2232" y="1219200"/>
            <a:ext cx="11865925" cy="3279772"/>
          </a:xfrm>
        </p:spPr>
        <p:txBody>
          <a:bodyPr anchor="b"/>
          <a:lstStyle>
            <a:lvl1pPr>
              <a:defRPr sz="6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757598" y="1219203"/>
            <a:ext cx="7331470" cy="1036319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6398"/>
            </a:lvl1pPr>
            <a:lvl2pPr marL="914171" indent="0">
              <a:buNone/>
              <a:defRPr sz="5599"/>
            </a:lvl2pPr>
            <a:lvl3pPr marL="1828343" indent="0">
              <a:buNone/>
              <a:defRPr sz="4799"/>
            </a:lvl3pPr>
            <a:lvl4pPr marL="2742514" indent="0">
              <a:buNone/>
              <a:defRPr sz="3999"/>
            </a:lvl4pPr>
            <a:lvl5pPr marL="3656686" indent="0">
              <a:buNone/>
              <a:defRPr sz="3999"/>
            </a:lvl5pPr>
            <a:lvl6pPr marL="4570857" indent="0">
              <a:buNone/>
              <a:defRPr sz="3999"/>
            </a:lvl6pPr>
            <a:lvl7pPr marL="5485028" indent="0">
              <a:buNone/>
              <a:defRPr sz="3999"/>
            </a:lvl7pPr>
            <a:lvl8pPr marL="6399200" indent="0">
              <a:buNone/>
              <a:defRPr sz="3999"/>
            </a:lvl8pPr>
            <a:lvl9pPr marL="7313371" indent="0">
              <a:buNone/>
              <a:defRPr sz="3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2227" y="4498972"/>
            <a:ext cx="11865931" cy="7083428"/>
          </a:xfrm>
        </p:spPr>
        <p:txBody>
          <a:bodyPr/>
          <a:lstStyle>
            <a:lvl1pPr marL="0" indent="0">
              <a:buNone/>
              <a:defRPr sz="31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5054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2227" y="8609329"/>
            <a:ext cx="19819547" cy="1638710"/>
          </a:xfrm>
        </p:spPr>
        <p:txBody>
          <a:bodyPr anchor="b">
            <a:normAutofit/>
          </a:bodyPr>
          <a:lstStyle>
            <a:lvl1pPr>
              <a:defRPr sz="6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2228" y="1212852"/>
            <a:ext cx="19819545" cy="6599556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6398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2135" y="10248040"/>
            <a:ext cx="19816556" cy="1364944"/>
          </a:xfrm>
        </p:spPr>
        <p:txBody>
          <a:bodyPr>
            <a:normAutofit/>
          </a:bodyPr>
          <a:lstStyle>
            <a:lvl1pPr marL="0" indent="0">
              <a:buNone/>
              <a:defRPr sz="31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1822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2318" y="1219200"/>
            <a:ext cx="19806751" cy="6858000"/>
          </a:xfrm>
        </p:spPr>
        <p:txBody>
          <a:bodyPr anchor="ctr">
            <a:normAutofit/>
          </a:bodyPr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2227" y="8839199"/>
            <a:ext cx="19803759" cy="2743198"/>
          </a:xfrm>
        </p:spPr>
        <p:txBody>
          <a:bodyPr anchor="ctr">
            <a:normAutofit/>
          </a:bodyPr>
          <a:lstStyle>
            <a:lvl1pPr marL="0" indent="0">
              <a:buNone/>
              <a:defRPr sz="35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4765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1671" y="1219199"/>
            <a:ext cx="18600659" cy="5496858"/>
          </a:xfrm>
        </p:spPr>
        <p:txBody>
          <a:bodyPr anchor="ctr">
            <a:normAutofit/>
          </a:bodyPr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3440393" y="6731114"/>
            <a:ext cx="17500040" cy="1097936"/>
          </a:xfrm>
        </p:spPr>
        <p:txBody>
          <a:bodyPr anchor="t">
            <a:normAutofit/>
          </a:bodyPr>
          <a:lstStyle>
            <a:lvl1pPr marL="0" indent="0">
              <a:buNone/>
              <a:defRPr sz="27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2227" y="8619838"/>
            <a:ext cx="19806845" cy="2978992"/>
          </a:xfrm>
        </p:spPr>
        <p:txBody>
          <a:bodyPr anchor="ctr">
            <a:normAutofit/>
          </a:bodyPr>
          <a:lstStyle>
            <a:lvl1pPr marL="0" indent="0">
              <a:buNone/>
              <a:defRPr sz="35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1806553" y="1464788"/>
            <a:ext cx="1218883" cy="1169552"/>
          </a:xfrm>
          <a:prstGeom prst="rect">
            <a:avLst/>
          </a:prstGeom>
        </p:spPr>
        <p:txBody>
          <a:bodyPr vert="horz" lIns="182832" tIns="91416" rIns="182832" bIns="9141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5996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69252" y="5529944"/>
            <a:ext cx="1218883" cy="1169552"/>
          </a:xfrm>
          <a:prstGeom prst="rect">
            <a:avLst/>
          </a:prstGeom>
        </p:spPr>
        <p:txBody>
          <a:bodyPr vert="horz" lIns="182832" tIns="91416" rIns="182832" bIns="9141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5996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0202612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2226" y="4268083"/>
            <a:ext cx="19806843" cy="5023670"/>
          </a:xfrm>
        </p:spPr>
        <p:txBody>
          <a:bodyPr anchor="b">
            <a:normAutofit/>
          </a:bodyPr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2135" y="9315310"/>
            <a:ext cx="19803851" cy="2281288"/>
          </a:xfrm>
        </p:spPr>
        <p:txBody>
          <a:bodyPr anchor="t">
            <a:normAutofit/>
          </a:bodyPr>
          <a:lstStyle>
            <a:lvl1pPr marL="0" indent="0">
              <a:buNone/>
              <a:defRPr sz="35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93129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282231" y="1219200"/>
            <a:ext cx="19806837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2282226" y="5348926"/>
            <a:ext cx="6392133" cy="13716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47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2255249" y="6720526"/>
            <a:ext cx="6415799" cy="4861872"/>
          </a:xfrm>
        </p:spPr>
        <p:txBody>
          <a:bodyPr anchor="t">
            <a:normAutofit/>
          </a:bodyPr>
          <a:lstStyle>
            <a:lvl1pPr marL="0" indent="0">
              <a:buNone/>
              <a:defRPr sz="2799"/>
            </a:lvl1pPr>
            <a:lvl2pPr marL="914171" indent="0">
              <a:buNone/>
              <a:defRPr sz="2399"/>
            </a:lvl2pPr>
            <a:lvl3pPr marL="1828343" indent="0">
              <a:buNone/>
              <a:defRPr sz="2000"/>
            </a:lvl3pPr>
            <a:lvl4pPr marL="2742514" indent="0">
              <a:buNone/>
              <a:defRPr sz="1800"/>
            </a:lvl4pPr>
            <a:lvl5pPr marL="3656686" indent="0">
              <a:buNone/>
              <a:defRPr sz="1800"/>
            </a:lvl5pPr>
            <a:lvl6pPr marL="4570857" indent="0">
              <a:buNone/>
              <a:defRPr sz="1800"/>
            </a:lvl6pPr>
            <a:lvl7pPr marL="5485028" indent="0">
              <a:buNone/>
              <a:defRPr sz="1800"/>
            </a:lvl7pPr>
            <a:lvl8pPr marL="6399200" indent="0">
              <a:buNone/>
              <a:defRPr sz="1800"/>
            </a:lvl8pPr>
            <a:lvl9pPr marL="7313371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27182" y="5355270"/>
            <a:ext cx="6367111" cy="13716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47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9006080" y="6726870"/>
            <a:ext cx="6389996" cy="4861872"/>
          </a:xfrm>
        </p:spPr>
        <p:txBody>
          <a:bodyPr anchor="t">
            <a:normAutofit/>
          </a:bodyPr>
          <a:lstStyle>
            <a:lvl1pPr marL="0" indent="0">
              <a:buNone/>
              <a:defRPr sz="2799"/>
            </a:lvl1pPr>
            <a:lvl2pPr marL="914171" indent="0">
              <a:buNone/>
              <a:defRPr sz="2399"/>
            </a:lvl2pPr>
            <a:lvl3pPr marL="1828343" indent="0">
              <a:buNone/>
              <a:defRPr sz="2000"/>
            </a:lvl3pPr>
            <a:lvl4pPr marL="2742514" indent="0">
              <a:buNone/>
              <a:defRPr sz="1800"/>
            </a:lvl4pPr>
            <a:lvl5pPr marL="3656686" indent="0">
              <a:buNone/>
              <a:defRPr sz="1800"/>
            </a:lvl5pPr>
            <a:lvl6pPr marL="4570857" indent="0">
              <a:buNone/>
              <a:defRPr sz="1800"/>
            </a:lvl6pPr>
            <a:lvl7pPr marL="5485028" indent="0">
              <a:buNone/>
              <a:defRPr sz="1800"/>
            </a:lvl7pPr>
            <a:lvl8pPr marL="6399200" indent="0">
              <a:buNone/>
              <a:defRPr sz="1800"/>
            </a:lvl8pPr>
            <a:lvl9pPr marL="7313371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5700794" y="5348926"/>
            <a:ext cx="6388272" cy="13716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47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5700794" y="6720526"/>
            <a:ext cx="6388272" cy="4861872"/>
          </a:xfrm>
        </p:spPr>
        <p:txBody>
          <a:bodyPr anchor="t">
            <a:normAutofit/>
          </a:bodyPr>
          <a:lstStyle>
            <a:lvl1pPr marL="0" indent="0">
              <a:buNone/>
              <a:defRPr sz="2799"/>
            </a:lvl1pPr>
            <a:lvl2pPr marL="914171" indent="0">
              <a:buNone/>
              <a:defRPr sz="2399"/>
            </a:lvl2pPr>
            <a:lvl3pPr marL="1828343" indent="0">
              <a:buNone/>
              <a:defRPr sz="2000"/>
            </a:lvl3pPr>
            <a:lvl4pPr marL="2742514" indent="0">
              <a:buNone/>
              <a:defRPr sz="1800"/>
            </a:lvl4pPr>
            <a:lvl5pPr marL="3656686" indent="0">
              <a:buNone/>
              <a:defRPr sz="1800"/>
            </a:lvl5pPr>
            <a:lvl6pPr marL="4570857" indent="0">
              <a:buNone/>
              <a:defRPr sz="1800"/>
            </a:lvl6pPr>
            <a:lvl7pPr marL="5485028" indent="0">
              <a:buNone/>
              <a:defRPr sz="1800"/>
            </a:lvl7pPr>
            <a:lvl8pPr marL="6399200" indent="0">
              <a:buNone/>
              <a:defRPr sz="1800"/>
            </a:lvl8pPr>
            <a:lvl9pPr marL="7313371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69547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282228" y="1219200"/>
            <a:ext cx="19806839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2282231" y="8809192"/>
            <a:ext cx="6388816" cy="115252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9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2282231" y="5333996"/>
            <a:ext cx="6388816" cy="3048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999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82231" y="9961717"/>
            <a:ext cx="6388816" cy="1635686"/>
          </a:xfrm>
        </p:spPr>
        <p:txBody>
          <a:bodyPr anchor="t">
            <a:normAutofit/>
          </a:bodyPr>
          <a:lstStyle>
            <a:lvl1pPr marL="0" indent="0">
              <a:buNone/>
              <a:defRPr sz="2799"/>
            </a:lvl1pPr>
            <a:lvl2pPr marL="914171" indent="0">
              <a:buNone/>
              <a:defRPr sz="2399"/>
            </a:lvl2pPr>
            <a:lvl3pPr marL="1828343" indent="0">
              <a:buNone/>
              <a:defRPr sz="2000"/>
            </a:lvl3pPr>
            <a:lvl4pPr marL="2742514" indent="0">
              <a:buNone/>
              <a:defRPr sz="1800"/>
            </a:lvl4pPr>
            <a:lvl5pPr marL="3656686" indent="0">
              <a:buNone/>
              <a:defRPr sz="1800"/>
            </a:lvl5pPr>
            <a:lvl6pPr marL="4570857" indent="0">
              <a:buNone/>
              <a:defRPr sz="1800"/>
            </a:lvl6pPr>
            <a:lvl7pPr marL="5485028" indent="0">
              <a:buNone/>
              <a:defRPr sz="1800"/>
            </a:lvl7pPr>
            <a:lvl8pPr marL="6399200" indent="0">
              <a:buNone/>
              <a:defRPr sz="1800"/>
            </a:lvl8pPr>
            <a:lvl9pPr marL="7313371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75768" y="8809192"/>
            <a:ext cx="6399133" cy="115252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9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8975768" y="5333996"/>
            <a:ext cx="6396214" cy="3048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999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8972849" y="9961714"/>
            <a:ext cx="6399133" cy="1620684"/>
          </a:xfrm>
        </p:spPr>
        <p:txBody>
          <a:bodyPr anchor="t">
            <a:normAutofit/>
          </a:bodyPr>
          <a:lstStyle>
            <a:lvl1pPr marL="0" indent="0">
              <a:buNone/>
              <a:defRPr sz="2799"/>
            </a:lvl1pPr>
            <a:lvl2pPr marL="914171" indent="0">
              <a:buNone/>
              <a:defRPr sz="2399"/>
            </a:lvl2pPr>
            <a:lvl3pPr marL="1828343" indent="0">
              <a:buNone/>
              <a:defRPr sz="2000"/>
            </a:lvl3pPr>
            <a:lvl4pPr marL="2742514" indent="0">
              <a:buNone/>
              <a:defRPr sz="1800"/>
            </a:lvl4pPr>
            <a:lvl5pPr marL="3656686" indent="0">
              <a:buNone/>
              <a:defRPr sz="1800"/>
            </a:lvl5pPr>
            <a:lvl6pPr marL="4570857" indent="0">
              <a:buNone/>
              <a:defRPr sz="1800"/>
            </a:lvl6pPr>
            <a:lvl7pPr marL="5485028" indent="0">
              <a:buNone/>
              <a:defRPr sz="1800"/>
            </a:lvl7pPr>
            <a:lvl8pPr marL="6399200" indent="0">
              <a:buNone/>
              <a:defRPr sz="1800"/>
            </a:lvl8pPr>
            <a:lvl9pPr marL="7313371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5701045" y="8809190"/>
            <a:ext cx="6379820" cy="115252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9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5700795" y="5333996"/>
            <a:ext cx="6388274" cy="3048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999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5700794" y="9961709"/>
            <a:ext cx="6388272" cy="1620690"/>
          </a:xfrm>
        </p:spPr>
        <p:txBody>
          <a:bodyPr anchor="t">
            <a:normAutofit/>
          </a:bodyPr>
          <a:lstStyle>
            <a:lvl1pPr marL="0" indent="0">
              <a:buNone/>
              <a:defRPr sz="2799"/>
            </a:lvl1pPr>
            <a:lvl2pPr marL="914171" indent="0">
              <a:buNone/>
              <a:defRPr sz="2399"/>
            </a:lvl2pPr>
            <a:lvl3pPr marL="1828343" indent="0">
              <a:buNone/>
              <a:defRPr sz="2000"/>
            </a:lvl3pPr>
            <a:lvl4pPr marL="2742514" indent="0">
              <a:buNone/>
              <a:defRPr sz="1800"/>
            </a:lvl4pPr>
            <a:lvl5pPr marL="3656686" indent="0">
              <a:buNone/>
              <a:defRPr sz="1800"/>
            </a:lvl5pPr>
            <a:lvl6pPr marL="4570857" indent="0">
              <a:buNone/>
              <a:defRPr sz="1800"/>
            </a:lvl6pPr>
            <a:lvl7pPr marL="5485028" indent="0">
              <a:buNone/>
              <a:defRPr sz="1800"/>
            </a:lvl7pPr>
            <a:lvl8pPr marL="6399200" indent="0">
              <a:buNone/>
              <a:defRPr sz="1800"/>
            </a:lvl8pPr>
            <a:lvl9pPr marL="7313371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61846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18108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80091" y="1219199"/>
            <a:ext cx="4008978" cy="103632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2226" y="1219199"/>
            <a:ext cx="15493144" cy="103632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84313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F22F07-1C6F-CF63-71E2-AE3062CD2A8F}"/>
              </a:ext>
            </a:extLst>
          </p:cNvPr>
          <p:cNvCxnSpPr/>
          <p:nvPr userDrawn="1"/>
        </p:nvCxnSpPr>
        <p:spPr>
          <a:xfrm>
            <a:off x="22479000" y="748120"/>
            <a:ext cx="0" cy="54864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FD4804F-BF81-E1B4-0623-1F7E4964DDD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187988" y="682539"/>
            <a:ext cx="3900487" cy="733425"/>
          </a:xfrm>
          <a:noFill/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Partner Logo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2D904B-332C-EF12-2564-8949AFFAA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176" y="3725816"/>
            <a:ext cx="23016128" cy="5148349"/>
          </a:xfrm>
        </p:spPr>
        <p:txBody>
          <a:bodyPr anchor="t"/>
          <a:lstStyle>
            <a:lvl1pPr algn="l" defTabSz="1828800" rtl="0" eaLnBrk="1" latinLnBrk="0" hangingPunct="1">
              <a:lnSpc>
                <a:spcPts val="18000"/>
              </a:lnSpc>
              <a:spcBef>
                <a:spcPct val="0"/>
              </a:spcBef>
              <a:buNone/>
              <a:defRPr lang="en-US" sz="18000" b="0" i="0" kern="1200" spc="0" baseline="0" dirty="0">
                <a:solidFill>
                  <a:schemeClr val="bg1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A061D0C-4669-19DF-74EA-C06DC16D8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61380" y="333311"/>
            <a:ext cx="5395474" cy="73342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lang="en-US" sz="26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7E6AB3B-66E5-45CE-B641-68831125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3108" y="333311"/>
            <a:ext cx="4553832" cy="730250"/>
          </a:xfr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AB552F5-5973-A299-C374-60F61DF56AE8}"/>
              </a:ext>
            </a:extLst>
          </p:cNvPr>
          <p:cNvSpPr>
            <a:spLocks noChangeAspect="1"/>
          </p:cNvSpPr>
          <p:nvPr userDrawn="1"/>
        </p:nvSpPr>
        <p:spPr>
          <a:xfrm>
            <a:off x="673536" y="12552201"/>
            <a:ext cx="2578608" cy="494834"/>
          </a:xfrm>
          <a:custGeom>
            <a:avLst/>
            <a:gdLst>
              <a:gd name="connsiteX0" fmla="*/ 2192655 w 6857999"/>
              <a:gd name="connsiteY0" fmla="*/ 791529 h 1316048"/>
              <a:gd name="connsiteX1" fmla="*/ 2070735 w 6857999"/>
              <a:gd name="connsiteY1" fmla="*/ 856144 h 1316048"/>
              <a:gd name="connsiteX2" fmla="*/ 1921192 w 6857999"/>
              <a:gd name="connsiteY2" fmla="*/ 1001527 h 1316048"/>
              <a:gd name="connsiteX3" fmla="*/ 2040255 w 6857999"/>
              <a:gd name="connsiteY3" fmla="*/ 1112702 h 1316048"/>
              <a:gd name="connsiteX4" fmla="*/ 2192655 w 6857999"/>
              <a:gd name="connsiteY4" fmla="*/ 936912 h 1316048"/>
              <a:gd name="connsiteX5" fmla="*/ 5166360 w 6857999"/>
              <a:gd name="connsiteY5" fmla="*/ 790579 h 1316048"/>
              <a:gd name="connsiteX6" fmla="*/ 5044439 w 6857999"/>
              <a:gd name="connsiteY6" fmla="*/ 856144 h 1316048"/>
              <a:gd name="connsiteX7" fmla="*/ 4894897 w 6857999"/>
              <a:gd name="connsiteY7" fmla="*/ 1001527 h 1316048"/>
              <a:gd name="connsiteX8" fmla="*/ 5013960 w 6857999"/>
              <a:gd name="connsiteY8" fmla="*/ 1112702 h 1316048"/>
              <a:gd name="connsiteX9" fmla="*/ 5166360 w 6857999"/>
              <a:gd name="connsiteY9" fmla="*/ 935962 h 1316048"/>
              <a:gd name="connsiteX10" fmla="*/ 6250305 w 6857999"/>
              <a:gd name="connsiteY10" fmla="*/ 263209 h 1316048"/>
              <a:gd name="connsiteX11" fmla="*/ 6250305 w 6857999"/>
              <a:gd name="connsiteY11" fmla="*/ 603387 h 1316048"/>
              <a:gd name="connsiteX12" fmla="*/ 6156007 w 6857999"/>
              <a:gd name="connsiteY12" fmla="*/ 592934 h 1316048"/>
              <a:gd name="connsiteX13" fmla="*/ 5913120 w 6857999"/>
              <a:gd name="connsiteY13" fmla="*/ 852343 h 1316048"/>
              <a:gd name="connsiteX14" fmla="*/ 5913120 w 6857999"/>
              <a:gd name="connsiteY14" fmla="*/ 1286592 h 1316048"/>
              <a:gd name="connsiteX15" fmla="*/ 5591175 w 6857999"/>
              <a:gd name="connsiteY15" fmla="*/ 1286592 h 1316048"/>
              <a:gd name="connsiteX16" fmla="*/ 5591175 w 6857999"/>
              <a:gd name="connsiteY16" fmla="*/ 270811 h 1316048"/>
              <a:gd name="connsiteX17" fmla="*/ 5908357 w 6857999"/>
              <a:gd name="connsiteY17" fmla="*/ 270811 h 1316048"/>
              <a:gd name="connsiteX18" fmla="*/ 5908357 w 6857999"/>
              <a:gd name="connsiteY18" fmla="*/ 554926 h 1316048"/>
              <a:gd name="connsiteX19" fmla="*/ 6250305 w 6857999"/>
              <a:gd name="connsiteY19" fmla="*/ 263209 h 1316048"/>
              <a:gd name="connsiteX20" fmla="*/ 3664267 w 6857999"/>
              <a:gd name="connsiteY20" fmla="*/ 240404 h 1316048"/>
              <a:gd name="connsiteX21" fmla="*/ 3927157 w 6857999"/>
              <a:gd name="connsiteY21" fmla="*/ 483659 h 1316048"/>
              <a:gd name="connsiteX22" fmla="*/ 4250055 w 6857999"/>
              <a:gd name="connsiteY22" fmla="*/ 240404 h 1316048"/>
              <a:gd name="connsiteX23" fmla="*/ 4533900 w 6857999"/>
              <a:gd name="connsiteY23" fmla="*/ 591984 h 1316048"/>
              <a:gd name="connsiteX24" fmla="*/ 4533900 w 6857999"/>
              <a:gd name="connsiteY24" fmla="*/ 1286592 h 1316048"/>
              <a:gd name="connsiteX25" fmla="*/ 4212907 w 6857999"/>
              <a:gd name="connsiteY25" fmla="*/ 1286592 h 1316048"/>
              <a:gd name="connsiteX26" fmla="*/ 4212907 w 6857999"/>
              <a:gd name="connsiteY26" fmla="*/ 640445 h 1316048"/>
              <a:gd name="connsiteX27" fmla="*/ 4110037 w 6857999"/>
              <a:gd name="connsiteY27" fmla="*/ 498863 h 1316048"/>
              <a:gd name="connsiteX28" fmla="*/ 3949065 w 6857999"/>
              <a:gd name="connsiteY28" fmla="*/ 750670 h 1316048"/>
              <a:gd name="connsiteX29" fmla="*/ 3949065 w 6857999"/>
              <a:gd name="connsiteY29" fmla="*/ 1286592 h 1316048"/>
              <a:gd name="connsiteX30" fmla="*/ 3627119 w 6857999"/>
              <a:gd name="connsiteY30" fmla="*/ 1286592 h 1316048"/>
              <a:gd name="connsiteX31" fmla="*/ 3627119 w 6857999"/>
              <a:gd name="connsiteY31" fmla="*/ 640445 h 1316048"/>
              <a:gd name="connsiteX32" fmla="*/ 3524250 w 6857999"/>
              <a:gd name="connsiteY32" fmla="*/ 498863 h 1316048"/>
              <a:gd name="connsiteX33" fmla="*/ 3365182 w 6857999"/>
              <a:gd name="connsiteY33" fmla="*/ 750670 h 1316048"/>
              <a:gd name="connsiteX34" fmla="*/ 3365182 w 6857999"/>
              <a:gd name="connsiteY34" fmla="*/ 1286592 h 1316048"/>
              <a:gd name="connsiteX35" fmla="*/ 3043237 w 6857999"/>
              <a:gd name="connsiteY35" fmla="*/ 1286592 h 1316048"/>
              <a:gd name="connsiteX36" fmla="*/ 3043237 w 6857999"/>
              <a:gd name="connsiteY36" fmla="*/ 270811 h 1316048"/>
              <a:gd name="connsiteX37" fmla="*/ 3361372 w 6857999"/>
              <a:gd name="connsiteY37" fmla="*/ 270811 h 1316048"/>
              <a:gd name="connsiteX38" fmla="*/ 3361372 w 6857999"/>
              <a:gd name="connsiteY38" fmla="*/ 462755 h 1316048"/>
              <a:gd name="connsiteX39" fmla="*/ 3664267 w 6857999"/>
              <a:gd name="connsiteY39" fmla="*/ 240404 h 1316048"/>
              <a:gd name="connsiteX40" fmla="*/ 5056822 w 6857999"/>
              <a:gd name="connsiteY40" fmla="*/ 236603 h 1316048"/>
              <a:gd name="connsiteX41" fmla="*/ 5488305 w 6857999"/>
              <a:gd name="connsiteY41" fmla="*/ 651847 h 1316048"/>
              <a:gd name="connsiteX42" fmla="*/ 5488305 w 6857999"/>
              <a:gd name="connsiteY42" fmla="*/ 1286591 h 1316048"/>
              <a:gd name="connsiteX43" fmla="*/ 5178742 w 6857999"/>
              <a:gd name="connsiteY43" fmla="*/ 1286591 h 1316048"/>
              <a:gd name="connsiteX44" fmla="*/ 5178742 w 6857999"/>
              <a:gd name="connsiteY44" fmla="*/ 1145009 h 1316048"/>
              <a:gd name="connsiteX45" fmla="*/ 4892039 w 6857999"/>
              <a:gd name="connsiteY45" fmla="*/ 1316048 h 1316048"/>
              <a:gd name="connsiteX46" fmla="*/ 4592002 w 6857999"/>
              <a:gd name="connsiteY46" fmla="*/ 1022432 h 1316048"/>
              <a:gd name="connsiteX47" fmla="*/ 4958714 w 6857999"/>
              <a:gd name="connsiteY47" fmla="*/ 689856 h 1316048"/>
              <a:gd name="connsiteX48" fmla="*/ 5169217 w 6857999"/>
              <a:gd name="connsiteY48" fmla="*/ 586282 h 1316048"/>
              <a:gd name="connsiteX49" fmla="*/ 5021580 w 6857999"/>
              <a:gd name="connsiteY49" fmla="*/ 490311 h 1316048"/>
              <a:gd name="connsiteX50" fmla="*/ 4656772 w 6857999"/>
              <a:gd name="connsiteY50" fmla="*/ 628092 h 1316048"/>
              <a:gd name="connsiteX51" fmla="*/ 4656772 w 6857999"/>
              <a:gd name="connsiteY51" fmla="*/ 360131 h 1316048"/>
              <a:gd name="connsiteX52" fmla="*/ 5056822 w 6857999"/>
              <a:gd name="connsiteY52" fmla="*/ 236603 h 1316048"/>
              <a:gd name="connsiteX53" fmla="*/ 2083117 w 6857999"/>
              <a:gd name="connsiteY53" fmla="*/ 236603 h 1316048"/>
              <a:gd name="connsiteX54" fmla="*/ 2514600 w 6857999"/>
              <a:gd name="connsiteY54" fmla="*/ 651847 h 1316048"/>
              <a:gd name="connsiteX55" fmla="*/ 2514600 w 6857999"/>
              <a:gd name="connsiteY55" fmla="*/ 1286591 h 1316048"/>
              <a:gd name="connsiteX56" fmla="*/ 2205037 w 6857999"/>
              <a:gd name="connsiteY56" fmla="*/ 1286591 h 1316048"/>
              <a:gd name="connsiteX57" fmla="*/ 2205037 w 6857999"/>
              <a:gd name="connsiteY57" fmla="*/ 1145009 h 1316048"/>
              <a:gd name="connsiteX58" fmla="*/ 1918335 w 6857999"/>
              <a:gd name="connsiteY58" fmla="*/ 1316048 h 1316048"/>
              <a:gd name="connsiteX59" fmla="*/ 1618297 w 6857999"/>
              <a:gd name="connsiteY59" fmla="*/ 1022432 h 1316048"/>
              <a:gd name="connsiteX60" fmla="*/ 1985010 w 6857999"/>
              <a:gd name="connsiteY60" fmla="*/ 689856 h 1316048"/>
              <a:gd name="connsiteX61" fmla="*/ 2195512 w 6857999"/>
              <a:gd name="connsiteY61" fmla="*/ 586282 h 1316048"/>
              <a:gd name="connsiteX62" fmla="*/ 2047875 w 6857999"/>
              <a:gd name="connsiteY62" fmla="*/ 490311 h 1316048"/>
              <a:gd name="connsiteX63" fmla="*/ 1683067 w 6857999"/>
              <a:gd name="connsiteY63" fmla="*/ 628092 h 1316048"/>
              <a:gd name="connsiteX64" fmla="*/ 1683067 w 6857999"/>
              <a:gd name="connsiteY64" fmla="*/ 360131 h 1316048"/>
              <a:gd name="connsiteX65" fmla="*/ 2083117 w 6857999"/>
              <a:gd name="connsiteY65" fmla="*/ 236603 h 1316048"/>
              <a:gd name="connsiteX66" fmla="*/ 6323647 w 6857999"/>
              <a:gd name="connsiteY66" fmla="*/ 72216 h 1316048"/>
              <a:gd name="connsiteX67" fmla="*/ 6645592 w 6857999"/>
              <a:gd name="connsiteY67" fmla="*/ 72216 h 1316048"/>
              <a:gd name="connsiteX68" fmla="*/ 6645592 w 6857999"/>
              <a:gd name="connsiteY68" fmla="*/ 270811 h 1316048"/>
              <a:gd name="connsiteX69" fmla="*/ 6857999 w 6857999"/>
              <a:gd name="connsiteY69" fmla="*/ 270811 h 1316048"/>
              <a:gd name="connsiteX70" fmla="*/ 6857999 w 6857999"/>
              <a:gd name="connsiteY70" fmla="*/ 520718 h 1316048"/>
              <a:gd name="connsiteX71" fmla="*/ 6645592 w 6857999"/>
              <a:gd name="connsiteY71" fmla="*/ 520718 h 1316048"/>
              <a:gd name="connsiteX72" fmla="*/ 6645592 w 6857999"/>
              <a:gd name="connsiteY72" fmla="*/ 905555 h 1316048"/>
              <a:gd name="connsiteX73" fmla="*/ 6769417 w 6857999"/>
              <a:gd name="connsiteY73" fmla="*/ 1048088 h 1316048"/>
              <a:gd name="connsiteX74" fmla="*/ 6857999 w 6857999"/>
              <a:gd name="connsiteY74" fmla="*/ 1024332 h 1316048"/>
              <a:gd name="connsiteX75" fmla="*/ 6857999 w 6857999"/>
              <a:gd name="connsiteY75" fmla="*/ 1272339 h 1316048"/>
              <a:gd name="connsiteX76" fmla="*/ 6681787 w 6857999"/>
              <a:gd name="connsiteY76" fmla="*/ 1307497 h 1316048"/>
              <a:gd name="connsiteX77" fmla="*/ 6323647 w 6857999"/>
              <a:gd name="connsiteY77" fmla="*/ 949265 h 1316048"/>
              <a:gd name="connsiteX78" fmla="*/ 2617470 w 6857999"/>
              <a:gd name="connsiteY78" fmla="*/ 0 h 1316048"/>
              <a:gd name="connsiteX79" fmla="*/ 2939415 w 6857999"/>
              <a:gd name="connsiteY79" fmla="*/ 0 h 1316048"/>
              <a:gd name="connsiteX80" fmla="*/ 2939415 w 6857999"/>
              <a:gd name="connsiteY80" fmla="*/ 1286592 h 1316048"/>
              <a:gd name="connsiteX81" fmla="*/ 2617470 w 6857999"/>
              <a:gd name="connsiteY81" fmla="*/ 1286592 h 1316048"/>
              <a:gd name="connsiteX82" fmla="*/ 0 w 6857999"/>
              <a:gd name="connsiteY82" fmla="*/ 0 h 1316048"/>
              <a:gd name="connsiteX83" fmla="*/ 332423 w 6857999"/>
              <a:gd name="connsiteY83" fmla="*/ 0 h 1316048"/>
              <a:gd name="connsiteX84" fmla="*/ 501968 w 6857999"/>
              <a:gd name="connsiteY84" fmla="*/ 849493 h 1316048"/>
              <a:gd name="connsiteX85" fmla="*/ 692468 w 6857999"/>
              <a:gd name="connsiteY85" fmla="*/ 0 h 1316048"/>
              <a:gd name="connsiteX86" fmla="*/ 1022033 w 6857999"/>
              <a:gd name="connsiteY86" fmla="*/ 0 h 1316048"/>
              <a:gd name="connsiteX87" fmla="*/ 1211580 w 6857999"/>
              <a:gd name="connsiteY87" fmla="*/ 849493 h 1316048"/>
              <a:gd name="connsiteX88" fmla="*/ 1380173 w 6857999"/>
              <a:gd name="connsiteY88" fmla="*/ 0 h 1316048"/>
              <a:gd name="connsiteX89" fmla="*/ 1697355 w 6857999"/>
              <a:gd name="connsiteY89" fmla="*/ 0 h 1316048"/>
              <a:gd name="connsiteX90" fmla="*/ 1424940 w 6857999"/>
              <a:gd name="connsiteY90" fmla="*/ 1286592 h 1316048"/>
              <a:gd name="connsiteX91" fmla="*/ 1044893 w 6857999"/>
              <a:gd name="connsiteY91" fmla="*/ 1286592 h 1316048"/>
              <a:gd name="connsiteX92" fmla="*/ 853440 w 6857999"/>
              <a:gd name="connsiteY92" fmla="*/ 426647 h 1316048"/>
              <a:gd name="connsiteX93" fmla="*/ 661035 w 6857999"/>
              <a:gd name="connsiteY93" fmla="*/ 1286592 h 1316048"/>
              <a:gd name="connsiteX94" fmla="*/ 272415 w 6857999"/>
              <a:gd name="connsiteY94" fmla="*/ 1286592 h 1316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6857999" h="1316048">
                <a:moveTo>
                  <a:pt x="2192655" y="791529"/>
                </a:moveTo>
                <a:cubicBezTo>
                  <a:pt x="2163127" y="820036"/>
                  <a:pt x="2117407" y="839040"/>
                  <a:pt x="2070735" y="856144"/>
                </a:cubicBezTo>
                <a:cubicBezTo>
                  <a:pt x="1980247" y="889401"/>
                  <a:pt x="1921192" y="921709"/>
                  <a:pt x="1921192" y="1001527"/>
                </a:cubicBezTo>
                <a:cubicBezTo>
                  <a:pt x="1921192" y="1065191"/>
                  <a:pt x="1962150" y="1112702"/>
                  <a:pt x="2040255" y="1112702"/>
                </a:cubicBezTo>
                <a:cubicBezTo>
                  <a:pt x="2132647" y="1112702"/>
                  <a:pt x="2191702" y="1048087"/>
                  <a:pt x="2192655" y="936912"/>
                </a:cubicBezTo>
                <a:close/>
                <a:moveTo>
                  <a:pt x="5166360" y="790579"/>
                </a:moveTo>
                <a:cubicBezTo>
                  <a:pt x="5136832" y="820036"/>
                  <a:pt x="5091112" y="839040"/>
                  <a:pt x="5044439" y="856144"/>
                </a:cubicBezTo>
                <a:cubicBezTo>
                  <a:pt x="4953952" y="889401"/>
                  <a:pt x="4894897" y="921709"/>
                  <a:pt x="4894897" y="1001527"/>
                </a:cubicBezTo>
                <a:cubicBezTo>
                  <a:pt x="4894897" y="1065191"/>
                  <a:pt x="4935855" y="1112702"/>
                  <a:pt x="5013960" y="1112702"/>
                </a:cubicBezTo>
                <a:cubicBezTo>
                  <a:pt x="5107305" y="1112702"/>
                  <a:pt x="5165407" y="1048087"/>
                  <a:pt x="5166360" y="935962"/>
                </a:cubicBezTo>
                <a:close/>
                <a:moveTo>
                  <a:pt x="6250305" y="263209"/>
                </a:moveTo>
                <a:lnTo>
                  <a:pt x="6250305" y="603387"/>
                </a:lnTo>
                <a:cubicBezTo>
                  <a:pt x="6234113" y="596735"/>
                  <a:pt x="6195060" y="592934"/>
                  <a:pt x="6156007" y="592934"/>
                </a:cubicBezTo>
                <a:cubicBezTo>
                  <a:pt x="6038850" y="592934"/>
                  <a:pt x="5913120" y="644246"/>
                  <a:pt x="5913120" y="852343"/>
                </a:cubicBezTo>
                <a:lnTo>
                  <a:pt x="5913120" y="1286592"/>
                </a:lnTo>
                <a:lnTo>
                  <a:pt x="5591175" y="1286592"/>
                </a:lnTo>
                <a:lnTo>
                  <a:pt x="5591175" y="270811"/>
                </a:lnTo>
                <a:lnTo>
                  <a:pt x="5908357" y="270811"/>
                </a:lnTo>
                <a:lnTo>
                  <a:pt x="5908357" y="554926"/>
                </a:lnTo>
                <a:cubicBezTo>
                  <a:pt x="5952173" y="373434"/>
                  <a:pt x="6064568" y="254657"/>
                  <a:pt x="6250305" y="263209"/>
                </a:cubicBezTo>
                <a:close/>
                <a:moveTo>
                  <a:pt x="3664267" y="240404"/>
                </a:moveTo>
                <a:cubicBezTo>
                  <a:pt x="3805237" y="240404"/>
                  <a:pt x="3905250" y="331625"/>
                  <a:pt x="3927157" y="483659"/>
                </a:cubicBezTo>
                <a:cubicBezTo>
                  <a:pt x="3977640" y="343978"/>
                  <a:pt x="4082415" y="240404"/>
                  <a:pt x="4250055" y="240404"/>
                </a:cubicBezTo>
                <a:cubicBezTo>
                  <a:pt x="4432935" y="240404"/>
                  <a:pt x="4533900" y="369633"/>
                  <a:pt x="4533900" y="591984"/>
                </a:cubicBezTo>
                <a:lnTo>
                  <a:pt x="4533900" y="1286592"/>
                </a:lnTo>
                <a:lnTo>
                  <a:pt x="4212907" y="1286592"/>
                </a:lnTo>
                <a:lnTo>
                  <a:pt x="4212907" y="640445"/>
                </a:lnTo>
                <a:cubicBezTo>
                  <a:pt x="4212907" y="551125"/>
                  <a:pt x="4191952" y="498863"/>
                  <a:pt x="4110037" y="498863"/>
                </a:cubicBezTo>
                <a:cubicBezTo>
                  <a:pt x="4009072" y="498863"/>
                  <a:pt x="3949065" y="589133"/>
                  <a:pt x="3949065" y="750670"/>
                </a:cubicBezTo>
                <a:lnTo>
                  <a:pt x="3949065" y="1286592"/>
                </a:lnTo>
                <a:lnTo>
                  <a:pt x="3627119" y="1286592"/>
                </a:lnTo>
                <a:lnTo>
                  <a:pt x="3627119" y="640445"/>
                </a:lnTo>
                <a:cubicBezTo>
                  <a:pt x="3627119" y="551125"/>
                  <a:pt x="3607117" y="498863"/>
                  <a:pt x="3524250" y="498863"/>
                </a:cubicBezTo>
                <a:cubicBezTo>
                  <a:pt x="3427094" y="498863"/>
                  <a:pt x="3365182" y="589133"/>
                  <a:pt x="3365182" y="750670"/>
                </a:cubicBezTo>
                <a:lnTo>
                  <a:pt x="3365182" y="1286592"/>
                </a:lnTo>
                <a:lnTo>
                  <a:pt x="3043237" y="1286592"/>
                </a:lnTo>
                <a:lnTo>
                  <a:pt x="3043237" y="270811"/>
                </a:lnTo>
                <a:lnTo>
                  <a:pt x="3361372" y="270811"/>
                </a:lnTo>
                <a:lnTo>
                  <a:pt x="3361372" y="462755"/>
                </a:lnTo>
                <a:cubicBezTo>
                  <a:pt x="3409950" y="332575"/>
                  <a:pt x="3509962" y="240404"/>
                  <a:pt x="3664267" y="240404"/>
                </a:cubicBezTo>
                <a:close/>
                <a:moveTo>
                  <a:pt x="5056822" y="236603"/>
                </a:moveTo>
                <a:cubicBezTo>
                  <a:pt x="5335905" y="236603"/>
                  <a:pt x="5487352" y="365832"/>
                  <a:pt x="5488305" y="651847"/>
                </a:cubicBezTo>
                <a:lnTo>
                  <a:pt x="5488305" y="1286591"/>
                </a:lnTo>
                <a:lnTo>
                  <a:pt x="5178742" y="1286591"/>
                </a:lnTo>
                <a:lnTo>
                  <a:pt x="5178742" y="1145009"/>
                </a:lnTo>
                <a:cubicBezTo>
                  <a:pt x="5130164" y="1242882"/>
                  <a:pt x="5040630" y="1316048"/>
                  <a:pt x="4892039" y="1316048"/>
                </a:cubicBezTo>
                <a:cubicBezTo>
                  <a:pt x="4714874" y="1316048"/>
                  <a:pt x="4592002" y="1207724"/>
                  <a:pt x="4592002" y="1022432"/>
                </a:cubicBezTo>
                <a:cubicBezTo>
                  <a:pt x="4592002" y="822886"/>
                  <a:pt x="4728209" y="738317"/>
                  <a:pt x="4958714" y="689856"/>
                </a:cubicBezTo>
                <a:cubicBezTo>
                  <a:pt x="5112067" y="657549"/>
                  <a:pt x="5169217" y="639495"/>
                  <a:pt x="5169217" y="586282"/>
                </a:cubicBezTo>
                <a:cubicBezTo>
                  <a:pt x="5169217" y="523568"/>
                  <a:pt x="5128260" y="490311"/>
                  <a:pt x="5021580" y="490311"/>
                </a:cubicBezTo>
                <a:cubicBezTo>
                  <a:pt x="4849177" y="490311"/>
                  <a:pt x="4719637" y="571079"/>
                  <a:pt x="4656772" y="628092"/>
                </a:cubicBezTo>
                <a:lnTo>
                  <a:pt x="4656772" y="360131"/>
                </a:lnTo>
                <a:cubicBezTo>
                  <a:pt x="4708207" y="308819"/>
                  <a:pt x="4853940" y="236603"/>
                  <a:pt x="5056822" y="236603"/>
                </a:cubicBezTo>
                <a:close/>
                <a:moveTo>
                  <a:pt x="2083117" y="236603"/>
                </a:moveTo>
                <a:cubicBezTo>
                  <a:pt x="2362200" y="236603"/>
                  <a:pt x="2513647" y="365832"/>
                  <a:pt x="2514600" y="651847"/>
                </a:cubicBezTo>
                <a:lnTo>
                  <a:pt x="2514600" y="1286591"/>
                </a:lnTo>
                <a:lnTo>
                  <a:pt x="2205037" y="1286591"/>
                </a:lnTo>
                <a:lnTo>
                  <a:pt x="2205037" y="1145009"/>
                </a:lnTo>
                <a:cubicBezTo>
                  <a:pt x="2156460" y="1242882"/>
                  <a:pt x="2066925" y="1316048"/>
                  <a:pt x="1918335" y="1316048"/>
                </a:cubicBezTo>
                <a:cubicBezTo>
                  <a:pt x="1741170" y="1316048"/>
                  <a:pt x="1618297" y="1207724"/>
                  <a:pt x="1618297" y="1022432"/>
                </a:cubicBezTo>
                <a:cubicBezTo>
                  <a:pt x="1618297" y="822886"/>
                  <a:pt x="1754505" y="738317"/>
                  <a:pt x="1985010" y="689856"/>
                </a:cubicBezTo>
                <a:cubicBezTo>
                  <a:pt x="2138362" y="657549"/>
                  <a:pt x="2195512" y="639495"/>
                  <a:pt x="2195512" y="586282"/>
                </a:cubicBezTo>
                <a:cubicBezTo>
                  <a:pt x="2195512" y="523568"/>
                  <a:pt x="2154555" y="490311"/>
                  <a:pt x="2047875" y="490311"/>
                </a:cubicBezTo>
                <a:cubicBezTo>
                  <a:pt x="1875472" y="490311"/>
                  <a:pt x="1745932" y="571079"/>
                  <a:pt x="1683067" y="628092"/>
                </a:cubicBezTo>
                <a:lnTo>
                  <a:pt x="1683067" y="360131"/>
                </a:lnTo>
                <a:cubicBezTo>
                  <a:pt x="1734502" y="308819"/>
                  <a:pt x="1880235" y="236603"/>
                  <a:pt x="2083117" y="236603"/>
                </a:cubicBezTo>
                <a:close/>
                <a:moveTo>
                  <a:pt x="6323647" y="72216"/>
                </a:moveTo>
                <a:lnTo>
                  <a:pt x="6645592" y="72216"/>
                </a:lnTo>
                <a:lnTo>
                  <a:pt x="6645592" y="270811"/>
                </a:lnTo>
                <a:lnTo>
                  <a:pt x="6857999" y="270811"/>
                </a:lnTo>
                <a:lnTo>
                  <a:pt x="6857999" y="520718"/>
                </a:lnTo>
                <a:lnTo>
                  <a:pt x="6645592" y="520718"/>
                </a:lnTo>
                <a:lnTo>
                  <a:pt x="6645592" y="905555"/>
                </a:lnTo>
                <a:cubicBezTo>
                  <a:pt x="6645592" y="1016731"/>
                  <a:pt x="6695122" y="1048088"/>
                  <a:pt x="6769417" y="1048088"/>
                </a:cubicBezTo>
                <a:cubicBezTo>
                  <a:pt x="6809422" y="1048088"/>
                  <a:pt x="6839902" y="1036685"/>
                  <a:pt x="6857999" y="1024332"/>
                </a:cubicBezTo>
                <a:lnTo>
                  <a:pt x="6857999" y="1272339"/>
                </a:lnTo>
                <a:cubicBezTo>
                  <a:pt x="6836092" y="1288492"/>
                  <a:pt x="6782752" y="1307497"/>
                  <a:pt x="6681787" y="1307497"/>
                </a:cubicBezTo>
                <a:cubicBezTo>
                  <a:pt x="6462712" y="1307497"/>
                  <a:pt x="6323647" y="1193471"/>
                  <a:pt x="6323647" y="949265"/>
                </a:cubicBezTo>
                <a:close/>
                <a:moveTo>
                  <a:pt x="2617470" y="0"/>
                </a:moveTo>
                <a:lnTo>
                  <a:pt x="2939415" y="0"/>
                </a:lnTo>
                <a:lnTo>
                  <a:pt x="2939415" y="1286592"/>
                </a:lnTo>
                <a:lnTo>
                  <a:pt x="2617470" y="1286592"/>
                </a:lnTo>
                <a:close/>
                <a:moveTo>
                  <a:pt x="0" y="0"/>
                </a:moveTo>
                <a:lnTo>
                  <a:pt x="332423" y="0"/>
                </a:lnTo>
                <a:lnTo>
                  <a:pt x="501968" y="849493"/>
                </a:lnTo>
                <a:lnTo>
                  <a:pt x="692468" y="0"/>
                </a:lnTo>
                <a:lnTo>
                  <a:pt x="1022033" y="0"/>
                </a:lnTo>
                <a:lnTo>
                  <a:pt x="1211580" y="849493"/>
                </a:lnTo>
                <a:lnTo>
                  <a:pt x="1380173" y="0"/>
                </a:lnTo>
                <a:lnTo>
                  <a:pt x="1697355" y="0"/>
                </a:lnTo>
                <a:lnTo>
                  <a:pt x="1424940" y="1286592"/>
                </a:lnTo>
                <a:lnTo>
                  <a:pt x="1044893" y="1286592"/>
                </a:lnTo>
                <a:lnTo>
                  <a:pt x="853440" y="426647"/>
                </a:lnTo>
                <a:lnTo>
                  <a:pt x="661035" y="1286592"/>
                </a:lnTo>
                <a:lnTo>
                  <a:pt x="272415" y="128659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FA5CEDE0-F098-79AD-B829-FA6FE55E99CB}"/>
              </a:ext>
            </a:extLst>
          </p:cNvPr>
          <p:cNvSpPr>
            <a:spLocks noChangeAspect="1"/>
          </p:cNvSpPr>
          <p:nvPr userDrawn="1"/>
        </p:nvSpPr>
        <p:spPr>
          <a:xfrm>
            <a:off x="22990436" y="579552"/>
            <a:ext cx="782584" cy="877824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7200"/>
          </a:p>
        </p:txBody>
      </p:sp>
    </p:spTree>
    <p:extLst>
      <p:ext uri="{BB962C8B-B14F-4D97-AF65-F5344CB8AC3E}">
        <p14:creationId xmlns:p14="http://schemas.microsoft.com/office/powerpoint/2010/main" val="105352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527315" y="2033528"/>
            <a:ext cx="16214747" cy="10332720"/>
          </a:xfrm>
        </p:spPr>
        <p:txBody>
          <a:bodyPr anchor="t"/>
          <a:lstStyle>
            <a:lvl1pPr marL="0" indent="0">
              <a:lnSpc>
                <a:spcPts val="9400"/>
              </a:lnSpc>
              <a:spcAft>
                <a:spcPts val="0"/>
              </a:spcAft>
              <a:buNone/>
              <a:defRPr sz="8000" b="0" i="0">
                <a:latin typeface="Everyday Sans Light" pitchFamily="2" charset="77"/>
              </a:defRPr>
            </a:lvl1pPr>
            <a:lvl2pPr marL="914171" indent="0">
              <a:buNone/>
              <a:defRPr sz="5599"/>
            </a:lvl2pPr>
            <a:lvl3pPr marL="1828343" indent="0">
              <a:buNone/>
              <a:defRPr sz="4799"/>
            </a:lvl3pPr>
            <a:lvl4pPr marL="2742514" indent="0">
              <a:buNone/>
              <a:defRPr sz="3999"/>
            </a:lvl4pPr>
            <a:lvl5pPr marL="3656686" indent="0">
              <a:buNone/>
              <a:defRPr sz="3999"/>
            </a:lvl5pPr>
            <a:lvl6pPr marL="4570857" indent="0">
              <a:buNone/>
              <a:defRPr sz="3999"/>
            </a:lvl6pPr>
            <a:lvl7pPr marL="5485028" indent="0">
              <a:buNone/>
              <a:defRPr sz="3999"/>
            </a:lvl7pPr>
            <a:lvl8pPr marL="6399200" indent="0">
              <a:buNone/>
              <a:defRPr sz="3999"/>
            </a:lvl8pPr>
            <a:lvl9pPr marL="7313371" indent="0">
              <a:buNone/>
              <a:defRPr sz="3999"/>
            </a:lvl9pPr>
          </a:lstStyle>
          <a:p>
            <a:r>
              <a:rPr lang="en-US"/>
              <a:t>Click to edit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F156A45-064F-B144-5434-4B0BAA21AE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6" y="2121408"/>
            <a:ext cx="5486400" cy="2286000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5419724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37959" y="2066544"/>
            <a:ext cx="17292711" cy="10355263"/>
          </a:xfrm>
        </p:spPr>
        <p:txBody>
          <a:bodyPr/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tabLst>
                <a:tab pos="12509500" algn="r"/>
              </a:tabLst>
              <a:defRPr lang="en-US" sz="6000" b="0" i="0" kern="1200" dirty="0">
                <a:solidFill>
                  <a:schemeClr val="accent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Click to edit styles	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AEB9A18-6427-695F-6AC0-B17A38466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6" y="2121408"/>
            <a:ext cx="5497512" cy="17206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18D820D-C90B-9F4F-194C-4AC23952B8D2}"/>
              </a:ext>
            </a:extLst>
          </p:cNvPr>
          <p:cNvSpPr/>
          <p:nvPr userDrawn="1"/>
        </p:nvSpPr>
        <p:spPr>
          <a:xfrm>
            <a:off x="23336162" y="590412"/>
            <a:ext cx="380546" cy="425614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7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7FC91-3A19-82E3-57EE-583D6466CA5C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60399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6-Col Text w/6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625" y="3730752"/>
            <a:ext cx="11346036" cy="8879843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>
              <a:lnSpc>
                <a:spcPts val="2600"/>
              </a:lnSpc>
              <a:spcAft>
                <a:spcPts val="0"/>
              </a:spcAft>
              <a:defRPr sz="1800"/>
            </a:lvl2pPr>
            <a:lvl3pPr>
              <a:lnSpc>
                <a:spcPts val="2600"/>
              </a:lnSpc>
              <a:spcAft>
                <a:spcPts val="0"/>
              </a:spcAft>
              <a:defRPr sz="1800"/>
            </a:lvl3pPr>
            <a:lvl4pPr>
              <a:lnSpc>
                <a:spcPts val="2600"/>
              </a:lnSpc>
              <a:spcAft>
                <a:spcPts val="0"/>
              </a:spcAft>
              <a:defRPr sz="1800"/>
            </a:lvl4pPr>
            <a:lvl5pPr>
              <a:lnSpc>
                <a:spcPts val="2600"/>
              </a:lnSpc>
              <a:spcAft>
                <a:spcPts val="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BFD4EBBE-B368-E54F-4802-D1E59720EC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66333" y="2212848"/>
            <a:ext cx="11336226" cy="10358120"/>
          </a:xfrm>
          <a:custGeom>
            <a:avLst/>
            <a:gdLst>
              <a:gd name="connsiteX0" fmla="*/ 127000 w 5667375"/>
              <a:gd name="connsiteY0" fmla="*/ 0 h 5179060"/>
              <a:gd name="connsiteX1" fmla="*/ 5540375 w 5667375"/>
              <a:gd name="connsiteY1" fmla="*/ 0 h 5179060"/>
              <a:gd name="connsiteX2" fmla="*/ 5667375 w 5667375"/>
              <a:gd name="connsiteY2" fmla="*/ 127000 h 5179060"/>
              <a:gd name="connsiteX3" fmla="*/ 5667375 w 5667375"/>
              <a:gd name="connsiteY3" fmla="*/ 5052060 h 5179060"/>
              <a:gd name="connsiteX4" fmla="*/ 5540375 w 5667375"/>
              <a:gd name="connsiteY4" fmla="*/ 5179060 h 5179060"/>
              <a:gd name="connsiteX5" fmla="*/ 127000 w 5667375"/>
              <a:gd name="connsiteY5" fmla="*/ 5179060 h 5179060"/>
              <a:gd name="connsiteX6" fmla="*/ 0 w 5667375"/>
              <a:gd name="connsiteY6" fmla="*/ 5052060 h 5179060"/>
              <a:gd name="connsiteX7" fmla="*/ 0 w 5667375"/>
              <a:gd name="connsiteY7" fmla="*/ 127000 h 5179060"/>
              <a:gd name="connsiteX8" fmla="*/ 127000 w 5667375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67375" h="5179060">
                <a:moveTo>
                  <a:pt x="127000" y="0"/>
                </a:moveTo>
                <a:lnTo>
                  <a:pt x="5540375" y="0"/>
                </a:lnTo>
                <a:cubicBezTo>
                  <a:pt x="5610225" y="0"/>
                  <a:pt x="5667375" y="57150"/>
                  <a:pt x="5667375" y="127000"/>
                </a:cubicBezTo>
                <a:lnTo>
                  <a:pt x="5667375" y="5052060"/>
                </a:lnTo>
                <a:cubicBezTo>
                  <a:pt x="5667375" y="5121910"/>
                  <a:pt x="5610225" y="5179060"/>
                  <a:pt x="5540375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91B1C03-348C-13BE-689B-74D04423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77865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ext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626" y="3767328"/>
            <a:ext cx="13274674" cy="8877247"/>
          </a:xfrm>
        </p:spPr>
        <p:txBody>
          <a:bodyPr/>
          <a:lstStyle>
            <a:lvl1pPr>
              <a:spcAft>
                <a:spcPts val="3000"/>
              </a:spcAft>
              <a:defRPr/>
            </a:lvl1pPr>
            <a:lvl2pPr>
              <a:spcAft>
                <a:spcPts val="3000"/>
              </a:spcAft>
              <a:defRPr/>
            </a:lvl2pPr>
            <a:lvl3pPr>
              <a:spcAft>
                <a:spcPts val="3000"/>
              </a:spcAft>
              <a:defRPr/>
            </a:lvl3pPr>
            <a:lvl4pPr>
              <a:spcAft>
                <a:spcPts val="3000"/>
              </a:spcAft>
              <a:defRPr/>
            </a:lvl4pPr>
            <a:lvl5pPr>
              <a:spcAft>
                <a:spcPts val="30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813DAB7-2A4F-CF7C-AB43-860A32E7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45735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5176" y="3725816"/>
            <a:ext cx="23016128" cy="5148349"/>
          </a:xfrm>
        </p:spPr>
        <p:txBody>
          <a:bodyPr anchor="t"/>
          <a:lstStyle>
            <a:lvl1pPr algn="l" defTabSz="1828800" rtl="0" eaLnBrk="1" latinLnBrk="0" hangingPunct="1">
              <a:lnSpc>
                <a:spcPts val="18000"/>
              </a:lnSpc>
              <a:spcBef>
                <a:spcPct val="0"/>
              </a:spcBef>
              <a:buNone/>
              <a:defRPr lang="en-US" sz="18000" b="0" i="0" kern="1200" spc="0" baseline="0" dirty="0">
                <a:solidFill>
                  <a:schemeClr val="bg1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61380" y="333311"/>
            <a:ext cx="5395474" cy="73342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lang="en-US" sz="26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3108" y="333311"/>
            <a:ext cx="4553832" cy="730250"/>
          </a:xfr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9D80B1E-0FFD-E36A-9B9D-7693C2215C5D}"/>
              </a:ext>
            </a:extLst>
          </p:cNvPr>
          <p:cNvSpPr>
            <a:spLocks noChangeAspect="1"/>
          </p:cNvSpPr>
          <p:nvPr userDrawn="1"/>
        </p:nvSpPr>
        <p:spPr>
          <a:xfrm>
            <a:off x="673536" y="12552201"/>
            <a:ext cx="2578608" cy="494834"/>
          </a:xfrm>
          <a:custGeom>
            <a:avLst/>
            <a:gdLst>
              <a:gd name="connsiteX0" fmla="*/ 2192655 w 6857999"/>
              <a:gd name="connsiteY0" fmla="*/ 791529 h 1316048"/>
              <a:gd name="connsiteX1" fmla="*/ 2070735 w 6857999"/>
              <a:gd name="connsiteY1" fmla="*/ 856144 h 1316048"/>
              <a:gd name="connsiteX2" fmla="*/ 1921192 w 6857999"/>
              <a:gd name="connsiteY2" fmla="*/ 1001527 h 1316048"/>
              <a:gd name="connsiteX3" fmla="*/ 2040255 w 6857999"/>
              <a:gd name="connsiteY3" fmla="*/ 1112702 h 1316048"/>
              <a:gd name="connsiteX4" fmla="*/ 2192655 w 6857999"/>
              <a:gd name="connsiteY4" fmla="*/ 936912 h 1316048"/>
              <a:gd name="connsiteX5" fmla="*/ 5166360 w 6857999"/>
              <a:gd name="connsiteY5" fmla="*/ 790579 h 1316048"/>
              <a:gd name="connsiteX6" fmla="*/ 5044439 w 6857999"/>
              <a:gd name="connsiteY6" fmla="*/ 856144 h 1316048"/>
              <a:gd name="connsiteX7" fmla="*/ 4894897 w 6857999"/>
              <a:gd name="connsiteY7" fmla="*/ 1001527 h 1316048"/>
              <a:gd name="connsiteX8" fmla="*/ 5013960 w 6857999"/>
              <a:gd name="connsiteY8" fmla="*/ 1112702 h 1316048"/>
              <a:gd name="connsiteX9" fmla="*/ 5166360 w 6857999"/>
              <a:gd name="connsiteY9" fmla="*/ 935962 h 1316048"/>
              <a:gd name="connsiteX10" fmla="*/ 6250305 w 6857999"/>
              <a:gd name="connsiteY10" fmla="*/ 263209 h 1316048"/>
              <a:gd name="connsiteX11" fmla="*/ 6250305 w 6857999"/>
              <a:gd name="connsiteY11" fmla="*/ 603387 h 1316048"/>
              <a:gd name="connsiteX12" fmla="*/ 6156007 w 6857999"/>
              <a:gd name="connsiteY12" fmla="*/ 592934 h 1316048"/>
              <a:gd name="connsiteX13" fmla="*/ 5913120 w 6857999"/>
              <a:gd name="connsiteY13" fmla="*/ 852343 h 1316048"/>
              <a:gd name="connsiteX14" fmla="*/ 5913120 w 6857999"/>
              <a:gd name="connsiteY14" fmla="*/ 1286592 h 1316048"/>
              <a:gd name="connsiteX15" fmla="*/ 5591175 w 6857999"/>
              <a:gd name="connsiteY15" fmla="*/ 1286592 h 1316048"/>
              <a:gd name="connsiteX16" fmla="*/ 5591175 w 6857999"/>
              <a:gd name="connsiteY16" fmla="*/ 270811 h 1316048"/>
              <a:gd name="connsiteX17" fmla="*/ 5908357 w 6857999"/>
              <a:gd name="connsiteY17" fmla="*/ 270811 h 1316048"/>
              <a:gd name="connsiteX18" fmla="*/ 5908357 w 6857999"/>
              <a:gd name="connsiteY18" fmla="*/ 554926 h 1316048"/>
              <a:gd name="connsiteX19" fmla="*/ 6250305 w 6857999"/>
              <a:gd name="connsiteY19" fmla="*/ 263209 h 1316048"/>
              <a:gd name="connsiteX20" fmla="*/ 3664267 w 6857999"/>
              <a:gd name="connsiteY20" fmla="*/ 240404 h 1316048"/>
              <a:gd name="connsiteX21" fmla="*/ 3927157 w 6857999"/>
              <a:gd name="connsiteY21" fmla="*/ 483659 h 1316048"/>
              <a:gd name="connsiteX22" fmla="*/ 4250055 w 6857999"/>
              <a:gd name="connsiteY22" fmla="*/ 240404 h 1316048"/>
              <a:gd name="connsiteX23" fmla="*/ 4533900 w 6857999"/>
              <a:gd name="connsiteY23" fmla="*/ 591984 h 1316048"/>
              <a:gd name="connsiteX24" fmla="*/ 4533900 w 6857999"/>
              <a:gd name="connsiteY24" fmla="*/ 1286592 h 1316048"/>
              <a:gd name="connsiteX25" fmla="*/ 4212907 w 6857999"/>
              <a:gd name="connsiteY25" fmla="*/ 1286592 h 1316048"/>
              <a:gd name="connsiteX26" fmla="*/ 4212907 w 6857999"/>
              <a:gd name="connsiteY26" fmla="*/ 640445 h 1316048"/>
              <a:gd name="connsiteX27" fmla="*/ 4110037 w 6857999"/>
              <a:gd name="connsiteY27" fmla="*/ 498863 h 1316048"/>
              <a:gd name="connsiteX28" fmla="*/ 3949065 w 6857999"/>
              <a:gd name="connsiteY28" fmla="*/ 750670 h 1316048"/>
              <a:gd name="connsiteX29" fmla="*/ 3949065 w 6857999"/>
              <a:gd name="connsiteY29" fmla="*/ 1286592 h 1316048"/>
              <a:gd name="connsiteX30" fmla="*/ 3627119 w 6857999"/>
              <a:gd name="connsiteY30" fmla="*/ 1286592 h 1316048"/>
              <a:gd name="connsiteX31" fmla="*/ 3627119 w 6857999"/>
              <a:gd name="connsiteY31" fmla="*/ 640445 h 1316048"/>
              <a:gd name="connsiteX32" fmla="*/ 3524250 w 6857999"/>
              <a:gd name="connsiteY32" fmla="*/ 498863 h 1316048"/>
              <a:gd name="connsiteX33" fmla="*/ 3365182 w 6857999"/>
              <a:gd name="connsiteY33" fmla="*/ 750670 h 1316048"/>
              <a:gd name="connsiteX34" fmla="*/ 3365182 w 6857999"/>
              <a:gd name="connsiteY34" fmla="*/ 1286592 h 1316048"/>
              <a:gd name="connsiteX35" fmla="*/ 3043237 w 6857999"/>
              <a:gd name="connsiteY35" fmla="*/ 1286592 h 1316048"/>
              <a:gd name="connsiteX36" fmla="*/ 3043237 w 6857999"/>
              <a:gd name="connsiteY36" fmla="*/ 270811 h 1316048"/>
              <a:gd name="connsiteX37" fmla="*/ 3361372 w 6857999"/>
              <a:gd name="connsiteY37" fmla="*/ 270811 h 1316048"/>
              <a:gd name="connsiteX38" fmla="*/ 3361372 w 6857999"/>
              <a:gd name="connsiteY38" fmla="*/ 462755 h 1316048"/>
              <a:gd name="connsiteX39" fmla="*/ 3664267 w 6857999"/>
              <a:gd name="connsiteY39" fmla="*/ 240404 h 1316048"/>
              <a:gd name="connsiteX40" fmla="*/ 5056822 w 6857999"/>
              <a:gd name="connsiteY40" fmla="*/ 236603 h 1316048"/>
              <a:gd name="connsiteX41" fmla="*/ 5488305 w 6857999"/>
              <a:gd name="connsiteY41" fmla="*/ 651847 h 1316048"/>
              <a:gd name="connsiteX42" fmla="*/ 5488305 w 6857999"/>
              <a:gd name="connsiteY42" fmla="*/ 1286591 h 1316048"/>
              <a:gd name="connsiteX43" fmla="*/ 5178742 w 6857999"/>
              <a:gd name="connsiteY43" fmla="*/ 1286591 h 1316048"/>
              <a:gd name="connsiteX44" fmla="*/ 5178742 w 6857999"/>
              <a:gd name="connsiteY44" fmla="*/ 1145009 h 1316048"/>
              <a:gd name="connsiteX45" fmla="*/ 4892039 w 6857999"/>
              <a:gd name="connsiteY45" fmla="*/ 1316048 h 1316048"/>
              <a:gd name="connsiteX46" fmla="*/ 4592002 w 6857999"/>
              <a:gd name="connsiteY46" fmla="*/ 1022432 h 1316048"/>
              <a:gd name="connsiteX47" fmla="*/ 4958714 w 6857999"/>
              <a:gd name="connsiteY47" fmla="*/ 689856 h 1316048"/>
              <a:gd name="connsiteX48" fmla="*/ 5169217 w 6857999"/>
              <a:gd name="connsiteY48" fmla="*/ 586282 h 1316048"/>
              <a:gd name="connsiteX49" fmla="*/ 5021580 w 6857999"/>
              <a:gd name="connsiteY49" fmla="*/ 490311 h 1316048"/>
              <a:gd name="connsiteX50" fmla="*/ 4656772 w 6857999"/>
              <a:gd name="connsiteY50" fmla="*/ 628092 h 1316048"/>
              <a:gd name="connsiteX51" fmla="*/ 4656772 w 6857999"/>
              <a:gd name="connsiteY51" fmla="*/ 360131 h 1316048"/>
              <a:gd name="connsiteX52" fmla="*/ 5056822 w 6857999"/>
              <a:gd name="connsiteY52" fmla="*/ 236603 h 1316048"/>
              <a:gd name="connsiteX53" fmla="*/ 2083117 w 6857999"/>
              <a:gd name="connsiteY53" fmla="*/ 236603 h 1316048"/>
              <a:gd name="connsiteX54" fmla="*/ 2514600 w 6857999"/>
              <a:gd name="connsiteY54" fmla="*/ 651847 h 1316048"/>
              <a:gd name="connsiteX55" fmla="*/ 2514600 w 6857999"/>
              <a:gd name="connsiteY55" fmla="*/ 1286591 h 1316048"/>
              <a:gd name="connsiteX56" fmla="*/ 2205037 w 6857999"/>
              <a:gd name="connsiteY56" fmla="*/ 1286591 h 1316048"/>
              <a:gd name="connsiteX57" fmla="*/ 2205037 w 6857999"/>
              <a:gd name="connsiteY57" fmla="*/ 1145009 h 1316048"/>
              <a:gd name="connsiteX58" fmla="*/ 1918335 w 6857999"/>
              <a:gd name="connsiteY58" fmla="*/ 1316048 h 1316048"/>
              <a:gd name="connsiteX59" fmla="*/ 1618297 w 6857999"/>
              <a:gd name="connsiteY59" fmla="*/ 1022432 h 1316048"/>
              <a:gd name="connsiteX60" fmla="*/ 1985010 w 6857999"/>
              <a:gd name="connsiteY60" fmla="*/ 689856 h 1316048"/>
              <a:gd name="connsiteX61" fmla="*/ 2195512 w 6857999"/>
              <a:gd name="connsiteY61" fmla="*/ 586282 h 1316048"/>
              <a:gd name="connsiteX62" fmla="*/ 2047875 w 6857999"/>
              <a:gd name="connsiteY62" fmla="*/ 490311 h 1316048"/>
              <a:gd name="connsiteX63" fmla="*/ 1683067 w 6857999"/>
              <a:gd name="connsiteY63" fmla="*/ 628092 h 1316048"/>
              <a:gd name="connsiteX64" fmla="*/ 1683067 w 6857999"/>
              <a:gd name="connsiteY64" fmla="*/ 360131 h 1316048"/>
              <a:gd name="connsiteX65" fmla="*/ 2083117 w 6857999"/>
              <a:gd name="connsiteY65" fmla="*/ 236603 h 1316048"/>
              <a:gd name="connsiteX66" fmla="*/ 6323647 w 6857999"/>
              <a:gd name="connsiteY66" fmla="*/ 72216 h 1316048"/>
              <a:gd name="connsiteX67" fmla="*/ 6645592 w 6857999"/>
              <a:gd name="connsiteY67" fmla="*/ 72216 h 1316048"/>
              <a:gd name="connsiteX68" fmla="*/ 6645592 w 6857999"/>
              <a:gd name="connsiteY68" fmla="*/ 270811 h 1316048"/>
              <a:gd name="connsiteX69" fmla="*/ 6857999 w 6857999"/>
              <a:gd name="connsiteY69" fmla="*/ 270811 h 1316048"/>
              <a:gd name="connsiteX70" fmla="*/ 6857999 w 6857999"/>
              <a:gd name="connsiteY70" fmla="*/ 520718 h 1316048"/>
              <a:gd name="connsiteX71" fmla="*/ 6645592 w 6857999"/>
              <a:gd name="connsiteY71" fmla="*/ 520718 h 1316048"/>
              <a:gd name="connsiteX72" fmla="*/ 6645592 w 6857999"/>
              <a:gd name="connsiteY72" fmla="*/ 905555 h 1316048"/>
              <a:gd name="connsiteX73" fmla="*/ 6769417 w 6857999"/>
              <a:gd name="connsiteY73" fmla="*/ 1048088 h 1316048"/>
              <a:gd name="connsiteX74" fmla="*/ 6857999 w 6857999"/>
              <a:gd name="connsiteY74" fmla="*/ 1024332 h 1316048"/>
              <a:gd name="connsiteX75" fmla="*/ 6857999 w 6857999"/>
              <a:gd name="connsiteY75" fmla="*/ 1272339 h 1316048"/>
              <a:gd name="connsiteX76" fmla="*/ 6681787 w 6857999"/>
              <a:gd name="connsiteY76" fmla="*/ 1307497 h 1316048"/>
              <a:gd name="connsiteX77" fmla="*/ 6323647 w 6857999"/>
              <a:gd name="connsiteY77" fmla="*/ 949265 h 1316048"/>
              <a:gd name="connsiteX78" fmla="*/ 2617470 w 6857999"/>
              <a:gd name="connsiteY78" fmla="*/ 0 h 1316048"/>
              <a:gd name="connsiteX79" fmla="*/ 2939415 w 6857999"/>
              <a:gd name="connsiteY79" fmla="*/ 0 h 1316048"/>
              <a:gd name="connsiteX80" fmla="*/ 2939415 w 6857999"/>
              <a:gd name="connsiteY80" fmla="*/ 1286592 h 1316048"/>
              <a:gd name="connsiteX81" fmla="*/ 2617470 w 6857999"/>
              <a:gd name="connsiteY81" fmla="*/ 1286592 h 1316048"/>
              <a:gd name="connsiteX82" fmla="*/ 0 w 6857999"/>
              <a:gd name="connsiteY82" fmla="*/ 0 h 1316048"/>
              <a:gd name="connsiteX83" fmla="*/ 332423 w 6857999"/>
              <a:gd name="connsiteY83" fmla="*/ 0 h 1316048"/>
              <a:gd name="connsiteX84" fmla="*/ 501968 w 6857999"/>
              <a:gd name="connsiteY84" fmla="*/ 849493 h 1316048"/>
              <a:gd name="connsiteX85" fmla="*/ 692468 w 6857999"/>
              <a:gd name="connsiteY85" fmla="*/ 0 h 1316048"/>
              <a:gd name="connsiteX86" fmla="*/ 1022033 w 6857999"/>
              <a:gd name="connsiteY86" fmla="*/ 0 h 1316048"/>
              <a:gd name="connsiteX87" fmla="*/ 1211580 w 6857999"/>
              <a:gd name="connsiteY87" fmla="*/ 849493 h 1316048"/>
              <a:gd name="connsiteX88" fmla="*/ 1380173 w 6857999"/>
              <a:gd name="connsiteY88" fmla="*/ 0 h 1316048"/>
              <a:gd name="connsiteX89" fmla="*/ 1697355 w 6857999"/>
              <a:gd name="connsiteY89" fmla="*/ 0 h 1316048"/>
              <a:gd name="connsiteX90" fmla="*/ 1424940 w 6857999"/>
              <a:gd name="connsiteY90" fmla="*/ 1286592 h 1316048"/>
              <a:gd name="connsiteX91" fmla="*/ 1044893 w 6857999"/>
              <a:gd name="connsiteY91" fmla="*/ 1286592 h 1316048"/>
              <a:gd name="connsiteX92" fmla="*/ 853440 w 6857999"/>
              <a:gd name="connsiteY92" fmla="*/ 426647 h 1316048"/>
              <a:gd name="connsiteX93" fmla="*/ 661035 w 6857999"/>
              <a:gd name="connsiteY93" fmla="*/ 1286592 h 1316048"/>
              <a:gd name="connsiteX94" fmla="*/ 272415 w 6857999"/>
              <a:gd name="connsiteY94" fmla="*/ 1286592 h 1316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6857999" h="1316048">
                <a:moveTo>
                  <a:pt x="2192655" y="791529"/>
                </a:moveTo>
                <a:cubicBezTo>
                  <a:pt x="2163127" y="820036"/>
                  <a:pt x="2117407" y="839040"/>
                  <a:pt x="2070735" y="856144"/>
                </a:cubicBezTo>
                <a:cubicBezTo>
                  <a:pt x="1980247" y="889401"/>
                  <a:pt x="1921192" y="921709"/>
                  <a:pt x="1921192" y="1001527"/>
                </a:cubicBezTo>
                <a:cubicBezTo>
                  <a:pt x="1921192" y="1065191"/>
                  <a:pt x="1962150" y="1112702"/>
                  <a:pt x="2040255" y="1112702"/>
                </a:cubicBezTo>
                <a:cubicBezTo>
                  <a:pt x="2132647" y="1112702"/>
                  <a:pt x="2191702" y="1048087"/>
                  <a:pt x="2192655" y="936912"/>
                </a:cubicBezTo>
                <a:close/>
                <a:moveTo>
                  <a:pt x="5166360" y="790579"/>
                </a:moveTo>
                <a:cubicBezTo>
                  <a:pt x="5136832" y="820036"/>
                  <a:pt x="5091112" y="839040"/>
                  <a:pt x="5044439" y="856144"/>
                </a:cubicBezTo>
                <a:cubicBezTo>
                  <a:pt x="4953952" y="889401"/>
                  <a:pt x="4894897" y="921709"/>
                  <a:pt x="4894897" y="1001527"/>
                </a:cubicBezTo>
                <a:cubicBezTo>
                  <a:pt x="4894897" y="1065191"/>
                  <a:pt x="4935855" y="1112702"/>
                  <a:pt x="5013960" y="1112702"/>
                </a:cubicBezTo>
                <a:cubicBezTo>
                  <a:pt x="5107305" y="1112702"/>
                  <a:pt x="5165407" y="1048087"/>
                  <a:pt x="5166360" y="935962"/>
                </a:cubicBezTo>
                <a:close/>
                <a:moveTo>
                  <a:pt x="6250305" y="263209"/>
                </a:moveTo>
                <a:lnTo>
                  <a:pt x="6250305" y="603387"/>
                </a:lnTo>
                <a:cubicBezTo>
                  <a:pt x="6234113" y="596735"/>
                  <a:pt x="6195060" y="592934"/>
                  <a:pt x="6156007" y="592934"/>
                </a:cubicBezTo>
                <a:cubicBezTo>
                  <a:pt x="6038850" y="592934"/>
                  <a:pt x="5913120" y="644246"/>
                  <a:pt x="5913120" y="852343"/>
                </a:cubicBezTo>
                <a:lnTo>
                  <a:pt x="5913120" y="1286592"/>
                </a:lnTo>
                <a:lnTo>
                  <a:pt x="5591175" y="1286592"/>
                </a:lnTo>
                <a:lnTo>
                  <a:pt x="5591175" y="270811"/>
                </a:lnTo>
                <a:lnTo>
                  <a:pt x="5908357" y="270811"/>
                </a:lnTo>
                <a:lnTo>
                  <a:pt x="5908357" y="554926"/>
                </a:lnTo>
                <a:cubicBezTo>
                  <a:pt x="5952173" y="373434"/>
                  <a:pt x="6064568" y="254657"/>
                  <a:pt x="6250305" y="263209"/>
                </a:cubicBezTo>
                <a:close/>
                <a:moveTo>
                  <a:pt x="3664267" y="240404"/>
                </a:moveTo>
                <a:cubicBezTo>
                  <a:pt x="3805237" y="240404"/>
                  <a:pt x="3905250" y="331625"/>
                  <a:pt x="3927157" y="483659"/>
                </a:cubicBezTo>
                <a:cubicBezTo>
                  <a:pt x="3977640" y="343978"/>
                  <a:pt x="4082415" y="240404"/>
                  <a:pt x="4250055" y="240404"/>
                </a:cubicBezTo>
                <a:cubicBezTo>
                  <a:pt x="4432935" y="240404"/>
                  <a:pt x="4533900" y="369633"/>
                  <a:pt x="4533900" y="591984"/>
                </a:cubicBezTo>
                <a:lnTo>
                  <a:pt x="4533900" y="1286592"/>
                </a:lnTo>
                <a:lnTo>
                  <a:pt x="4212907" y="1286592"/>
                </a:lnTo>
                <a:lnTo>
                  <a:pt x="4212907" y="640445"/>
                </a:lnTo>
                <a:cubicBezTo>
                  <a:pt x="4212907" y="551125"/>
                  <a:pt x="4191952" y="498863"/>
                  <a:pt x="4110037" y="498863"/>
                </a:cubicBezTo>
                <a:cubicBezTo>
                  <a:pt x="4009072" y="498863"/>
                  <a:pt x="3949065" y="589133"/>
                  <a:pt x="3949065" y="750670"/>
                </a:cubicBezTo>
                <a:lnTo>
                  <a:pt x="3949065" y="1286592"/>
                </a:lnTo>
                <a:lnTo>
                  <a:pt x="3627119" y="1286592"/>
                </a:lnTo>
                <a:lnTo>
                  <a:pt x="3627119" y="640445"/>
                </a:lnTo>
                <a:cubicBezTo>
                  <a:pt x="3627119" y="551125"/>
                  <a:pt x="3607117" y="498863"/>
                  <a:pt x="3524250" y="498863"/>
                </a:cubicBezTo>
                <a:cubicBezTo>
                  <a:pt x="3427094" y="498863"/>
                  <a:pt x="3365182" y="589133"/>
                  <a:pt x="3365182" y="750670"/>
                </a:cubicBezTo>
                <a:lnTo>
                  <a:pt x="3365182" y="1286592"/>
                </a:lnTo>
                <a:lnTo>
                  <a:pt x="3043237" y="1286592"/>
                </a:lnTo>
                <a:lnTo>
                  <a:pt x="3043237" y="270811"/>
                </a:lnTo>
                <a:lnTo>
                  <a:pt x="3361372" y="270811"/>
                </a:lnTo>
                <a:lnTo>
                  <a:pt x="3361372" y="462755"/>
                </a:lnTo>
                <a:cubicBezTo>
                  <a:pt x="3409950" y="332575"/>
                  <a:pt x="3509962" y="240404"/>
                  <a:pt x="3664267" y="240404"/>
                </a:cubicBezTo>
                <a:close/>
                <a:moveTo>
                  <a:pt x="5056822" y="236603"/>
                </a:moveTo>
                <a:cubicBezTo>
                  <a:pt x="5335905" y="236603"/>
                  <a:pt x="5487352" y="365832"/>
                  <a:pt x="5488305" y="651847"/>
                </a:cubicBezTo>
                <a:lnTo>
                  <a:pt x="5488305" y="1286591"/>
                </a:lnTo>
                <a:lnTo>
                  <a:pt x="5178742" y="1286591"/>
                </a:lnTo>
                <a:lnTo>
                  <a:pt x="5178742" y="1145009"/>
                </a:lnTo>
                <a:cubicBezTo>
                  <a:pt x="5130164" y="1242882"/>
                  <a:pt x="5040630" y="1316048"/>
                  <a:pt x="4892039" y="1316048"/>
                </a:cubicBezTo>
                <a:cubicBezTo>
                  <a:pt x="4714874" y="1316048"/>
                  <a:pt x="4592002" y="1207724"/>
                  <a:pt x="4592002" y="1022432"/>
                </a:cubicBezTo>
                <a:cubicBezTo>
                  <a:pt x="4592002" y="822886"/>
                  <a:pt x="4728209" y="738317"/>
                  <a:pt x="4958714" y="689856"/>
                </a:cubicBezTo>
                <a:cubicBezTo>
                  <a:pt x="5112067" y="657549"/>
                  <a:pt x="5169217" y="639495"/>
                  <a:pt x="5169217" y="586282"/>
                </a:cubicBezTo>
                <a:cubicBezTo>
                  <a:pt x="5169217" y="523568"/>
                  <a:pt x="5128260" y="490311"/>
                  <a:pt x="5021580" y="490311"/>
                </a:cubicBezTo>
                <a:cubicBezTo>
                  <a:pt x="4849177" y="490311"/>
                  <a:pt x="4719637" y="571079"/>
                  <a:pt x="4656772" y="628092"/>
                </a:cubicBezTo>
                <a:lnTo>
                  <a:pt x="4656772" y="360131"/>
                </a:lnTo>
                <a:cubicBezTo>
                  <a:pt x="4708207" y="308819"/>
                  <a:pt x="4853940" y="236603"/>
                  <a:pt x="5056822" y="236603"/>
                </a:cubicBezTo>
                <a:close/>
                <a:moveTo>
                  <a:pt x="2083117" y="236603"/>
                </a:moveTo>
                <a:cubicBezTo>
                  <a:pt x="2362200" y="236603"/>
                  <a:pt x="2513647" y="365832"/>
                  <a:pt x="2514600" y="651847"/>
                </a:cubicBezTo>
                <a:lnTo>
                  <a:pt x="2514600" y="1286591"/>
                </a:lnTo>
                <a:lnTo>
                  <a:pt x="2205037" y="1286591"/>
                </a:lnTo>
                <a:lnTo>
                  <a:pt x="2205037" y="1145009"/>
                </a:lnTo>
                <a:cubicBezTo>
                  <a:pt x="2156460" y="1242882"/>
                  <a:pt x="2066925" y="1316048"/>
                  <a:pt x="1918335" y="1316048"/>
                </a:cubicBezTo>
                <a:cubicBezTo>
                  <a:pt x="1741170" y="1316048"/>
                  <a:pt x="1618297" y="1207724"/>
                  <a:pt x="1618297" y="1022432"/>
                </a:cubicBezTo>
                <a:cubicBezTo>
                  <a:pt x="1618297" y="822886"/>
                  <a:pt x="1754505" y="738317"/>
                  <a:pt x="1985010" y="689856"/>
                </a:cubicBezTo>
                <a:cubicBezTo>
                  <a:pt x="2138362" y="657549"/>
                  <a:pt x="2195512" y="639495"/>
                  <a:pt x="2195512" y="586282"/>
                </a:cubicBezTo>
                <a:cubicBezTo>
                  <a:pt x="2195512" y="523568"/>
                  <a:pt x="2154555" y="490311"/>
                  <a:pt x="2047875" y="490311"/>
                </a:cubicBezTo>
                <a:cubicBezTo>
                  <a:pt x="1875472" y="490311"/>
                  <a:pt x="1745932" y="571079"/>
                  <a:pt x="1683067" y="628092"/>
                </a:cubicBezTo>
                <a:lnTo>
                  <a:pt x="1683067" y="360131"/>
                </a:lnTo>
                <a:cubicBezTo>
                  <a:pt x="1734502" y="308819"/>
                  <a:pt x="1880235" y="236603"/>
                  <a:pt x="2083117" y="236603"/>
                </a:cubicBezTo>
                <a:close/>
                <a:moveTo>
                  <a:pt x="6323647" y="72216"/>
                </a:moveTo>
                <a:lnTo>
                  <a:pt x="6645592" y="72216"/>
                </a:lnTo>
                <a:lnTo>
                  <a:pt x="6645592" y="270811"/>
                </a:lnTo>
                <a:lnTo>
                  <a:pt x="6857999" y="270811"/>
                </a:lnTo>
                <a:lnTo>
                  <a:pt x="6857999" y="520718"/>
                </a:lnTo>
                <a:lnTo>
                  <a:pt x="6645592" y="520718"/>
                </a:lnTo>
                <a:lnTo>
                  <a:pt x="6645592" y="905555"/>
                </a:lnTo>
                <a:cubicBezTo>
                  <a:pt x="6645592" y="1016731"/>
                  <a:pt x="6695122" y="1048088"/>
                  <a:pt x="6769417" y="1048088"/>
                </a:cubicBezTo>
                <a:cubicBezTo>
                  <a:pt x="6809422" y="1048088"/>
                  <a:pt x="6839902" y="1036685"/>
                  <a:pt x="6857999" y="1024332"/>
                </a:cubicBezTo>
                <a:lnTo>
                  <a:pt x="6857999" y="1272339"/>
                </a:lnTo>
                <a:cubicBezTo>
                  <a:pt x="6836092" y="1288492"/>
                  <a:pt x="6782752" y="1307497"/>
                  <a:pt x="6681787" y="1307497"/>
                </a:cubicBezTo>
                <a:cubicBezTo>
                  <a:pt x="6462712" y="1307497"/>
                  <a:pt x="6323647" y="1193471"/>
                  <a:pt x="6323647" y="949265"/>
                </a:cubicBezTo>
                <a:close/>
                <a:moveTo>
                  <a:pt x="2617470" y="0"/>
                </a:moveTo>
                <a:lnTo>
                  <a:pt x="2939415" y="0"/>
                </a:lnTo>
                <a:lnTo>
                  <a:pt x="2939415" y="1286592"/>
                </a:lnTo>
                <a:lnTo>
                  <a:pt x="2617470" y="1286592"/>
                </a:lnTo>
                <a:close/>
                <a:moveTo>
                  <a:pt x="0" y="0"/>
                </a:moveTo>
                <a:lnTo>
                  <a:pt x="332423" y="0"/>
                </a:lnTo>
                <a:lnTo>
                  <a:pt x="501968" y="849493"/>
                </a:lnTo>
                <a:lnTo>
                  <a:pt x="692468" y="0"/>
                </a:lnTo>
                <a:lnTo>
                  <a:pt x="1022033" y="0"/>
                </a:lnTo>
                <a:lnTo>
                  <a:pt x="1211580" y="849493"/>
                </a:lnTo>
                <a:lnTo>
                  <a:pt x="1380173" y="0"/>
                </a:lnTo>
                <a:lnTo>
                  <a:pt x="1697355" y="0"/>
                </a:lnTo>
                <a:lnTo>
                  <a:pt x="1424940" y="1286592"/>
                </a:lnTo>
                <a:lnTo>
                  <a:pt x="1044893" y="1286592"/>
                </a:lnTo>
                <a:lnTo>
                  <a:pt x="853440" y="426647"/>
                </a:lnTo>
                <a:lnTo>
                  <a:pt x="661035" y="1286592"/>
                </a:lnTo>
                <a:lnTo>
                  <a:pt x="272415" y="128659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A7BE82F-BFC7-F165-5EC1-79DCB608C6B3}"/>
              </a:ext>
            </a:extLst>
          </p:cNvPr>
          <p:cNvSpPr>
            <a:spLocks noChangeAspect="1"/>
          </p:cNvSpPr>
          <p:nvPr userDrawn="1"/>
        </p:nvSpPr>
        <p:spPr>
          <a:xfrm>
            <a:off x="22990436" y="579552"/>
            <a:ext cx="782584" cy="877824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7200"/>
          </a:p>
        </p:txBody>
      </p:sp>
    </p:spTree>
    <p:extLst>
      <p:ext uri="{BB962C8B-B14F-4D97-AF65-F5344CB8AC3E}">
        <p14:creationId xmlns:p14="http://schemas.microsoft.com/office/powerpoint/2010/main" val="874971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2A6F0C1-C469-AC7F-F50A-3617CEF535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92240" y="2176271"/>
            <a:ext cx="15220775" cy="8833104"/>
          </a:xfrm>
        </p:spPr>
        <p:txBody>
          <a:bodyPr numCol="2" spcCol="365760"/>
          <a:lstStyle>
            <a:lvl1pPr marL="742950" indent="-742950">
              <a:lnSpc>
                <a:spcPts val="4600"/>
              </a:lnSpc>
              <a:spcBef>
                <a:spcPts val="0"/>
              </a:spcBef>
              <a:spcAft>
                <a:spcPts val="3100"/>
              </a:spcAft>
              <a:buFont typeface="+mj-lt"/>
              <a:buAutoNum type="arabicPeriod"/>
              <a:defRPr sz="36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0894AE67-4CA4-15A1-2B54-97BF8D9BDDC3}"/>
              </a:ext>
            </a:extLst>
          </p:cNvPr>
          <p:cNvSpPr/>
          <p:nvPr userDrawn="1"/>
        </p:nvSpPr>
        <p:spPr>
          <a:xfrm>
            <a:off x="23336162" y="590412"/>
            <a:ext cx="380546" cy="425614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720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A2040A6-5563-DD14-51FB-EF9850DF5A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6" y="2121408"/>
            <a:ext cx="5497512" cy="17206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D76779-C820-7E03-A8A5-0B77C6A4947A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577379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84DD5BD4-8A5C-1CDF-3014-641D7F9BCB3B}"/>
              </a:ext>
            </a:extLst>
          </p:cNvPr>
          <p:cNvSpPr/>
          <p:nvPr/>
        </p:nvSpPr>
        <p:spPr>
          <a:xfrm>
            <a:off x="682626" y="4899712"/>
            <a:ext cx="11347500" cy="6452512"/>
          </a:xfrm>
          <a:custGeom>
            <a:avLst/>
            <a:gdLst>
              <a:gd name="connsiteX0" fmla="*/ 10940643 w 11347500"/>
              <a:gd name="connsiteY0" fmla="*/ 0 h 6452512"/>
              <a:gd name="connsiteX1" fmla="*/ 11347500 w 11347500"/>
              <a:gd name="connsiteY1" fmla="*/ 406058 h 6452512"/>
              <a:gd name="connsiteX2" fmla="*/ 11347500 w 11347500"/>
              <a:gd name="connsiteY2" fmla="*/ 6046455 h 6452512"/>
              <a:gd name="connsiteX3" fmla="*/ 10940643 w 11347500"/>
              <a:gd name="connsiteY3" fmla="*/ 6452513 h 6452512"/>
              <a:gd name="connsiteX4" fmla="*/ 406857 w 11347500"/>
              <a:gd name="connsiteY4" fmla="*/ 6452513 h 6452512"/>
              <a:gd name="connsiteX5" fmla="*/ 0 w 11347500"/>
              <a:gd name="connsiteY5" fmla="*/ 6046455 h 6452512"/>
              <a:gd name="connsiteX6" fmla="*/ 0 w 11347500"/>
              <a:gd name="connsiteY6" fmla="*/ 406058 h 6452512"/>
              <a:gd name="connsiteX7" fmla="*/ 406857 w 11347500"/>
              <a:gd name="connsiteY7" fmla="*/ 0 h 6452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47500" h="6452512">
                <a:moveTo>
                  <a:pt x="10940643" y="0"/>
                </a:moveTo>
                <a:cubicBezTo>
                  <a:pt x="11165344" y="0"/>
                  <a:pt x="11347500" y="181798"/>
                  <a:pt x="11347500" y="406058"/>
                </a:cubicBezTo>
                <a:lnTo>
                  <a:pt x="11347500" y="6046455"/>
                </a:lnTo>
                <a:cubicBezTo>
                  <a:pt x="11347500" y="6270715"/>
                  <a:pt x="11165344" y="6452513"/>
                  <a:pt x="10940643" y="6452513"/>
                </a:cubicBezTo>
                <a:lnTo>
                  <a:pt x="406857" y="6452513"/>
                </a:lnTo>
                <a:cubicBezTo>
                  <a:pt x="182156" y="6452513"/>
                  <a:pt x="0" y="6270715"/>
                  <a:pt x="0" y="6046455"/>
                </a:cubicBezTo>
                <a:lnTo>
                  <a:pt x="0" y="406058"/>
                </a:lnTo>
                <a:cubicBezTo>
                  <a:pt x="0" y="181798"/>
                  <a:pt x="182156" y="0"/>
                  <a:pt x="406857" y="0"/>
                </a:cubicBezTo>
                <a:close/>
              </a:path>
            </a:pathLst>
          </a:custGeom>
          <a:solidFill>
            <a:schemeClr val="accent4"/>
          </a:solidFill>
          <a:ln w="1271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3F6E1D8-58BE-EE28-CA50-34E407DC08A3}"/>
              </a:ext>
            </a:extLst>
          </p:cNvPr>
          <p:cNvSpPr/>
          <p:nvPr/>
        </p:nvSpPr>
        <p:spPr>
          <a:xfrm>
            <a:off x="12373411" y="4899712"/>
            <a:ext cx="11347500" cy="6452512"/>
          </a:xfrm>
          <a:custGeom>
            <a:avLst/>
            <a:gdLst>
              <a:gd name="connsiteX0" fmla="*/ 10940643 w 11347500"/>
              <a:gd name="connsiteY0" fmla="*/ 0 h 6452512"/>
              <a:gd name="connsiteX1" fmla="*/ 11347500 w 11347500"/>
              <a:gd name="connsiteY1" fmla="*/ 406058 h 6452512"/>
              <a:gd name="connsiteX2" fmla="*/ 11347500 w 11347500"/>
              <a:gd name="connsiteY2" fmla="*/ 6046455 h 6452512"/>
              <a:gd name="connsiteX3" fmla="*/ 10940643 w 11347500"/>
              <a:gd name="connsiteY3" fmla="*/ 6452513 h 6452512"/>
              <a:gd name="connsiteX4" fmla="*/ 406857 w 11347500"/>
              <a:gd name="connsiteY4" fmla="*/ 6452513 h 6452512"/>
              <a:gd name="connsiteX5" fmla="*/ 0 w 11347500"/>
              <a:gd name="connsiteY5" fmla="*/ 6046455 h 6452512"/>
              <a:gd name="connsiteX6" fmla="*/ 0 w 11347500"/>
              <a:gd name="connsiteY6" fmla="*/ 406058 h 6452512"/>
              <a:gd name="connsiteX7" fmla="*/ 406857 w 11347500"/>
              <a:gd name="connsiteY7" fmla="*/ 0 h 6452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47500" h="6452512">
                <a:moveTo>
                  <a:pt x="10940643" y="0"/>
                </a:moveTo>
                <a:cubicBezTo>
                  <a:pt x="11165344" y="0"/>
                  <a:pt x="11347500" y="181798"/>
                  <a:pt x="11347500" y="406058"/>
                </a:cubicBezTo>
                <a:lnTo>
                  <a:pt x="11347500" y="6046455"/>
                </a:lnTo>
                <a:cubicBezTo>
                  <a:pt x="11347500" y="6270715"/>
                  <a:pt x="11165344" y="6452513"/>
                  <a:pt x="10940643" y="6452513"/>
                </a:cubicBezTo>
                <a:lnTo>
                  <a:pt x="406857" y="6452513"/>
                </a:lnTo>
                <a:cubicBezTo>
                  <a:pt x="182156" y="6452513"/>
                  <a:pt x="0" y="6270715"/>
                  <a:pt x="0" y="6046455"/>
                </a:cubicBezTo>
                <a:lnTo>
                  <a:pt x="0" y="406058"/>
                </a:lnTo>
                <a:cubicBezTo>
                  <a:pt x="0" y="181798"/>
                  <a:pt x="182156" y="0"/>
                  <a:pt x="406857" y="0"/>
                </a:cubicBezTo>
                <a:close/>
              </a:path>
            </a:pathLst>
          </a:custGeom>
          <a:solidFill>
            <a:schemeClr val="accent4"/>
          </a:solidFill>
          <a:ln w="1271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5" y="2121408"/>
            <a:ext cx="23034083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5043" y="5640131"/>
            <a:ext cx="10363676" cy="635027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3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5043" y="6414885"/>
            <a:ext cx="10616984" cy="4000354"/>
          </a:xfrm>
        </p:spPr>
        <p:txBody>
          <a:bodyPr/>
          <a:lstStyle>
            <a:lvl1pPr>
              <a:spcAft>
                <a:spcPts val="1500"/>
              </a:spcAft>
              <a:defRPr/>
            </a:lvl1pPr>
            <a:lvl2pPr>
              <a:spcAft>
                <a:spcPts val="1500"/>
              </a:spcAft>
              <a:defRPr/>
            </a:lvl2pPr>
            <a:lvl3pPr>
              <a:spcAft>
                <a:spcPts val="1500"/>
              </a:spcAft>
              <a:defRPr/>
            </a:lvl3pPr>
            <a:lvl4pPr>
              <a:spcAft>
                <a:spcPts val="1500"/>
              </a:spcAft>
              <a:defRPr/>
            </a:lvl4pPr>
            <a:lvl5pPr>
              <a:spcAft>
                <a:spcPts val="15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13033604" y="5640131"/>
            <a:ext cx="10363676" cy="635027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3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033604" y="6414885"/>
            <a:ext cx="9671258" cy="4000354"/>
          </a:xfrm>
        </p:spPr>
        <p:txBody>
          <a:bodyPr/>
          <a:lstStyle>
            <a:lvl1pPr>
              <a:spcAft>
                <a:spcPts val="1500"/>
              </a:spcAft>
              <a:defRPr/>
            </a:lvl1pPr>
            <a:lvl2pPr>
              <a:spcAft>
                <a:spcPts val="1500"/>
              </a:spcAft>
              <a:defRPr/>
            </a:lvl2pPr>
            <a:lvl3pPr>
              <a:spcAft>
                <a:spcPts val="1500"/>
              </a:spcAft>
              <a:defRPr/>
            </a:lvl3pPr>
            <a:lvl4pPr>
              <a:spcAft>
                <a:spcPts val="1500"/>
              </a:spcAft>
              <a:defRPr/>
            </a:lvl4pPr>
            <a:lvl5pPr>
              <a:spcAft>
                <a:spcPts val="15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447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rincip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8E0E1680-F589-C4E1-A54B-960E0FA9F8ED}"/>
              </a:ext>
            </a:extLst>
          </p:cNvPr>
          <p:cNvSpPr/>
          <p:nvPr/>
        </p:nvSpPr>
        <p:spPr>
          <a:xfrm>
            <a:off x="6535618" y="5793641"/>
            <a:ext cx="17159407" cy="3197913"/>
          </a:xfrm>
          <a:custGeom>
            <a:avLst/>
            <a:gdLst>
              <a:gd name="connsiteX0" fmla="*/ 16833672 w 17241700"/>
              <a:gd name="connsiteY0" fmla="*/ 0 h 3197913"/>
              <a:gd name="connsiteX1" fmla="*/ 17241700 w 17241700"/>
              <a:gd name="connsiteY1" fmla="*/ 408027 h 3197913"/>
              <a:gd name="connsiteX2" fmla="*/ 17241700 w 17241700"/>
              <a:gd name="connsiteY2" fmla="*/ 2789886 h 3197913"/>
              <a:gd name="connsiteX3" fmla="*/ 16833672 w 17241700"/>
              <a:gd name="connsiteY3" fmla="*/ 3197913 h 3197913"/>
              <a:gd name="connsiteX4" fmla="*/ 408027 w 17241700"/>
              <a:gd name="connsiteY4" fmla="*/ 3197913 h 3197913"/>
              <a:gd name="connsiteX5" fmla="*/ -1 w 17241700"/>
              <a:gd name="connsiteY5" fmla="*/ 2789886 h 3197913"/>
              <a:gd name="connsiteX6" fmla="*/ -1 w 17241700"/>
              <a:gd name="connsiteY6" fmla="*/ 408027 h 3197913"/>
              <a:gd name="connsiteX7" fmla="*/ 408027 w 17241700"/>
              <a:gd name="connsiteY7" fmla="*/ 0 h 319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41700" h="3197913">
                <a:moveTo>
                  <a:pt x="16833672" y="0"/>
                </a:moveTo>
                <a:cubicBezTo>
                  <a:pt x="17059020" y="0"/>
                  <a:pt x="17241700" y="182680"/>
                  <a:pt x="17241700" y="408027"/>
                </a:cubicBezTo>
                <a:lnTo>
                  <a:pt x="17241700" y="2789886"/>
                </a:lnTo>
                <a:cubicBezTo>
                  <a:pt x="17241700" y="3015233"/>
                  <a:pt x="17059020" y="3197913"/>
                  <a:pt x="16833672" y="3197913"/>
                </a:cubicBezTo>
                <a:lnTo>
                  <a:pt x="408027" y="3197913"/>
                </a:lnTo>
                <a:cubicBezTo>
                  <a:pt x="182679" y="3197913"/>
                  <a:pt x="-1" y="3015233"/>
                  <a:pt x="-1" y="2789886"/>
                </a:cubicBezTo>
                <a:lnTo>
                  <a:pt x="-1" y="408027"/>
                </a:lnTo>
                <a:cubicBezTo>
                  <a:pt x="-1" y="182679"/>
                  <a:pt x="182679" y="0"/>
                  <a:pt x="408027" y="0"/>
                </a:cubicBezTo>
                <a:close/>
              </a:path>
            </a:pathLst>
          </a:custGeom>
          <a:solidFill>
            <a:schemeClr val="accent3"/>
          </a:solidFill>
          <a:ln w="127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F7C52D1-9985-29FC-C893-02C68E585187}"/>
              </a:ext>
            </a:extLst>
          </p:cNvPr>
          <p:cNvSpPr/>
          <p:nvPr/>
        </p:nvSpPr>
        <p:spPr>
          <a:xfrm>
            <a:off x="6535618" y="9373059"/>
            <a:ext cx="17159407" cy="3197913"/>
          </a:xfrm>
          <a:custGeom>
            <a:avLst/>
            <a:gdLst>
              <a:gd name="connsiteX0" fmla="*/ 16833672 w 17241700"/>
              <a:gd name="connsiteY0" fmla="*/ 0 h 3197913"/>
              <a:gd name="connsiteX1" fmla="*/ 17241700 w 17241700"/>
              <a:gd name="connsiteY1" fmla="*/ 408028 h 3197913"/>
              <a:gd name="connsiteX2" fmla="*/ 17241700 w 17241700"/>
              <a:gd name="connsiteY2" fmla="*/ 2789886 h 3197913"/>
              <a:gd name="connsiteX3" fmla="*/ 16833672 w 17241700"/>
              <a:gd name="connsiteY3" fmla="*/ 3197914 h 3197913"/>
              <a:gd name="connsiteX4" fmla="*/ 408027 w 17241700"/>
              <a:gd name="connsiteY4" fmla="*/ 3197914 h 3197913"/>
              <a:gd name="connsiteX5" fmla="*/ -1 w 17241700"/>
              <a:gd name="connsiteY5" fmla="*/ 2789886 h 3197913"/>
              <a:gd name="connsiteX6" fmla="*/ -1 w 17241700"/>
              <a:gd name="connsiteY6" fmla="*/ 408028 h 3197913"/>
              <a:gd name="connsiteX7" fmla="*/ 408027 w 17241700"/>
              <a:gd name="connsiteY7" fmla="*/ 0 h 319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41700" h="3197913">
                <a:moveTo>
                  <a:pt x="16833672" y="0"/>
                </a:moveTo>
                <a:cubicBezTo>
                  <a:pt x="17059020" y="0"/>
                  <a:pt x="17241700" y="182681"/>
                  <a:pt x="17241700" y="408028"/>
                </a:cubicBezTo>
                <a:lnTo>
                  <a:pt x="17241700" y="2789886"/>
                </a:lnTo>
                <a:cubicBezTo>
                  <a:pt x="17241700" y="3015233"/>
                  <a:pt x="17059020" y="3197914"/>
                  <a:pt x="16833672" y="3197914"/>
                </a:cubicBezTo>
                <a:lnTo>
                  <a:pt x="408027" y="3197914"/>
                </a:lnTo>
                <a:cubicBezTo>
                  <a:pt x="182679" y="3197914"/>
                  <a:pt x="-1" y="3015233"/>
                  <a:pt x="-1" y="2789886"/>
                </a:cubicBezTo>
                <a:lnTo>
                  <a:pt x="-1" y="408028"/>
                </a:lnTo>
                <a:cubicBezTo>
                  <a:pt x="-1" y="182681"/>
                  <a:pt x="182679" y="0"/>
                  <a:pt x="408027" y="0"/>
                </a:cubicBezTo>
                <a:close/>
              </a:path>
            </a:pathLst>
          </a:custGeom>
          <a:solidFill>
            <a:schemeClr val="accent4"/>
          </a:solidFill>
          <a:ln w="127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39A8F30-CBD4-41E5-A7C7-09A916732CDE}"/>
              </a:ext>
            </a:extLst>
          </p:cNvPr>
          <p:cNvSpPr/>
          <p:nvPr userDrawn="1"/>
        </p:nvSpPr>
        <p:spPr>
          <a:xfrm>
            <a:off x="6535618" y="2214224"/>
            <a:ext cx="17159407" cy="3197913"/>
          </a:xfrm>
          <a:custGeom>
            <a:avLst/>
            <a:gdLst>
              <a:gd name="connsiteX0" fmla="*/ 16833672 w 17241700"/>
              <a:gd name="connsiteY0" fmla="*/ 0 h 3197913"/>
              <a:gd name="connsiteX1" fmla="*/ 17241700 w 17241700"/>
              <a:gd name="connsiteY1" fmla="*/ 408027 h 3197913"/>
              <a:gd name="connsiteX2" fmla="*/ 17241700 w 17241700"/>
              <a:gd name="connsiteY2" fmla="*/ 2789886 h 3197913"/>
              <a:gd name="connsiteX3" fmla="*/ 16833672 w 17241700"/>
              <a:gd name="connsiteY3" fmla="*/ 3197913 h 3197913"/>
              <a:gd name="connsiteX4" fmla="*/ 408027 w 17241700"/>
              <a:gd name="connsiteY4" fmla="*/ 3197913 h 3197913"/>
              <a:gd name="connsiteX5" fmla="*/ -1 w 17241700"/>
              <a:gd name="connsiteY5" fmla="*/ 2789886 h 3197913"/>
              <a:gd name="connsiteX6" fmla="*/ -1 w 17241700"/>
              <a:gd name="connsiteY6" fmla="*/ 408027 h 3197913"/>
              <a:gd name="connsiteX7" fmla="*/ 408027 w 17241700"/>
              <a:gd name="connsiteY7" fmla="*/ 0 h 319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41700" h="3197913">
                <a:moveTo>
                  <a:pt x="16833672" y="0"/>
                </a:moveTo>
                <a:cubicBezTo>
                  <a:pt x="17059020" y="0"/>
                  <a:pt x="17241700" y="182680"/>
                  <a:pt x="17241700" y="408027"/>
                </a:cubicBezTo>
                <a:lnTo>
                  <a:pt x="17241700" y="2789886"/>
                </a:lnTo>
                <a:cubicBezTo>
                  <a:pt x="17241700" y="3015233"/>
                  <a:pt x="17059020" y="3197913"/>
                  <a:pt x="16833672" y="3197913"/>
                </a:cubicBezTo>
                <a:lnTo>
                  <a:pt x="408027" y="3197913"/>
                </a:lnTo>
                <a:cubicBezTo>
                  <a:pt x="182679" y="3197913"/>
                  <a:pt x="-1" y="3015233"/>
                  <a:pt x="-1" y="2789886"/>
                </a:cubicBezTo>
                <a:lnTo>
                  <a:pt x="-1" y="408027"/>
                </a:lnTo>
                <a:cubicBezTo>
                  <a:pt x="-1" y="182679"/>
                  <a:pt x="182679" y="0"/>
                  <a:pt x="408027" y="0"/>
                </a:cubicBezTo>
                <a:close/>
              </a:path>
            </a:pathLst>
          </a:custGeom>
          <a:solidFill>
            <a:schemeClr val="accent2"/>
          </a:solidFill>
          <a:ln w="127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5497512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625" y="3686807"/>
            <a:ext cx="5497513" cy="8879843"/>
          </a:xfrm>
        </p:spPr>
        <p:txBody>
          <a:bodyPr/>
          <a:lstStyle>
            <a:lvl1pPr>
              <a:lnSpc>
                <a:spcPts val="2200"/>
              </a:lnSpc>
              <a:spcAft>
                <a:spcPts val="0"/>
              </a:spcAft>
              <a:defRPr sz="1600"/>
            </a:lvl1pPr>
            <a:lvl2pPr>
              <a:lnSpc>
                <a:spcPts val="2200"/>
              </a:lnSpc>
              <a:spcAft>
                <a:spcPts val="0"/>
              </a:spcAft>
              <a:defRPr sz="1600"/>
            </a:lvl2pPr>
            <a:lvl3pPr>
              <a:lnSpc>
                <a:spcPts val="2200"/>
              </a:lnSpc>
              <a:spcAft>
                <a:spcPts val="0"/>
              </a:spcAft>
              <a:defRPr sz="1600"/>
            </a:lvl3pPr>
            <a:lvl4pPr>
              <a:lnSpc>
                <a:spcPts val="2200"/>
              </a:lnSpc>
              <a:spcAft>
                <a:spcPts val="0"/>
              </a:spcAft>
              <a:defRPr sz="1600"/>
            </a:lvl4pPr>
            <a:lvl5pPr>
              <a:lnSpc>
                <a:spcPts val="2200"/>
              </a:lnSpc>
              <a:spcAft>
                <a:spcPts val="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941F8DD-FE38-F4C8-3E29-00A6EF772D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010" y="2463511"/>
            <a:ext cx="8555190" cy="2024319"/>
          </a:xfrm>
        </p:spPr>
        <p:txBody>
          <a:bodyPr anchor="t" anchorCtr="0"/>
          <a:lstStyle>
            <a:lvl1pPr marL="0" indent="0">
              <a:lnSpc>
                <a:spcPts val="9400"/>
              </a:lnSpc>
              <a:spcBef>
                <a:spcPts val="0"/>
              </a:spcBef>
              <a:spcAft>
                <a:spcPts val="0"/>
              </a:spcAft>
              <a:buNone/>
              <a:defRPr sz="8000" b="0" i="0">
                <a:solidFill>
                  <a:schemeClr val="bg1"/>
                </a:solidFill>
                <a:latin typeface="Everyday Sans Light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99ED5DC-5925-8807-E47D-CC5D33B1081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953010" y="6063030"/>
            <a:ext cx="8555190" cy="2024319"/>
          </a:xfrm>
        </p:spPr>
        <p:txBody>
          <a:bodyPr anchor="t" anchorCtr="0"/>
          <a:lstStyle>
            <a:lvl1pPr marL="0" indent="0">
              <a:lnSpc>
                <a:spcPts val="9400"/>
              </a:lnSpc>
              <a:spcBef>
                <a:spcPts val="0"/>
              </a:spcBef>
              <a:spcAft>
                <a:spcPts val="0"/>
              </a:spcAft>
              <a:buNone/>
              <a:defRPr sz="8000" b="0" i="0">
                <a:solidFill>
                  <a:schemeClr val="accent1"/>
                </a:solidFill>
                <a:latin typeface="Everyday Sans Light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2D4C79C-A2C7-93A3-3AAB-7FE72E4CE1C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953010" y="9622594"/>
            <a:ext cx="8555190" cy="2024319"/>
          </a:xfrm>
        </p:spPr>
        <p:txBody>
          <a:bodyPr anchor="t" anchorCtr="0"/>
          <a:lstStyle>
            <a:lvl1pPr marL="0" indent="0">
              <a:lnSpc>
                <a:spcPts val="9400"/>
              </a:lnSpc>
              <a:spcBef>
                <a:spcPts val="0"/>
              </a:spcBef>
              <a:spcAft>
                <a:spcPts val="0"/>
              </a:spcAft>
              <a:buNone/>
              <a:defRPr sz="8000" b="0" i="0">
                <a:solidFill>
                  <a:schemeClr val="accent1"/>
                </a:solidFill>
                <a:latin typeface="Everyday Sans Light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5C31B88-48B8-838C-231A-773817ED7EB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6249475" y="2600559"/>
            <a:ext cx="7132320" cy="2468880"/>
          </a:xfrm>
        </p:spPr>
        <p:txBody>
          <a:bodyPr/>
          <a:lstStyle>
            <a:lvl1pPr marL="0" indent="0">
              <a:lnSpc>
                <a:spcPts val="2600"/>
              </a:lnSpc>
              <a:spcAft>
                <a:spcPts val="0"/>
              </a:spcAft>
              <a:buNone/>
              <a:defRPr sz="1800">
                <a:solidFill>
                  <a:schemeClr val="bg1"/>
                </a:solidFill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EDFC070-30D2-C539-829F-804CCB94CDF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16249475" y="6172037"/>
            <a:ext cx="7132320" cy="2468880"/>
          </a:xfrm>
        </p:spPr>
        <p:txBody>
          <a:bodyPr/>
          <a:lstStyle>
            <a:lvl1pPr marL="0" indent="0">
              <a:lnSpc>
                <a:spcPts val="2600"/>
              </a:lnSpc>
              <a:spcAft>
                <a:spcPts val="0"/>
              </a:spcAft>
              <a:buNone/>
              <a:defRPr sz="1800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028C904-11DC-5D61-7932-C58E602D6AD0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16249475" y="9783424"/>
            <a:ext cx="7132320" cy="2468880"/>
          </a:xfrm>
        </p:spPr>
        <p:txBody>
          <a:bodyPr/>
          <a:lstStyle>
            <a:lvl1pPr marL="0" indent="0">
              <a:lnSpc>
                <a:spcPts val="2600"/>
              </a:lnSpc>
              <a:spcAft>
                <a:spcPts val="0"/>
              </a:spcAft>
              <a:buNone/>
              <a:defRPr sz="1800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28388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ciples 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1">
            <a:extLst>
              <a:ext uri="{FF2B5EF4-FFF2-40B4-BE49-F238E27FC236}">
                <a16:creationId xmlns:a16="http://schemas.microsoft.com/office/drawing/2014/main" id="{C26216FC-1D41-CACB-7BC7-E7713E78B5EA}"/>
              </a:ext>
            </a:extLst>
          </p:cNvPr>
          <p:cNvSpPr/>
          <p:nvPr/>
        </p:nvSpPr>
        <p:spPr>
          <a:xfrm>
            <a:off x="19172509" y="3746947"/>
            <a:ext cx="4520611" cy="2714906"/>
          </a:xfrm>
          <a:custGeom>
            <a:avLst/>
            <a:gdLst>
              <a:gd name="connsiteX0" fmla="*/ 4114264 w 4520611"/>
              <a:gd name="connsiteY0" fmla="*/ 0 h 2714906"/>
              <a:gd name="connsiteX1" fmla="*/ 4520611 w 4520611"/>
              <a:gd name="connsiteY1" fmla="*/ 406347 h 2714906"/>
              <a:gd name="connsiteX2" fmla="*/ 4520611 w 4520611"/>
              <a:gd name="connsiteY2" fmla="*/ 2308559 h 2714906"/>
              <a:gd name="connsiteX3" fmla="*/ 4114264 w 4520611"/>
              <a:gd name="connsiteY3" fmla="*/ 2714907 h 2714906"/>
              <a:gd name="connsiteX4" fmla="*/ 406347 w 4520611"/>
              <a:gd name="connsiteY4" fmla="*/ 2714907 h 2714906"/>
              <a:gd name="connsiteX5" fmla="*/ 0 w 4520611"/>
              <a:gd name="connsiteY5" fmla="*/ 2308559 h 2714906"/>
              <a:gd name="connsiteX6" fmla="*/ 0 w 4520611"/>
              <a:gd name="connsiteY6" fmla="*/ 406347 h 2714906"/>
              <a:gd name="connsiteX7" fmla="*/ 406347 w 4520611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20611" h="2714906">
                <a:moveTo>
                  <a:pt x="4114264" y="0"/>
                </a:moveTo>
                <a:cubicBezTo>
                  <a:pt x="4338683" y="0"/>
                  <a:pt x="4520611" y="181928"/>
                  <a:pt x="4520611" y="406347"/>
                </a:cubicBezTo>
                <a:lnTo>
                  <a:pt x="4520611" y="2308559"/>
                </a:lnTo>
                <a:cubicBezTo>
                  <a:pt x="4520611" y="2532979"/>
                  <a:pt x="4338683" y="2714907"/>
                  <a:pt x="4114264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9933D411-381B-7734-CA00-D73F4F52789F}"/>
              </a:ext>
            </a:extLst>
          </p:cNvPr>
          <p:cNvSpPr/>
          <p:nvPr/>
        </p:nvSpPr>
        <p:spPr>
          <a:xfrm>
            <a:off x="19172509" y="6804709"/>
            <a:ext cx="4520611" cy="2714906"/>
          </a:xfrm>
          <a:custGeom>
            <a:avLst/>
            <a:gdLst>
              <a:gd name="connsiteX0" fmla="*/ 4114264 w 4520611"/>
              <a:gd name="connsiteY0" fmla="*/ 0 h 2714906"/>
              <a:gd name="connsiteX1" fmla="*/ 4520611 w 4520611"/>
              <a:gd name="connsiteY1" fmla="*/ 406347 h 2714906"/>
              <a:gd name="connsiteX2" fmla="*/ 4520611 w 4520611"/>
              <a:gd name="connsiteY2" fmla="*/ 2308559 h 2714906"/>
              <a:gd name="connsiteX3" fmla="*/ 4114264 w 4520611"/>
              <a:gd name="connsiteY3" fmla="*/ 2714906 h 2714906"/>
              <a:gd name="connsiteX4" fmla="*/ 406347 w 4520611"/>
              <a:gd name="connsiteY4" fmla="*/ 2714906 h 2714906"/>
              <a:gd name="connsiteX5" fmla="*/ 0 w 4520611"/>
              <a:gd name="connsiteY5" fmla="*/ 2308559 h 2714906"/>
              <a:gd name="connsiteX6" fmla="*/ 0 w 4520611"/>
              <a:gd name="connsiteY6" fmla="*/ 406347 h 2714906"/>
              <a:gd name="connsiteX7" fmla="*/ 406347 w 4520611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20611" h="2714906">
                <a:moveTo>
                  <a:pt x="4114264" y="0"/>
                </a:moveTo>
                <a:cubicBezTo>
                  <a:pt x="4338683" y="0"/>
                  <a:pt x="4520611" y="181928"/>
                  <a:pt x="4520611" y="406347"/>
                </a:cubicBezTo>
                <a:lnTo>
                  <a:pt x="4520611" y="2308559"/>
                </a:lnTo>
                <a:cubicBezTo>
                  <a:pt x="4520611" y="2532978"/>
                  <a:pt x="4338683" y="2714906"/>
                  <a:pt x="4114264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D3B0947A-A662-95AE-66C2-597BDF0D8E84}"/>
              </a:ext>
            </a:extLst>
          </p:cNvPr>
          <p:cNvSpPr/>
          <p:nvPr/>
        </p:nvSpPr>
        <p:spPr>
          <a:xfrm>
            <a:off x="19172509" y="9861201"/>
            <a:ext cx="4520611" cy="2714906"/>
          </a:xfrm>
          <a:custGeom>
            <a:avLst/>
            <a:gdLst>
              <a:gd name="connsiteX0" fmla="*/ 4114264 w 4520611"/>
              <a:gd name="connsiteY0" fmla="*/ 0 h 2714906"/>
              <a:gd name="connsiteX1" fmla="*/ 4520611 w 4520611"/>
              <a:gd name="connsiteY1" fmla="*/ 406347 h 2714906"/>
              <a:gd name="connsiteX2" fmla="*/ 4520611 w 4520611"/>
              <a:gd name="connsiteY2" fmla="*/ 2308559 h 2714906"/>
              <a:gd name="connsiteX3" fmla="*/ 4114264 w 4520611"/>
              <a:gd name="connsiteY3" fmla="*/ 2714907 h 2714906"/>
              <a:gd name="connsiteX4" fmla="*/ 406347 w 4520611"/>
              <a:gd name="connsiteY4" fmla="*/ 2714907 h 2714906"/>
              <a:gd name="connsiteX5" fmla="*/ 0 w 4520611"/>
              <a:gd name="connsiteY5" fmla="*/ 2308559 h 2714906"/>
              <a:gd name="connsiteX6" fmla="*/ 0 w 4520611"/>
              <a:gd name="connsiteY6" fmla="*/ 406347 h 2714906"/>
              <a:gd name="connsiteX7" fmla="*/ 406347 w 4520611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20611" h="2714906">
                <a:moveTo>
                  <a:pt x="4114264" y="0"/>
                </a:moveTo>
                <a:cubicBezTo>
                  <a:pt x="4338683" y="0"/>
                  <a:pt x="4520611" y="181928"/>
                  <a:pt x="4520611" y="406347"/>
                </a:cubicBezTo>
                <a:lnTo>
                  <a:pt x="4520611" y="2308559"/>
                </a:lnTo>
                <a:cubicBezTo>
                  <a:pt x="4520611" y="2532979"/>
                  <a:pt x="4338683" y="2714907"/>
                  <a:pt x="4114264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F7F1F1CB-D157-2134-D066-A9F005194EFE}"/>
              </a:ext>
            </a:extLst>
          </p:cNvPr>
          <p:cNvSpPr/>
          <p:nvPr userDrawn="1"/>
        </p:nvSpPr>
        <p:spPr>
          <a:xfrm>
            <a:off x="19157271" y="3746947"/>
            <a:ext cx="4520611" cy="2714906"/>
          </a:xfrm>
          <a:custGeom>
            <a:avLst/>
            <a:gdLst>
              <a:gd name="connsiteX0" fmla="*/ 4114264 w 4520611"/>
              <a:gd name="connsiteY0" fmla="*/ 0 h 2714906"/>
              <a:gd name="connsiteX1" fmla="*/ 4520611 w 4520611"/>
              <a:gd name="connsiteY1" fmla="*/ 406347 h 2714906"/>
              <a:gd name="connsiteX2" fmla="*/ 4520611 w 4520611"/>
              <a:gd name="connsiteY2" fmla="*/ 2308559 h 2714906"/>
              <a:gd name="connsiteX3" fmla="*/ 4114264 w 4520611"/>
              <a:gd name="connsiteY3" fmla="*/ 2714907 h 2714906"/>
              <a:gd name="connsiteX4" fmla="*/ 406347 w 4520611"/>
              <a:gd name="connsiteY4" fmla="*/ 2714907 h 2714906"/>
              <a:gd name="connsiteX5" fmla="*/ 0 w 4520611"/>
              <a:gd name="connsiteY5" fmla="*/ 2308559 h 2714906"/>
              <a:gd name="connsiteX6" fmla="*/ 0 w 4520611"/>
              <a:gd name="connsiteY6" fmla="*/ 406347 h 2714906"/>
              <a:gd name="connsiteX7" fmla="*/ 406347 w 4520611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20611" h="2714906">
                <a:moveTo>
                  <a:pt x="4114264" y="0"/>
                </a:moveTo>
                <a:cubicBezTo>
                  <a:pt x="4338683" y="0"/>
                  <a:pt x="4520611" y="181928"/>
                  <a:pt x="4520611" y="406347"/>
                </a:cubicBezTo>
                <a:lnTo>
                  <a:pt x="4520611" y="2308559"/>
                </a:lnTo>
                <a:cubicBezTo>
                  <a:pt x="4520611" y="2532979"/>
                  <a:pt x="4338683" y="2714907"/>
                  <a:pt x="4114264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2BB2B8A2-14BE-510D-97E7-2B19356C2CA0}"/>
              </a:ext>
            </a:extLst>
          </p:cNvPr>
          <p:cNvSpPr/>
          <p:nvPr/>
        </p:nvSpPr>
        <p:spPr>
          <a:xfrm>
            <a:off x="14306502" y="3746947"/>
            <a:ext cx="4535849" cy="2714906"/>
          </a:xfrm>
          <a:custGeom>
            <a:avLst/>
            <a:gdLst>
              <a:gd name="connsiteX0" fmla="*/ 4129502 w 4535849"/>
              <a:gd name="connsiteY0" fmla="*/ 0 h 2714906"/>
              <a:gd name="connsiteX1" fmla="*/ 4535849 w 4535849"/>
              <a:gd name="connsiteY1" fmla="*/ 406347 h 2714906"/>
              <a:gd name="connsiteX2" fmla="*/ 4535849 w 4535849"/>
              <a:gd name="connsiteY2" fmla="*/ 2308559 h 2714906"/>
              <a:gd name="connsiteX3" fmla="*/ 4129502 w 4535849"/>
              <a:gd name="connsiteY3" fmla="*/ 2714907 h 2714906"/>
              <a:gd name="connsiteX4" fmla="*/ 406347 w 4535849"/>
              <a:gd name="connsiteY4" fmla="*/ 2714907 h 2714906"/>
              <a:gd name="connsiteX5" fmla="*/ 0 w 4535849"/>
              <a:gd name="connsiteY5" fmla="*/ 2308559 h 2714906"/>
              <a:gd name="connsiteX6" fmla="*/ 0 w 4535849"/>
              <a:gd name="connsiteY6" fmla="*/ 406347 h 2714906"/>
              <a:gd name="connsiteX7" fmla="*/ 406347 w 4535849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5849" h="2714906">
                <a:moveTo>
                  <a:pt x="4129502" y="0"/>
                </a:moveTo>
                <a:cubicBezTo>
                  <a:pt x="4353921" y="0"/>
                  <a:pt x="4535849" y="181928"/>
                  <a:pt x="4535849" y="406347"/>
                </a:cubicBezTo>
                <a:lnTo>
                  <a:pt x="4535849" y="2308559"/>
                </a:lnTo>
                <a:cubicBezTo>
                  <a:pt x="4535849" y="2532979"/>
                  <a:pt x="4353921" y="2714907"/>
                  <a:pt x="4129502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E1A93953-BB79-906C-DD9F-4CF3F245897A}"/>
              </a:ext>
            </a:extLst>
          </p:cNvPr>
          <p:cNvSpPr/>
          <p:nvPr/>
        </p:nvSpPr>
        <p:spPr>
          <a:xfrm>
            <a:off x="14306502" y="6804709"/>
            <a:ext cx="4535849" cy="2714906"/>
          </a:xfrm>
          <a:custGeom>
            <a:avLst/>
            <a:gdLst>
              <a:gd name="connsiteX0" fmla="*/ 4129502 w 4535849"/>
              <a:gd name="connsiteY0" fmla="*/ 0 h 2714906"/>
              <a:gd name="connsiteX1" fmla="*/ 4535849 w 4535849"/>
              <a:gd name="connsiteY1" fmla="*/ 406347 h 2714906"/>
              <a:gd name="connsiteX2" fmla="*/ 4535849 w 4535849"/>
              <a:gd name="connsiteY2" fmla="*/ 2308559 h 2714906"/>
              <a:gd name="connsiteX3" fmla="*/ 4129502 w 4535849"/>
              <a:gd name="connsiteY3" fmla="*/ 2714906 h 2714906"/>
              <a:gd name="connsiteX4" fmla="*/ 406347 w 4535849"/>
              <a:gd name="connsiteY4" fmla="*/ 2714906 h 2714906"/>
              <a:gd name="connsiteX5" fmla="*/ 0 w 4535849"/>
              <a:gd name="connsiteY5" fmla="*/ 2308559 h 2714906"/>
              <a:gd name="connsiteX6" fmla="*/ 0 w 4535849"/>
              <a:gd name="connsiteY6" fmla="*/ 406347 h 2714906"/>
              <a:gd name="connsiteX7" fmla="*/ 406347 w 4535849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5849" h="2714906">
                <a:moveTo>
                  <a:pt x="4129502" y="0"/>
                </a:moveTo>
                <a:cubicBezTo>
                  <a:pt x="4353921" y="0"/>
                  <a:pt x="4535849" y="181928"/>
                  <a:pt x="4535849" y="406347"/>
                </a:cubicBezTo>
                <a:lnTo>
                  <a:pt x="4535849" y="2308559"/>
                </a:lnTo>
                <a:cubicBezTo>
                  <a:pt x="4535849" y="2532978"/>
                  <a:pt x="4353921" y="2714906"/>
                  <a:pt x="4129502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07A58A6F-8474-A0B8-1521-2853152B4941}"/>
              </a:ext>
            </a:extLst>
          </p:cNvPr>
          <p:cNvSpPr/>
          <p:nvPr/>
        </p:nvSpPr>
        <p:spPr>
          <a:xfrm>
            <a:off x="14306502" y="9861201"/>
            <a:ext cx="4535849" cy="2714906"/>
          </a:xfrm>
          <a:custGeom>
            <a:avLst/>
            <a:gdLst>
              <a:gd name="connsiteX0" fmla="*/ 4129502 w 4535849"/>
              <a:gd name="connsiteY0" fmla="*/ 0 h 2714906"/>
              <a:gd name="connsiteX1" fmla="*/ 4535849 w 4535849"/>
              <a:gd name="connsiteY1" fmla="*/ 406347 h 2714906"/>
              <a:gd name="connsiteX2" fmla="*/ 4535849 w 4535849"/>
              <a:gd name="connsiteY2" fmla="*/ 2308559 h 2714906"/>
              <a:gd name="connsiteX3" fmla="*/ 4129502 w 4535849"/>
              <a:gd name="connsiteY3" fmla="*/ 2714907 h 2714906"/>
              <a:gd name="connsiteX4" fmla="*/ 406347 w 4535849"/>
              <a:gd name="connsiteY4" fmla="*/ 2714907 h 2714906"/>
              <a:gd name="connsiteX5" fmla="*/ 0 w 4535849"/>
              <a:gd name="connsiteY5" fmla="*/ 2308559 h 2714906"/>
              <a:gd name="connsiteX6" fmla="*/ 0 w 4535849"/>
              <a:gd name="connsiteY6" fmla="*/ 406347 h 2714906"/>
              <a:gd name="connsiteX7" fmla="*/ 406347 w 4535849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5849" h="2714906">
                <a:moveTo>
                  <a:pt x="4129502" y="0"/>
                </a:moveTo>
                <a:cubicBezTo>
                  <a:pt x="4353921" y="0"/>
                  <a:pt x="4535849" y="181928"/>
                  <a:pt x="4535849" y="406347"/>
                </a:cubicBezTo>
                <a:lnTo>
                  <a:pt x="4535849" y="2308559"/>
                </a:lnTo>
                <a:cubicBezTo>
                  <a:pt x="4535849" y="2532979"/>
                  <a:pt x="4353921" y="2714907"/>
                  <a:pt x="4129502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0D531461-737C-E279-4D3B-FFB56CA6E253}"/>
              </a:ext>
            </a:extLst>
          </p:cNvPr>
          <p:cNvSpPr/>
          <p:nvPr/>
        </p:nvSpPr>
        <p:spPr>
          <a:xfrm>
            <a:off x="6522416" y="3746947"/>
            <a:ext cx="5495844" cy="2714906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7 h 2714906"/>
              <a:gd name="connsiteX4" fmla="*/ 406347 w 5495844"/>
              <a:gd name="connsiteY4" fmla="*/ 2714907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9"/>
                  <a:pt x="5313917" y="2714907"/>
                  <a:pt x="5089498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76FF55C4-DE25-4F17-3C66-C944F7265E34}"/>
              </a:ext>
            </a:extLst>
          </p:cNvPr>
          <p:cNvSpPr/>
          <p:nvPr/>
        </p:nvSpPr>
        <p:spPr>
          <a:xfrm>
            <a:off x="6522416" y="6804709"/>
            <a:ext cx="5495844" cy="2714906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8"/>
                  <a:pt x="5313917" y="2714906"/>
                  <a:pt x="5089498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1384D1F0-3E04-E7D4-49CC-B31A042AF7BA}"/>
              </a:ext>
            </a:extLst>
          </p:cNvPr>
          <p:cNvSpPr/>
          <p:nvPr/>
        </p:nvSpPr>
        <p:spPr>
          <a:xfrm>
            <a:off x="6522416" y="9861201"/>
            <a:ext cx="5495844" cy="2714906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7 h 2714906"/>
              <a:gd name="connsiteX4" fmla="*/ 406347 w 5495844"/>
              <a:gd name="connsiteY4" fmla="*/ 2714907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9"/>
                  <a:pt x="5313917" y="2714907"/>
                  <a:pt x="5089498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5497512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625" y="3686807"/>
            <a:ext cx="5497513" cy="8879843"/>
          </a:xfrm>
        </p:spPr>
        <p:txBody>
          <a:bodyPr/>
          <a:lstStyle>
            <a:lvl1pPr>
              <a:lnSpc>
                <a:spcPts val="2200"/>
              </a:lnSpc>
              <a:spcAft>
                <a:spcPts val="0"/>
              </a:spcAft>
              <a:defRPr sz="1600"/>
            </a:lvl1pPr>
            <a:lvl2pPr>
              <a:lnSpc>
                <a:spcPts val="2200"/>
              </a:lnSpc>
              <a:spcAft>
                <a:spcPts val="0"/>
              </a:spcAft>
              <a:defRPr sz="1600"/>
            </a:lvl2pPr>
            <a:lvl3pPr>
              <a:lnSpc>
                <a:spcPts val="2200"/>
              </a:lnSpc>
              <a:spcAft>
                <a:spcPts val="0"/>
              </a:spcAft>
              <a:defRPr sz="1600"/>
            </a:lvl3pPr>
            <a:lvl4pPr>
              <a:lnSpc>
                <a:spcPts val="2200"/>
              </a:lnSpc>
              <a:spcAft>
                <a:spcPts val="0"/>
              </a:spcAft>
              <a:defRPr sz="1600"/>
            </a:lvl4pPr>
            <a:lvl5pPr>
              <a:lnSpc>
                <a:spcPts val="2200"/>
              </a:lnSpc>
              <a:spcAft>
                <a:spcPts val="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941F8DD-FE38-F4C8-3E29-00A6EF772D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83669" y="4209458"/>
            <a:ext cx="4389120" cy="602703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bg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99ED5DC-5925-8807-E47D-CC5D33B1081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983669" y="7271698"/>
            <a:ext cx="4389120" cy="602703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bg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2D4C79C-A2C7-93A3-3AAB-7FE72E4CE1C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983669" y="10340481"/>
            <a:ext cx="4389120" cy="602703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bg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5C31B88-48B8-838C-231A-773817ED7EB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983668" y="5155636"/>
            <a:ext cx="4389119" cy="1078909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EDFC070-30D2-C539-829F-804CCB94CDF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983668" y="8233385"/>
            <a:ext cx="4389119" cy="1078909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028C904-11DC-5D61-7932-C58E602D6AD0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983668" y="11297269"/>
            <a:ext cx="4389119" cy="1078909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 err="1"/>
              <a:t>SClick</a:t>
            </a:r>
            <a:r>
              <a:rPr lang="en-US"/>
              <a:t>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38E030C-8C38-6C39-2F45-1107E71F0B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4768566" y="4209458"/>
            <a:ext cx="3657600" cy="602703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DD8741-3437-8528-9381-CA5C48C51A7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4768566" y="7271698"/>
            <a:ext cx="3657600" cy="602703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8F1BCC4-DCC8-D5D9-EA3B-6FAAFFFD254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4768566" y="10340481"/>
            <a:ext cx="3657600" cy="602703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82863E0-D54C-3820-9571-4C6FE143A1AD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14768564" y="5155636"/>
            <a:ext cx="3657600" cy="1078909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1DF4290-D4A3-4A03-215C-4313F9F77156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14768564" y="8233385"/>
            <a:ext cx="3657600" cy="1078909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C898A51-1770-B352-3BE1-89D2641824B8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14768564" y="11297269"/>
            <a:ext cx="3657600" cy="1078909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 err="1"/>
              <a:t>SClick</a:t>
            </a:r>
            <a:r>
              <a:rPr lang="en-US"/>
              <a:t>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FC00318-13AF-3F9B-6410-FE48169A3B8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9640111" y="4209458"/>
            <a:ext cx="3657600" cy="602703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A50FEA82-5448-77AF-9031-4516525F11C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9640111" y="7271698"/>
            <a:ext cx="3657600" cy="602703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841BEF36-F64D-1B5D-B66B-72EBBD5B2F4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9640111" y="10340481"/>
            <a:ext cx="3657600" cy="602703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A9F2F815-F035-EA0D-3933-CCEC3B6D1CC4}"/>
              </a:ext>
            </a:extLst>
          </p:cNvPr>
          <p:cNvSpPr>
            <a:spLocks noGrp="1"/>
          </p:cNvSpPr>
          <p:nvPr>
            <p:ph type="body" sz="half" idx="27"/>
          </p:nvPr>
        </p:nvSpPr>
        <p:spPr>
          <a:xfrm>
            <a:off x="19640109" y="5155636"/>
            <a:ext cx="3657600" cy="1078909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4074FB6F-57BA-1869-2DCF-72702777B6F7}"/>
              </a:ext>
            </a:extLst>
          </p:cNvPr>
          <p:cNvSpPr>
            <a:spLocks noGrp="1"/>
          </p:cNvSpPr>
          <p:nvPr>
            <p:ph type="body" sz="half" idx="28"/>
          </p:nvPr>
        </p:nvSpPr>
        <p:spPr>
          <a:xfrm>
            <a:off x="19640109" y="8233385"/>
            <a:ext cx="3657600" cy="1078909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8121FAF4-3A01-FB2B-F133-49B98845B792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19640109" y="11297269"/>
            <a:ext cx="3657600" cy="1078909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 err="1"/>
              <a:t>SClick</a:t>
            </a:r>
            <a:r>
              <a:rPr lang="en-US"/>
              <a:t> to edit Master text styles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CF606B35-D1C0-37CA-5243-59FFCF9B7F91}"/>
              </a:ext>
            </a:extLst>
          </p:cNvPr>
          <p:cNvSpPr>
            <a:spLocks noGrp="1"/>
          </p:cNvSpPr>
          <p:nvPr>
            <p:ph type="body" sz="half" idx="30"/>
          </p:nvPr>
        </p:nvSpPr>
        <p:spPr>
          <a:xfrm>
            <a:off x="6526911" y="2167051"/>
            <a:ext cx="4389119" cy="674139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76D5D5DC-040A-389C-3F7C-EA7D5BA61A05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14311807" y="2167051"/>
            <a:ext cx="3657600" cy="674139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D584588C-1800-895D-F4B0-DF94D41366E5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19183352" y="2167051"/>
            <a:ext cx="3657600" cy="674139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08E8837-E793-4D09-9824-584FFF7970A2}"/>
              </a:ext>
            </a:extLst>
          </p:cNvPr>
          <p:cNvCxnSpPr/>
          <p:nvPr userDrawn="1"/>
        </p:nvCxnSpPr>
        <p:spPr>
          <a:xfrm>
            <a:off x="12359846" y="5155636"/>
            <a:ext cx="1603801" cy="0"/>
          </a:xfrm>
          <a:prstGeom prst="straightConnector1">
            <a:avLst/>
          </a:prstGeom>
          <a:ln w="12700">
            <a:headEnd w="med" len="sm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8999CF6-8EB8-0E87-4D1B-A1835ACC3DD5}"/>
              </a:ext>
            </a:extLst>
          </p:cNvPr>
          <p:cNvCxnSpPr/>
          <p:nvPr userDrawn="1"/>
        </p:nvCxnSpPr>
        <p:spPr>
          <a:xfrm>
            <a:off x="12359846" y="8186797"/>
            <a:ext cx="1603801" cy="0"/>
          </a:xfrm>
          <a:prstGeom prst="straightConnector1">
            <a:avLst/>
          </a:prstGeom>
          <a:ln w="12700">
            <a:headEnd w="med" len="sm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D36A5D7-8BBC-FC33-D414-3498D9B97BCD}"/>
              </a:ext>
            </a:extLst>
          </p:cNvPr>
          <p:cNvCxnSpPr/>
          <p:nvPr userDrawn="1"/>
        </p:nvCxnSpPr>
        <p:spPr>
          <a:xfrm>
            <a:off x="12359846" y="11297269"/>
            <a:ext cx="1603801" cy="0"/>
          </a:xfrm>
          <a:prstGeom prst="straightConnector1">
            <a:avLst/>
          </a:prstGeom>
          <a:ln w="12700">
            <a:headEnd w="med" len="sm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754CAF8-17E4-7F82-AD18-E10B94F0D819}"/>
              </a:ext>
            </a:extLst>
          </p:cNvPr>
          <p:cNvCxnSpPr>
            <a:cxnSpLocks/>
          </p:cNvCxnSpPr>
          <p:nvPr userDrawn="1"/>
        </p:nvCxnSpPr>
        <p:spPr>
          <a:xfrm>
            <a:off x="6522416" y="3080284"/>
            <a:ext cx="5494574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A6A1F29-479E-5065-8AFF-2B705FB8343F}"/>
              </a:ext>
            </a:extLst>
          </p:cNvPr>
          <p:cNvCxnSpPr>
            <a:cxnSpLocks/>
          </p:cNvCxnSpPr>
          <p:nvPr userDrawn="1"/>
        </p:nvCxnSpPr>
        <p:spPr>
          <a:xfrm>
            <a:off x="14306502" y="3080284"/>
            <a:ext cx="453584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372219C-D659-C6DC-845D-0EAB121C1EB8}"/>
              </a:ext>
            </a:extLst>
          </p:cNvPr>
          <p:cNvCxnSpPr>
            <a:cxnSpLocks/>
          </p:cNvCxnSpPr>
          <p:nvPr userDrawn="1"/>
        </p:nvCxnSpPr>
        <p:spPr>
          <a:xfrm>
            <a:off x="19170602" y="3080284"/>
            <a:ext cx="453584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7056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64A5442-AB87-6991-373C-70605724B4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4939" y="2167372"/>
            <a:ext cx="7434649" cy="10400865"/>
          </a:xfrm>
        </p:spPr>
        <p:txBody>
          <a:bodyPr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06463" algn="l"/>
              </a:tabLst>
              <a:defRPr sz="1800">
                <a:solidFill>
                  <a:schemeClr val="accent4"/>
                </a:solidFill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1	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B78D37D-AE25-60DD-5645-D4329BF164DA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5779008" y="2322576"/>
            <a:ext cx="15087600" cy="10972800"/>
          </a:xfrm>
        </p:spPr>
        <p:txBody>
          <a:bodyPr/>
          <a:lstStyle>
            <a:lvl1pPr marL="0" indent="0" algn="r">
              <a:lnSpc>
                <a:spcPts val="104800"/>
              </a:lnSpc>
              <a:spcBef>
                <a:spcPts val="0"/>
              </a:spcBef>
              <a:buNone/>
              <a:defRPr sz="106700" b="0" i="0">
                <a:solidFill>
                  <a:schemeClr val="bg1"/>
                </a:solidFill>
                <a:latin typeface="Everyday Sans Light" pitchFamily="2" charset="77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0C8D1F-F9B6-EF28-D702-EDB1CFD876EE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chemeClr val="bg1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6C9108B-F72F-4365-9330-40F92AC7E4DE}"/>
              </a:ext>
            </a:extLst>
          </p:cNvPr>
          <p:cNvSpPr/>
          <p:nvPr userDrawn="1"/>
        </p:nvSpPr>
        <p:spPr>
          <a:xfrm>
            <a:off x="23336162" y="590412"/>
            <a:ext cx="380546" cy="425614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7200"/>
          </a:p>
        </p:txBody>
      </p:sp>
    </p:spTree>
    <p:extLst>
      <p:ext uri="{BB962C8B-B14F-4D97-AF65-F5344CB8AC3E}">
        <p14:creationId xmlns:p14="http://schemas.microsoft.com/office/powerpoint/2010/main" val="27457296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08823" y="2025180"/>
            <a:ext cx="16002000" cy="7040880"/>
          </a:xfrm>
        </p:spPr>
        <p:txBody>
          <a:bodyPr anchor="t" anchorCtr="0"/>
          <a:lstStyle>
            <a:lvl1pPr algn="l" defTabSz="1828800" rtl="0" eaLnBrk="1" latinLnBrk="0" hangingPunct="1">
              <a:lnSpc>
                <a:spcPts val="12400"/>
              </a:lnSpc>
              <a:spcBef>
                <a:spcPct val="0"/>
              </a:spcBef>
              <a:buNone/>
              <a:defRPr lang="en-US" sz="11000" b="0" i="0" kern="1200" dirty="0">
                <a:solidFill>
                  <a:srgbClr val="001E60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E5C5D13-6125-860E-C299-FCEE8ACF2AD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3061" y="2025180"/>
            <a:ext cx="4519396" cy="3000374"/>
          </a:xfrm>
        </p:spPr>
        <p:txBody>
          <a:bodyPr/>
          <a:lstStyle>
            <a:lvl1pPr marL="0" indent="0" algn="l" defTabSz="1828800" rtl="0" eaLnBrk="1" latinLnBrk="0" hangingPunct="1">
              <a:lnSpc>
                <a:spcPts val="12400"/>
              </a:lnSpc>
              <a:spcBef>
                <a:spcPct val="0"/>
              </a:spcBef>
              <a:spcAft>
                <a:spcPts val="0"/>
              </a:spcAft>
              <a:buNone/>
              <a:defRPr lang="en-US" sz="11000" b="0" i="0" kern="1200" dirty="0">
                <a:solidFill>
                  <a:srgbClr val="001E60"/>
                </a:solidFill>
                <a:latin typeface="Everyday Sans Light" pitchFamily="2" charset="77"/>
                <a:ea typeface="+mj-ea"/>
                <a:cs typeface="+mj-cs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404DB-8019-0A0C-A842-340B83172399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chemeClr val="accent1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9BBA36C0-1B20-8B02-D16F-2C59A352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31737" y="12933107"/>
            <a:ext cx="5484971" cy="457200"/>
          </a:xfrm>
        </p:spPr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628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86601" y="2032970"/>
            <a:ext cx="21056600" cy="10355262"/>
          </a:xfrm>
        </p:spPr>
        <p:txBody>
          <a:bodyPr anchor="t"/>
          <a:lstStyle>
            <a:lvl1pPr marL="0" indent="0">
              <a:lnSpc>
                <a:spcPts val="9400"/>
              </a:lnSpc>
              <a:spcAft>
                <a:spcPts val="0"/>
              </a:spcAft>
              <a:buNone/>
              <a:defRPr sz="8000" b="0" i="0">
                <a:latin typeface="Everyday Sans Light" pitchFamily="2" charset="77"/>
              </a:defRPr>
            </a:lvl1pPr>
            <a:lvl2pPr marL="914171" indent="0">
              <a:buNone/>
              <a:defRPr sz="5599"/>
            </a:lvl2pPr>
            <a:lvl3pPr marL="1828343" indent="0">
              <a:buNone/>
              <a:defRPr sz="4799"/>
            </a:lvl3pPr>
            <a:lvl4pPr marL="2742514" indent="0">
              <a:buNone/>
              <a:defRPr sz="3999"/>
            </a:lvl4pPr>
            <a:lvl5pPr marL="3656686" indent="0">
              <a:buNone/>
              <a:defRPr sz="3999"/>
            </a:lvl5pPr>
            <a:lvl6pPr marL="4570857" indent="0">
              <a:buNone/>
              <a:defRPr sz="3999"/>
            </a:lvl6pPr>
            <a:lvl7pPr marL="5485028" indent="0">
              <a:buNone/>
              <a:defRPr sz="3999"/>
            </a:lvl7pPr>
            <a:lvl8pPr marL="6399200" indent="0">
              <a:buNone/>
              <a:defRPr sz="3999"/>
            </a:lvl8pPr>
            <a:lvl9pPr marL="7313371" indent="0">
              <a:buNone/>
              <a:defRPr sz="3999"/>
            </a:lvl9pPr>
          </a:lstStyle>
          <a:p>
            <a:r>
              <a:rPr lang="en-US"/>
              <a:t>Click to edit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872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86670" y="2023987"/>
            <a:ext cx="21031200" cy="10583427"/>
          </a:xfrm>
        </p:spPr>
        <p:txBody>
          <a:bodyPr anchor="t"/>
          <a:lstStyle>
            <a:lvl1pPr marL="0" indent="0">
              <a:lnSpc>
                <a:spcPts val="12400"/>
              </a:lnSpc>
              <a:spcAft>
                <a:spcPts val="0"/>
              </a:spcAft>
              <a:buNone/>
              <a:defRPr sz="11000" b="0" i="0">
                <a:latin typeface="Everyday Sans Light" pitchFamily="2" charset="77"/>
              </a:defRPr>
            </a:lvl1pPr>
            <a:lvl2pPr marL="914171" indent="0">
              <a:buNone/>
              <a:defRPr sz="5599"/>
            </a:lvl2pPr>
            <a:lvl3pPr marL="1828343" indent="0">
              <a:buNone/>
              <a:defRPr sz="4799"/>
            </a:lvl3pPr>
            <a:lvl4pPr marL="2742514" indent="0">
              <a:buNone/>
              <a:defRPr sz="3999"/>
            </a:lvl4pPr>
            <a:lvl5pPr marL="3656686" indent="0">
              <a:buNone/>
              <a:defRPr sz="3999"/>
            </a:lvl5pPr>
            <a:lvl6pPr marL="4570857" indent="0">
              <a:buNone/>
              <a:defRPr sz="3999"/>
            </a:lvl6pPr>
            <a:lvl7pPr marL="5485028" indent="0">
              <a:buNone/>
              <a:defRPr sz="3999"/>
            </a:lvl7pPr>
            <a:lvl8pPr marL="6399200" indent="0">
              <a:buNone/>
              <a:defRPr sz="3999"/>
            </a:lvl8pPr>
            <a:lvl9pPr marL="7313371" indent="0">
              <a:buNone/>
              <a:defRPr sz="3999"/>
            </a:lvl9pPr>
          </a:lstStyle>
          <a:p>
            <a:r>
              <a:rPr lang="en-US"/>
              <a:t>Click to edit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072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626" y="3767328"/>
            <a:ext cx="13274674" cy="8877247"/>
          </a:xfrm>
        </p:spPr>
        <p:txBody>
          <a:bodyPr/>
          <a:lstStyle>
            <a:lvl1pPr>
              <a:spcAft>
                <a:spcPts val="3000"/>
              </a:spcAft>
              <a:defRPr/>
            </a:lvl1pPr>
            <a:lvl2pPr marL="747713" indent="-728663">
              <a:spcAft>
                <a:spcPts val="3000"/>
              </a:spcAft>
              <a:buFont typeface="+mj-lt"/>
              <a:buAutoNum type="arabicPeriod"/>
              <a:tabLst/>
              <a:defRPr/>
            </a:lvl2pPr>
            <a:lvl3pPr marL="1225550" indent="-742950">
              <a:spcAft>
                <a:spcPts val="3000"/>
              </a:spcAft>
              <a:buFont typeface="+mj-lt"/>
              <a:buAutoNum type="arabicPeriod"/>
              <a:defRPr/>
            </a:lvl3pPr>
            <a:lvl4pPr marL="1811338" indent="-742950">
              <a:spcAft>
                <a:spcPts val="3000"/>
              </a:spcAft>
              <a:buFont typeface="+mj-lt"/>
              <a:buAutoNum type="arabicPeriod"/>
              <a:defRPr/>
            </a:lvl4pPr>
            <a:lvl5pPr marL="2293938" indent="-742950">
              <a:spcAft>
                <a:spcPts val="3000"/>
              </a:spcAft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945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26" y="2121408"/>
            <a:ext cx="23010812" cy="1187450"/>
          </a:xfrm>
        </p:spPr>
        <p:txBody>
          <a:bodyPr/>
          <a:lstStyle>
            <a:lvl1pPr>
              <a:lnSpc>
                <a:spcPts val="4600"/>
              </a:lnSpc>
              <a:spcAft>
                <a:spcPts val="0"/>
              </a:spcAft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624" y="3785616"/>
            <a:ext cx="17556480" cy="8877247"/>
          </a:xfrm>
        </p:spPr>
        <p:txBody>
          <a:bodyPr/>
          <a:lstStyle>
            <a:lvl1pPr>
              <a:lnSpc>
                <a:spcPts val="7600"/>
              </a:lnSpc>
              <a:spcAft>
                <a:spcPts val="2000"/>
              </a:spcAft>
              <a:defRPr sz="6000" b="0" i="0">
                <a:latin typeface="Everyday Sans Light" pitchFamily="2" charset="77"/>
              </a:defRPr>
            </a:lvl1pPr>
            <a:lvl2pPr marL="920750" indent="-901700">
              <a:lnSpc>
                <a:spcPts val="7600"/>
              </a:lnSpc>
              <a:spcAft>
                <a:spcPts val="2000"/>
              </a:spcAft>
              <a:buFont typeface="+mj-lt"/>
              <a:buAutoNum type="arabicPeriod"/>
              <a:tabLst/>
              <a:defRPr sz="6000" b="0" i="0">
                <a:latin typeface="Everyday Sans Light" pitchFamily="2" charset="77"/>
              </a:defRPr>
            </a:lvl2pPr>
            <a:lvl3pPr marL="1371600" indent="-889000">
              <a:lnSpc>
                <a:spcPts val="7600"/>
              </a:lnSpc>
              <a:spcAft>
                <a:spcPts val="2000"/>
              </a:spcAft>
              <a:buFont typeface="+mj-lt"/>
              <a:buAutoNum type="arabicPeriod"/>
              <a:tabLst/>
              <a:defRPr sz="6000" b="0" i="0">
                <a:latin typeface="Everyday Sans Light" pitchFamily="2" charset="77"/>
              </a:defRPr>
            </a:lvl3pPr>
            <a:lvl4pPr marL="2105025" indent="-1036638">
              <a:lnSpc>
                <a:spcPts val="7600"/>
              </a:lnSpc>
              <a:spcAft>
                <a:spcPts val="2000"/>
              </a:spcAft>
              <a:buFont typeface="+mj-lt"/>
              <a:buAutoNum type="arabicPeriod"/>
              <a:tabLst/>
              <a:defRPr sz="6000" b="0" i="0">
                <a:latin typeface="Everyday Sans Light" pitchFamily="2" charset="77"/>
              </a:defRPr>
            </a:lvl4pPr>
            <a:lvl5pPr marL="2454275" indent="-903288">
              <a:lnSpc>
                <a:spcPts val="7600"/>
              </a:lnSpc>
              <a:spcAft>
                <a:spcPts val="2000"/>
              </a:spcAft>
              <a:buFont typeface="+mj-lt"/>
              <a:buAutoNum type="arabicPeriod"/>
              <a:tabLst/>
              <a:defRPr sz="6000" b="0" i="0">
                <a:latin typeface="Everyday Sans Ligh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546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26" y="2121408"/>
            <a:ext cx="23010812" cy="118745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>
              <a:spcAft>
                <a:spcPts val="0"/>
              </a:spcAft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626" y="3785616"/>
            <a:ext cx="17556480" cy="8877247"/>
          </a:xfrm>
        </p:spPr>
        <p:txBody>
          <a:bodyPr/>
          <a:lstStyle>
            <a:lvl1pPr>
              <a:lnSpc>
                <a:spcPts val="7600"/>
              </a:lnSpc>
              <a:spcAft>
                <a:spcPts val="2000"/>
              </a:spcAft>
              <a:defRPr sz="6000" b="0" i="0">
                <a:latin typeface="Everyday Sans Light" pitchFamily="2" charset="77"/>
              </a:defRPr>
            </a:lvl1pPr>
            <a:lvl2pPr marL="917575" indent="-898525">
              <a:lnSpc>
                <a:spcPts val="7600"/>
              </a:lnSpc>
              <a:spcAft>
                <a:spcPts val="2000"/>
              </a:spcAft>
              <a:buFont typeface="System Font Regular"/>
              <a:buChar char="—"/>
              <a:tabLst/>
              <a:defRPr sz="6000" b="0" i="0">
                <a:latin typeface="Everyday Sans Light" pitchFamily="2" charset="77"/>
              </a:defRPr>
            </a:lvl2pPr>
            <a:lvl3pPr marL="1549400" indent="-1066800">
              <a:lnSpc>
                <a:spcPts val="7600"/>
              </a:lnSpc>
              <a:spcAft>
                <a:spcPts val="2000"/>
              </a:spcAft>
              <a:buFont typeface="System Font Regular"/>
              <a:buChar char="—"/>
              <a:tabLst/>
              <a:defRPr sz="6000" b="0" i="0">
                <a:latin typeface="Everyday Sans Light" pitchFamily="2" charset="77"/>
              </a:defRPr>
            </a:lvl3pPr>
            <a:lvl4pPr marL="2058988" indent="-990600">
              <a:lnSpc>
                <a:spcPts val="7600"/>
              </a:lnSpc>
              <a:spcAft>
                <a:spcPts val="2000"/>
              </a:spcAft>
              <a:buFont typeface="System Font Regular"/>
              <a:buChar char="—"/>
              <a:tabLst/>
              <a:defRPr sz="6000" b="0" i="0">
                <a:latin typeface="Everyday Sans Light" pitchFamily="2" charset="77"/>
              </a:defRPr>
            </a:lvl4pPr>
            <a:lvl5pPr marL="2571750" indent="-1020763">
              <a:lnSpc>
                <a:spcPts val="7600"/>
              </a:lnSpc>
              <a:spcAft>
                <a:spcPts val="2000"/>
              </a:spcAft>
              <a:buFont typeface="System Font Regular"/>
              <a:buChar char="—"/>
              <a:tabLst/>
              <a:defRPr sz="6000" b="0" i="0">
                <a:latin typeface="Everyday Sans Ligh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53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5" y="2121408"/>
            <a:ext cx="23034083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2625" y="5285946"/>
            <a:ext cx="7442200" cy="635027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625" y="6143920"/>
            <a:ext cx="7442200" cy="6477101"/>
          </a:xfrm>
        </p:spPr>
        <p:txBody>
          <a:bodyPr/>
          <a:lstStyle>
            <a:lvl1pPr>
              <a:lnSpc>
                <a:spcPts val="3400"/>
              </a:lnSpc>
              <a:spcAft>
                <a:spcPts val="0"/>
              </a:spcAft>
              <a:defRPr sz="2600"/>
            </a:lvl1pPr>
            <a:lvl2pPr>
              <a:lnSpc>
                <a:spcPts val="3400"/>
              </a:lnSpc>
              <a:spcAft>
                <a:spcPts val="0"/>
              </a:spcAft>
              <a:defRPr sz="2600"/>
            </a:lvl2pPr>
            <a:lvl3pPr>
              <a:lnSpc>
                <a:spcPts val="3400"/>
              </a:lnSpc>
              <a:spcAft>
                <a:spcPts val="0"/>
              </a:spcAft>
              <a:defRPr sz="2600"/>
            </a:lvl3pPr>
            <a:lvl4pPr>
              <a:lnSpc>
                <a:spcPts val="3400"/>
              </a:lnSpc>
              <a:spcAft>
                <a:spcPts val="0"/>
              </a:spcAft>
              <a:defRPr sz="2600"/>
            </a:lvl4pPr>
            <a:lvl5pPr>
              <a:lnSpc>
                <a:spcPts val="3400"/>
              </a:lnSpc>
              <a:spcAft>
                <a:spcPts val="0"/>
              </a:spcAft>
              <a:defRPr sz="2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8461375" y="5285946"/>
            <a:ext cx="7442200" cy="635027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461375" y="6143921"/>
            <a:ext cx="7442200" cy="6477100"/>
          </a:xfrm>
        </p:spPr>
        <p:txBody>
          <a:bodyPr/>
          <a:lstStyle>
            <a:lvl1pPr>
              <a:lnSpc>
                <a:spcPts val="3400"/>
              </a:lnSpc>
              <a:spcAft>
                <a:spcPts val="0"/>
              </a:spcAft>
              <a:defRPr sz="2600"/>
            </a:lvl1pPr>
            <a:lvl2pPr>
              <a:lnSpc>
                <a:spcPts val="3400"/>
              </a:lnSpc>
              <a:spcAft>
                <a:spcPts val="0"/>
              </a:spcAft>
              <a:defRPr sz="2600"/>
            </a:lvl2pPr>
            <a:lvl3pPr>
              <a:lnSpc>
                <a:spcPts val="3400"/>
              </a:lnSpc>
              <a:spcAft>
                <a:spcPts val="0"/>
              </a:spcAft>
              <a:defRPr sz="2600"/>
            </a:lvl3pPr>
            <a:lvl4pPr>
              <a:lnSpc>
                <a:spcPts val="3400"/>
              </a:lnSpc>
              <a:spcAft>
                <a:spcPts val="0"/>
              </a:spcAft>
              <a:defRPr sz="2600"/>
            </a:lvl4pPr>
            <a:lvl5pPr>
              <a:lnSpc>
                <a:spcPts val="3400"/>
              </a:lnSpc>
              <a:spcAft>
                <a:spcPts val="0"/>
              </a:spcAft>
              <a:defRPr sz="2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254556" y="5285946"/>
            <a:ext cx="7442200" cy="635027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6254556" y="6143921"/>
            <a:ext cx="7442200" cy="6477100"/>
          </a:xfrm>
        </p:spPr>
        <p:txBody>
          <a:bodyPr/>
          <a:lstStyle>
            <a:lvl1pPr>
              <a:lnSpc>
                <a:spcPts val="3400"/>
              </a:lnSpc>
              <a:spcAft>
                <a:spcPts val="0"/>
              </a:spcAft>
              <a:defRPr sz="2600"/>
            </a:lvl1pPr>
            <a:lvl2pPr>
              <a:lnSpc>
                <a:spcPts val="3400"/>
              </a:lnSpc>
              <a:spcAft>
                <a:spcPts val="0"/>
              </a:spcAft>
              <a:defRPr sz="2600"/>
            </a:lvl2pPr>
            <a:lvl3pPr>
              <a:lnSpc>
                <a:spcPts val="3400"/>
              </a:lnSpc>
              <a:spcAft>
                <a:spcPts val="0"/>
              </a:spcAft>
              <a:defRPr sz="2600"/>
            </a:lvl3pPr>
            <a:lvl4pPr>
              <a:lnSpc>
                <a:spcPts val="3400"/>
              </a:lnSpc>
              <a:spcAft>
                <a:spcPts val="0"/>
              </a:spcAft>
              <a:defRPr sz="2600"/>
            </a:lvl4pPr>
            <a:lvl5pPr>
              <a:lnSpc>
                <a:spcPts val="3400"/>
              </a:lnSpc>
              <a:spcAft>
                <a:spcPts val="0"/>
              </a:spcAft>
              <a:defRPr sz="2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95639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9C561892-F6C2-25D8-8303-DF5E3BFAA592}"/>
              </a:ext>
            </a:extLst>
          </p:cNvPr>
          <p:cNvSpPr/>
          <p:nvPr/>
        </p:nvSpPr>
        <p:spPr>
          <a:xfrm>
            <a:off x="685621" y="4965275"/>
            <a:ext cx="7440261" cy="7642139"/>
          </a:xfrm>
          <a:custGeom>
            <a:avLst/>
            <a:gdLst>
              <a:gd name="connsiteX0" fmla="*/ 7033968 w 7440261"/>
              <a:gd name="connsiteY0" fmla="*/ 0 h 7642139"/>
              <a:gd name="connsiteX1" fmla="*/ 7440262 w 7440261"/>
              <a:gd name="connsiteY1" fmla="*/ 406294 h 7642139"/>
              <a:gd name="connsiteX2" fmla="*/ 7440262 w 7440261"/>
              <a:gd name="connsiteY2" fmla="*/ 7235846 h 7642139"/>
              <a:gd name="connsiteX3" fmla="*/ 7033968 w 7440261"/>
              <a:gd name="connsiteY3" fmla="*/ 7642140 h 7642139"/>
              <a:gd name="connsiteX4" fmla="*/ 406294 w 7440261"/>
              <a:gd name="connsiteY4" fmla="*/ 7642140 h 7642139"/>
              <a:gd name="connsiteX5" fmla="*/ 0 w 7440261"/>
              <a:gd name="connsiteY5" fmla="*/ 7235846 h 7642139"/>
              <a:gd name="connsiteX6" fmla="*/ 0 w 7440261"/>
              <a:gd name="connsiteY6" fmla="*/ 406294 h 7642139"/>
              <a:gd name="connsiteX7" fmla="*/ 406294 w 7440261"/>
              <a:gd name="connsiteY7" fmla="*/ 0 h 7642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7642139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7235846"/>
                </a:lnTo>
                <a:cubicBezTo>
                  <a:pt x="7440262" y="7460236"/>
                  <a:pt x="7258358" y="7642140"/>
                  <a:pt x="7033968" y="7642140"/>
                </a:cubicBezTo>
                <a:lnTo>
                  <a:pt x="406294" y="7642140"/>
                </a:lnTo>
                <a:cubicBezTo>
                  <a:pt x="181904" y="7642140"/>
                  <a:pt x="0" y="7460236"/>
                  <a:pt x="0" y="7235846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BD457E9-1C19-62B3-5752-C752A7F03635}"/>
              </a:ext>
            </a:extLst>
          </p:cNvPr>
          <p:cNvSpPr/>
          <p:nvPr/>
        </p:nvSpPr>
        <p:spPr>
          <a:xfrm>
            <a:off x="8468694" y="4965275"/>
            <a:ext cx="7440261" cy="7642139"/>
          </a:xfrm>
          <a:custGeom>
            <a:avLst/>
            <a:gdLst>
              <a:gd name="connsiteX0" fmla="*/ 7033968 w 7440261"/>
              <a:gd name="connsiteY0" fmla="*/ 0 h 7642139"/>
              <a:gd name="connsiteX1" fmla="*/ 7440262 w 7440261"/>
              <a:gd name="connsiteY1" fmla="*/ 406294 h 7642139"/>
              <a:gd name="connsiteX2" fmla="*/ 7440262 w 7440261"/>
              <a:gd name="connsiteY2" fmla="*/ 7235846 h 7642139"/>
              <a:gd name="connsiteX3" fmla="*/ 7033968 w 7440261"/>
              <a:gd name="connsiteY3" fmla="*/ 7642140 h 7642139"/>
              <a:gd name="connsiteX4" fmla="*/ 406294 w 7440261"/>
              <a:gd name="connsiteY4" fmla="*/ 7642140 h 7642139"/>
              <a:gd name="connsiteX5" fmla="*/ 0 w 7440261"/>
              <a:gd name="connsiteY5" fmla="*/ 7235846 h 7642139"/>
              <a:gd name="connsiteX6" fmla="*/ 0 w 7440261"/>
              <a:gd name="connsiteY6" fmla="*/ 406294 h 7642139"/>
              <a:gd name="connsiteX7" fmla="*/ 406294 w 7440261"/>
              <a:gd name="connsiteY7" fmla="*/ 0 h 7642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7642139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7235846"/>
                </a:lnTo>
                <a:cubicBezTo>
                  <a:pt x="7440262" y="7460236"/>
                  <a:pt x="7258358" y="7642140"/>
                  <a:pt x="7033968" y="7642140"/>
                </a:cubicBezTo>
                <a:lnTo>
                  <a:pt x="406294" y="7642140"/>
                </a:lnTo>
                <a:cubicBezTo>
                  <a:pt x="181904" y="7642140"/>
                  <a:pt x="0" y="7460236"/>
                  <a:pt x="0" y="7235846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D05ECE5-8AFE-5664-D351-A7E05B6C2C03}"/>
              </a:ext>
            </a:extLst>
          </p:cNvPr>
          <p:cNvSpPr/>
          <p:nvPr/>
        </p:nvSpPr>
        <p:spPr>
          <a:xfrm>
            <a:off x="16251766" y="4965275"/>
            <a:ext cx="7440261" cy="7642139"/>
          </a:xfrm>
          <a:custGeom>
            <a:avLst/>
            <a:gdLst>
              <a:gd name="connsiteX0" fmla="*/ 7033968 w 7440261"/>
              <a:gd name="connsiteY0" fmla="*/ 0 h 7642139"/>
              <a:gd name="connsiteX1" fmla="*/ 7440262 w 7440261"/>
              <a:gd name="connsiteY1" fmla="*/ 406294 h 7642139"/>
              <a:gd name="connsiteX2" fmla="*/ 7440262 w 7440261"/>
              <a:gd name="connsiteY2" fmla="*/ 7235846 h 7642139"/>
              <a:gd name="connsiteX3" fmla="*/ 7033968 w 7440261"/>
              <a:gd name="connsiteY3" fmla="*/ 7642140 h 7642139"/>
              <a:gd name="connsiteX4" fmla="*/ 406294 w 7440261"/>
              <a:gd name="connsiteY4" fmla="*/ 7642140 h 7642139"/>
              <a:gd name="connsiteX5" fmla="*/ 0 w 7440261"/>
              <a:gd name="connsiteY5" fmla="*/ 7235846 h 7642139"/>
              <a:gd name="connsiteX6" fmla="*/ 0 w 7440261"/>
              <a:gd name="connsiteY6" fmla="*/ 406294 h 7642139"/>
              <a:gd name="connsiteX7" fmla="*/ 406294 w 7440261"/>
              <a:gd name="connsiteY7" fmla="*/ 0 h 7642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7642139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7235846"/>
                </a:lnTo>
                <a:cubicBezTo>
                  <a:pt x="7440262" y="7460236"/>
                  <a:pt x="7258358" y="7642140"/>
                  <a:pt x="7033968" y="7642140"/>
                </a:cubicBezTo>
                <a:lnTo>
                  <a:pt x="406294" y="7642140"/>
                </a:lnTo>
                <a:cubicBezTo>
                  <a:pt x="181904" y="7642140"/>
                  <a:pt x="0" y="7460236"/>
                  <a:pt x="0" y="7235846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5" y="2121408"/>
            <a:ext cx="23034083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68867" y="5627388"/>
            <a:ext cx="6400800" cy="635027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8867" y="6356197"/>
            <a:ext cx="6400800" cy="5943600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>
              <a:lnSpc>
                <a:spcPts val="2600"/>
              </a:lnSpc>
              <a:spcAft>
                <a:spcPts val="0"/>
              </a:spcAft>
              <a:defRPr sz="1800"/>
            </a:lvl2pPr>
            <a:lvl3pPr>
              <a:lnSpc>
                <a:spcPts val="2600"/>
              </a:lnSpc>
              <a:spcAft>
                <a:spcPts val="0"/>
              </a:spcAft>
              <a:defRPr sz="1800"/>
            </a:lvl3pPr>
            <a:lvl4pPr>
              <a:lnSpc>
                <a:spcPts val="2600"/>
              </a:lnSpc>
              <a:spcAft>
                <a:spcPts val="0"/>
              </a:spcAft>
              <a:defRPr sz="1800"/>
            </a:lvl4pPr>
            <a:lvl5pPr>
              <a:lnSpc>
                <a:spcPts val="2600"/>
              </a:lnSpc>
              <a:spcAft>
                <a:spcPts val="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7617" y="5627388"/>
            <a:ext cx="6400800" cy="635027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47617" y="6356197"/>
            <a:ext cx="6400800" cy="5943600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>
              <a:lnSpc>
                <a:spcPts val="2600"/>
              </a:lnSpc>
              <a:spcAft>
                <a:spcPts val="0"/>
              </a:spcAft>
              <a:defRPr sz="1800"/>
            </a:lvl2pPr>
            <a:lvl3pPr>
              <a:lnSpc>
                <a:spcPts val="2600"/>
              </a:lnSpc>
              <a:spcAft>
                <a:spcPts val="0"/>
              </a:spcAft>
              <a:defRPr sz="1800"/>
            </a:lvl3pPr>
            <a:lvl4pPr>
              <a:lnSpc>
                <a:spcPts val="2600"/>
              </a:lnSpc>
              <a:spcAft>
                <a:spcPts val="0"/>
              </a:spcAft>
              <a:defRPr sz="1800"/>
            </a:lvl4pPr>
            <a:lvl5pPr>
              <a:lnSpc>
                <a:spcPts val="2600"/>
              </a:lnSpc>
              <a:spcAft>
                <a:spcPts val="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940798" y="5627388"/>
            <a:ext cx="6400800" cy="635027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6940798" y="6356197"/>
            <a:ext cx="6400800" cy="5943600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>
              <a:lnSpc>
                <a:spcPts val="2600"/>
              </a:lnSpc>
              <a:spcAft>
                <a:spcPts val="0"/>
              </a:spcAft>
              <a:defRPr sz="1800"/>
            </a:lvl2pPr>
            <a:lvl3pPr>
              <a:lnSpc>
                <a:spcPts val="2600"/>
              </a:lnSpc>
              <a:spcAft>
                <a:spcPts val="0"/>
              </a:spcAft>
              <a:defRPr sz="1800"/>
            </a:lvl3pPr>
            <a:lvl4pPr>
              <a:lnSpc>
                <a:spcPts val="2600"/>
              </a:lnSpc>
              <a:spcAft>
                <a:spcPts val="0"/>
              </a:spcAft>
              <a:defRPr sz="1800"/>
            </a:lvl4pPr>
            <a:lvl5pPr>
              <a:lnSpc>
                <a:spcPts val="2600"/>
              </a:lnSpc>
              <a:spcAft>
                <a:spcPts val="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18713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5" y="2121408"/>
            <a:ext cx="23034083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2625" y="5289514"/>
            <a:ext cx="5497513" cy="635027"/>
          </a:xfrm>
        </p:spPr>
        <p:txBody>
          <a:bodyPr anchor="t" anchorCtr="0"/>
          <a:lstStyle>
            <a:lvl1pPr marL="495300" indent="-49530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2625" y="6133170"/>
            <a:ext cx="5497513" cy="6433479"/>
          </a:xfrm>
        </p:spPr>
        <p:txBody>
          <a:bodyPr/>
          <a:lstStyle>
            <a:lvl1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1pPr>
            <a:lvl2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2pPr>
            <a:lvl3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3pPr>
            <a:lvl4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4pPr>
            <a:lvl5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529945" y="5289514"/>
            <a:ext cx="5326062" cy="635027"/>
          </a:xfrm>
        </p:spPr>
        <p:txBody>
          <a:bodyPr anchor="t" anchorCtr="0"/>
          <a:lstStyle>
            <a:lvl1pPr marL="485775" indent="-485775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529945" y="6133171"/>
            <a:ext cx="5326062" cy="6433478"/>
          </a:xfrm>
        </p:spPr>
        <p:txBody>
          <a:bodyPr/>
          <a:lstStyle>
            <a:lvl1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1pPr>
            <a:lvl2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2pPr>
            <a:lvl3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3pPr>
            <a:lvl4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4pPr>
            <a:lvl5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360277" y="5289514"/>
            <a:ext cx="5495923" cy="635027"/>
          </a:xfrm>
        </p:spPr>
        <p:txBody>
          <a:bodyPr anchor="t" anchorCtr="0"/>
          <a:lstStyle>
            <a:lvl1pPr marL="481013" indent="-481013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2360277" y="6133171"/>
            <a:ext cx="5495923" cy="6433478"/>
          </a:xfrm>
        </p:spPr>
        <p:txBody>
          <a:bodyPr/>
          <a:lstStyle>
            <a:lvl1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1pPr>
            <a:lvl2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2pPr>
            <a:lvl3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3pPr>
            <a:lvl4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4pPr>
            <a:lvl5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43B52ED-E254-CDEF-F4AC-825B6E3D3E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220785" y="5289514"/>
            <a:ext cx="5495923" cy="635027"/>
          </a:xfrm>
        </p:spPr>
        <p:txBody>
          <a:bodyPr anchor="t" anchorCtr="0"/>
          <a:lstStyle>
            <a:lvl1pPr marL="469900" indent="-46990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C98DA8C-836B-5CA7-420D-A17544A19D6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8220785" y="6133171"/>
            <a:ext cx="5495923" cy="6433478"/>
          </a:xfrm>
        </p:spPr>
        <p:txBody>
          <a:bodyPr/>
          <a:lstStyle>
            <a:lvl1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1pPr>
            <a:lvl2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2pPr>
            <a:lvl3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3pPr>
            <a:lvl4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4pPr>
            <a:lvl5pPr>
              <a:lnSpc>
                <a:spcPts val="3400"/>
              </a:lnSpc>
              <a:spcAft>
                <a:spcPts val="0"/>
              </a:spcAft>
              <a:defRPr sz="26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48540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 with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8080BF00-A5BF-8372-9E08-74D760CB8C05}"/>
              </a:ext>
            </a:extLst>
          </p:cNvPr>
          <p:cNvSpPr/>
          <p:nvPr/>
        </p:nvSpPr>
        <p:spPr>
          <a:xfrm>
            <a:off x="690789" y="4903550"/>
            <a:ext cx="5495844" cy="7643134"/>
          </a:xfrm>
          <a:custGeom>
            <a:avLst/>
            <a:gdLst>
              <a:gd name="connsiteX0" fmla="*/ 5089498 w 5495844"/>
              <a:gd name="connsiteY0" fmla="*/ 0 h 7643134"/>
              <a:gd name="connsiteX1" fmla="*/ 5495845 w 5495844"/>
              <a:gd name="connsiteY1" fmla="*/ 406347 h 7643134"/>
              <a:gd name="connsiteX2" fmla="*/ 5495845 w 5495844"/>
              <a:gd name="connsiteY2" fmla="*/ 7236788 h 7643134"/>
              <a:gd name="connsiteX3" fmla="*/ 5089498 w 5495844"/>
              <a:gd name="connsiteY3" fmla="*/ 7643135 h 7643134"/>
              <a:gd name="connsiteX4" fmla="*/ 406347 w 5495844"/>
              <a:gd name="connsiteY4" fmla="*/ 7643135 h 7643134"/>
              <a:gd name="connsiteX5" fmla="*/ 0 w 5495844"/>
              <a:gd name="connsiteY5" fmla="*/ 7236788 h 7643134"/>
              <a:gd name="connsiteX6" fmla="*/ 0 w 5495844"/>
              <a:gd name="connsiteY6" fmla="*/ 406347 h 7643134"/>
              <a:gd name="connsiteX7" fmla="*/ 406347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7236788"/>
                </a:lnTo>
                <a:cubicBezTo>
                  <a:pt x="5495845" y="7461207"/>
                  <a:pt x="5313917" y="7643135"/>
                  <a:pt x="5089498" y="7643135"/>
                </a:cubicBezTo>
                <a:lnTo>
                  <a:pt x="406347" y="7643135"/>
                </a:lnTo>
                <a:cubicBezTo>
                  <a:pt x="181928" y="7643135"/>
                  <a:pt x="0" y="7461207"/>
                  <a:pt x="0" y="7236788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CE8A471-8BA8-5427-D047-5D58F72BC7E8}"/>
              </a:ext>
            </a:extLst>
          </p:cNvPr>
          <p:cNvSpPr/>
          <p:nvPr/>
        </p:nvSpPr>
        <p:spPr>
          <a:xfrm>
            <a:off x="6529488" y="4903550"/>
            <a:ext cx="5495844" cy="7643134"/>
          </a:xfrm>
          <a:custGeom>
            <a:avLst/>
            <a:gdLst>
              <a:gd name="connsiteX0" fmla="*/ 5089497 w 5495844"/>
              <a:gd name="connsiteY0" fmla="*/ 0 h 7643134"/>
              <a:gd name="connsiteX1" fmla="*/ 5495845 w 5495844"/>
              <a:gd name="connsiteY1" fmla="*/ 406347 h 7643134"/>
              <a:gd name="connsiteX2" fmla="*/ 5495845 w 5495844"/>
              <a:gd name="connsiteY2" fmla="*/ 7236788 h 7643134"/>
              <a:gd name="connsiteX3" fmla="*/ 5089497 w 5495844"/>
              <a:gd name="connsiteY3" fmla="*/ 7643135 h 7643134"/>
              <a:gd name="connsiteX4" fmla="*/ 406347 w 5495844"/>
              <a:gd name="connsiteY4" fmla="*/ 7643135 h 7643134"/>
              <a:gd name="connsiteX5" fmla="*/ 0 w 5495844"/>
              <a:gd name="connsiteY5" fmla="*/ 7236788 h 7643134"/>
              <a:gd name="connsiteX6" fmla="*/ 0 w 5495844"/>
              <a:gd name="connsiteY6" fmla="*/ 406347 h 7643134"/>
              <a:gd name="connsiteX7" fmla="*/ 406347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7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7236788"/>
                </a:lnTo>
                <a:cubicBezTo>
                  <a:pt x="5495845" y="7461207"/>
                  <a:pt x="5313917" y="7643135"/>
                  <a:pt x="5089497" y="7643135"/>
                </a:cubicBezTo>
                <a:lnTo>
                  <a:pt x="406347" y="7643135"/>
                </a:lnTo>
                <a:cubicBezTo>
                  <a:pt x="181928" y="7643135"/>
                  <a:pt x="0" y="7461207"/>
                  <a:pt x="0" y="7236788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D4FC0369-5469-3BA3-9A76-11846FE189EA}"/>
              </a:ext>
            </a:extLst>
          </p:cNvPr>
          <p:cNvSpPr/>
          <p:nvPr/>
        </p:nvSpPr>
        <p:spPr>
          <a:xfrm>
            <a:off x="12366918" y="4903550"/>
            <a:ext cx="5495844" cy="7643134"/>
          </a:xfrm>
          <a:custGeom>
            <a:avLst/>
            <a:gdLst>
              <a:gd name="connsiteX0" fmla="*/ 5089497 w 5495844"/>
              <a:gd name="connsiteY0" fmla="*/ 0 h 7643134"/>
              <a:gd name="connsiteX1" fmla="*/ 5495844 w 5495844"/>
              <a:gd name="connsiteY1" fmla="*/ 406347 h 7643134"/>
              <a:gd name="connsiteX2" fmla="*/ 5495844 w 5495844"/>
              <a:gd name="connsiteY2" fmla="*/ 7236788 h 7643134"/>
              <a:gd name="connsiteX3" fmla="*/ 5089497 w 5495844"/>
              <a:gd name="connsiteY3" fmla="*/ 7643135 h 7643134"/>
              <a:gd name="connsiteX4" fmla="*/ 406347 w 5495844"/>
              <a:gd name="connsiteY4" fmla="*/ 7643135 h 7643134"/>
              <a:gd name="connsiteX5" fmla="*/ 0 w 5495844"/>
              <a:gd name="connsiteY5" fmla="*/ 7236788 h 7643134"/>
              <a:gd name="connsiteX6" fmla="*/ 0 w 5495844"/>
              <a:gd name="connsiteY6" fmla="*/ 406347 h 7643134"/>
              <a:gd name="connsiteX7" fmla="*/ 406347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7236788"/>
                </a:lnTo>
                <a:cubicBezTo>
                  <a:pt x="5495844" y="7461207"/>
                  <a:pt x="5313916" y="7643135"/>
                  <a:pt x="5089497" y="7643135"/>
                </a:cubicBezTo>
                <a:lnTo>
                  <a:pt x="406347" y="7643135"/>
                </a:lnTo>
                <a:cubicBezTo>
                  <a:pt x="181928" y="7643135"/>
                  <a:pt x="0" y="7461207"/>
                  <a:pt x="0" y="7236788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8D880A0C-E567-B384-24D4-71ABC396FABB}"/>
              </a:ext>
            </a:extLst>
          </p:cNvPr>
          <p:cNvSpPr/>
          <p:nvPr/>
        </p:nvSpPr>
        <p:spPr>
          <a:xfrm>
            <a:off x="18205618" y="4903550"/>
            <a:ext cx="5495844" cy="7643134"/>
          </a:xfrm>
          <a:custGeom>
            <a:avLst/>
            <a:gdLst>
              <a:gd name="connsiteX0" fmla="*/ 5089497 w 5495844"/>
              <a:gd name="connsiteY0" fmla="*/ 0 h 7643134"/>
              <a:gd name="connsiteX1" fmla="*/ 5495845 w 5495844"/>
              <a:gd name="connsiteY1" fmla="*/ 406347 h 7643134"/>
              <a:gd name="connsiteX2" fmla="*/ 5495845 w 5495844"/>
              <a:gd name="connsiteY2" fmla="*/ 7236788 h 7643134"/>
              <a:gd name="connsiteX3" fmla="*/ 5089497 w 5495844"/>
              <a:gd name="connsiteY3" fmla="*/ 7643135 h 7643134"/>
              <a:gd name="connsiteX4" fmla="*/ 406346 w 5495844"/>
              <a:gd name="connsiteY4" fmla="*/ 7643135 h 7643134"/>
              <a:gd name="connsiteX5" fmla="*/ -1 w 5495844"/>
              <a:gd name="connsiteY5" fmla="*/ 7236788 h 7643134"/>
              <a:gd name="connsiteX6" fmla="*/ -1 w 5495844"/>
              <a:gd name="connsiteY6" fmla="*/ 406347 h 7643134"/>
              <a:gd name="connsiteX7" fmla="*/ 406346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7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7236788"/>
                </a:lnTo>
                <a:cubicBezTo>
                  <a:pt x="5495845" y="7461207"/>
                  <a:pt x="5313917" y="7643135"/>
                  <a:pt x="5089497" y="7643135"/>
                </a:cubicBezTo>
                <a:lnTo>
                  <a:pt x="406346" y="7643135"/>
                </a:lnTo>
                <a:cubicBezTo>
                  <a:pt x="181927" y="7643135"/>
                  <a:pt x="-1" y="7461207"/>
                  <a:pt x="-1" y="7236788"/>
                </a:cubicBezTo>
                <a:lnTo>
                  <a:pt x="-1" y="406347"/>
                </a:lnTo>
                <a:cubicBezTo>
                  <a:pt x="-1" y="181928"/>
                  <a:pt x="181927" y="0"/>
                  <a:pt x="406346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5" y="2121408"/>
            <a:ext cx="23034083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11408" y="5447673"/>
            <a:ext cx="4754880" cy="635027"/>
          </a:xfrm>
        </p:spPr>
        <p:txBody>
          <a:bodyPr anchor="t" anchorCtr="0"/>
          <a:lstStyle>
            <a:lvl1pPr marL="481013" indent="-481013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11408" y="6113205"/>
            <a:ext cx="4754880" cy="6433479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2pPr>
            <a:lvl3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3pPr>
            <a:lvl4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4pPr>
            <a:lvl5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054770" y="5447673"/>
            <a:ext cx="4754880" cy="635027"/>
          </a:xfrm>
        </p:spPr>
        <p:txBody>
          <a:bodyPr anchor="t" anchorCtr="0"/>
          <a:lstStyle>
            <a:lvl1pPr marL="474663" indent="-474663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054770" y="6113206"/>
            <a:ext cx="4754880" cy="6433478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2pPr>
            <a:lvl3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3pPr>
            <a:lvl4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4pPr>
            <a:lvl5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877186" y="5447673"/>
            <a:ext cx="4754880" cy="635027"/>
          </a:xfrm>
        </p:spPr>
        <p:txBody>
          <a:bodyPr anchor="t" anchorCtr="0"/>
          <a:lstStyle>
            <a:lvl1pPr marL="492125" indent="-492125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2877186" y="6113206"/>
            <a:ext cx="4754880" cy="6433478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2pPr>
            <a:lvl3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3pPr>
            <a:lvl4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4pPr>
            <a:lvl5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43B52ED-E254-CDEF-F4AC-825B6E3D3E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733736" y="5447673"/>
            <a:ext cx="4754880" cy="635027"/>
          </a:xfrm>
        </p:spPr>
        <p:txBody>
          <a:bodyPr anchor="t" anchorCtr="0"/>
          <a:lstStyle>
            <a:lvl1pPr marL="477838" indent="-477838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C98DA8C-836B-5CA7-420D-A17544A19D6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8733736" y="6113206"/>
            <a:ext cx="4754880" cy="6433478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2pPr>
            <a:lvl3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3pPr>
            <a:lvl4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4pPr>
            <a:lvl5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42614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 with boxe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53972111-EADE-418A-7946-EF0AA5502417}"/>
              </a:ext>
            </a:extLst>
          </p:cNvPr>
          <p:cNvSpPr/>
          <p:nvPr/>
        </p:nvSpPr>
        <p:spPr>
          <a:xfrm>
            <a:off x="684476" y="3758360"/>
            <a:ext cx="11325449" cy="4230537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5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4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4" y="4230539"/>
                  <a:pt x="0" y="4048634"/>
                  <a:pt x="0" y="3824244"/>
                </a:cubicBezTo>
                <a:lnTo>
                  <a:pt x="0" y="406295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B04FA57-9725-1518-BAE2-A512ABF8E555}"/>
              </a:ext>
            </a:extLst>
          </p:cNvPr>
          <p:cNvSpPr/>
          <p:nvPr/>
        </p:nvSpPr>
        <p:spPr>
          <a:xfrm>
            <a:off x="684476" y="8344405"/>
            <a:ext cx="11325449" cy="4230537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4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5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4" y="4230539"/>
                  <a:pt x="0" y="4048634"/>
                  <a:pt x="0" y="3824244"/>
                </a:cubicBezTo>
                <a:lnTo>
                  <a:pt x="0" y="406294"/>
                </a:lnTo>
                <a:cubicBezTo>
                  <a:pt x="0" y="181905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1CA378F3-648C-8325-F749-66DF1C0A60DC}"/>
              </a:ext>
            </a:extLst>
          </p:cNvPr>
          <p:cNvSpPr/>
          <p:nvPr/>
        </p:nvSpPr>
        <p:spPr>
          <a:xfrm>
            <a:off x="12365433" y="3758360"/>
            <a:ext cx="11325449" cy="4230537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5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4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5" y="4230539"/>
                  <a:pt x="0" y="4048634"/>
                  <a:pt x="0" y="3824244"/>
                </a:cubicBezTo>
                <a:lnTo>
                  <a:pt x="0" y="406295"/>
                </a:lnTo>
                <a:cubicBezTo>
                  <a:pt x="0" y="181904"/>
                  <a:pt x="181905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362DB753-734D-43E7-195E-9ED75B2C7C5D}"/>
              </a:ext>
            </a:extLst>
          </p:cNvPr>
          <p:cNvSpPr/>
          <p:nvPr/>
        </p:nvSpPr>
        <p:spPr>
          <a:xfrm>
            <a:off x="12365433" y="8344405"/>
            <a:ext cx="11325449" cy="4230537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4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5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5" y="4230539"/>
                  <a:pt x="0" y="4048634"/>
                  <a:pt x="0" y="3824244"/>
                </a:cubicBezTo>
                <a:lnTo>
                  <a:pt x="0" y="406294"/>
                </a:lnTo>
                <a:cubicBezTo>
                  <a:pt x="0" y="181905"/>
                  <a:pt x="181905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5" y="2121408"/>
            <a:ext cx="23034083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10" y="4436734"/>
            <a:ext cx="10058400" cy="635027"/>
          </a:xfrm>
        </p:spPr>
        <p:txBody>
          <a:bodyPr anchor="t" anchorCtr="0"/>
          <a:lstStyle>
            <a:lvl1pPr marL="495300" indent="-49530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371610" y="5182571"/>
            <a:ext cx="10058400" cy="2252543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2pPr>
            <a:lvl3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3pPr>
            <a:lvl4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4pPr>
            <a:lvl5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13049328" y="4436734"/>
            <a:ext cx="10058400" cy="635027"/>
          </a:xfrm>
        </p:spPr>
        <p:txBody>
          <a:bodyPr anchor="t" anchorCtr="0"/>
          <a:lstStyle>
            <a:lvl1pPr marL="485775" indent="-485775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13049328" y="5182572"/>
            <a:ext cx="10058400" cy="2252543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2pPr>
            <a:lvl3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3pPr>
            <a:lvl4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4pPr>
            <a:lvl5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0858" y="9029386"/>
            <a:ext cx="10058400" cy="635027"/>
          </a:xfrm>
        </p:spPr>
        <p:txBody>
          <a:bodyPr anchor="t" anchorCtr="0"/>
          <a:lstStyle>
            <a:lvl1pPr marL="481013" indent="-481013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370858" y="9765014"/>
            <a:ext cx="10058400" cy="2252543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2pPr>
            <a:lvl3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3pPr>
            <a:lvl4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4pPr>
            <a:lvl5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43B52ED-E254-CDEF-F4AC-825B6E3D3E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52053" y="9029386"/>
            <a:ext cx="10058400" cy="635027"/>
          </a:xfrm>
        </p:spPr>
        <p:txBody>
          <a:bodyPr anchor="t" anchorCtr="0"/>
          <a:lstStyle>
            <a:lvl1pPr marL="469900" indent="-46990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C98DA8C-836B-5CA7-420D-A17544A19D6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3052053" y="9765014"/>
            <a:ext cx="10058400" cy="2252543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2pPr>
            <a:lvl3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3pPr>
            <a:lvl4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4pPr>
            <a:lvl5pPr>
              <a:lnSpc>
                <a:spcPts val="2600"/>
              </a:lnSpc>
              <a:spcAft>
                <a:spcPts val="0"/>
              </a:spcAft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9761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-Col Text w/6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6" y="2121408"/>
            <a:ext cx="11346036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625" y="3730752"/>
            <a:ext cx="11346036" cy="8879843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>
              <a:lnSpc>
                <a:spcPts val="2600"/>
              </a:lnSpc>
              <a:spcAft>
                <a:spcPts val="0"/>
              </a:spcAft>
              <a:defRPr sz="1800"/>
            </a:lvl2pPr>
            <a:lvl3pPr>
              <a:lnSpc>
                <a:spcPts val="2600"/>
              </a:lnSpc>
              <a:spcAft>
                <a:spcPts val="0"/>
              </a:spcAft>
              <a:defRPr sz="1800"/>
            </a:lvl3pPr>
            <a:lvl4pPr>
              <a:lnSpc>
                <a:spcPts val="2600"/>
              </a:lnSpc>
              <a:spcAft>
                <a:spcPts val="0"/>
              </a:spcAft>
              <a:defRPr sz="1800"/>
            </a:lvl4pPr>
            <a:lvl5pPr>
              <a:lnSpc>
                <a:spcPts val="2600"/>
              </a:lnSpc>
              <a:spcAft>
                <a:spcPts val="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A22BE3BC-3F4F-53A1-E880-9A5F67EB77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60275" y="0"/>
            <a:ext cx="12025312" cy="13716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626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-Col Text w/8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6" y="2121408"/>
            <a:ext cx="7442199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625" y="3730752"/>
            <a:ext cx="7442200" cy="8879843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>
              <a:lnSpc>
                <a:spcPts val="2600"/>
              </a:lnSpc>
              <a:spcAft>
                <a:spcPts val="0"/>
              </a:spcAft>
              <a:defRPr sz="1800"/>
            </a:lvl2pPr>
            <a:lvl3pPr>
              <a:lnSpc>
                <a:spcPts val="2600"/>
              </a:lnSpc>
              <a:spcAft>
                <a:spcPts val="0"/>
              </a:spcAft>
              <a:defRPr sz="1800"/>
            </a:lvl3pPr>
            <a:lvl4pPr>
              <a:lnSpc>
                <a:spcPts val="2600"/>
              </a:lnSpc>
              <a:spcAft>
                <a:spcPts val="0"/>
              </a:spcAft>
              <a:defRPr sz="1800"/>
            </a:lvl4pPr>
            <a:lvl5pPr>
              <a:lnSpc>
                <a:spcPts val="2600"/>
              </a:lnSpc>
              <a:spcAft>
                <a:spcPts val="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5838F50C-65C7-978F-D70D-15F0FFD49C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74901" y="2212848"/>
            <a:ext cx="15229283" cy="10358120"/>
          </a:xfrm>
          <a:custGeom>
            <a:avLst/>
            <a:gdLst>
              <a:gd name="connsiteX0" fmla="*/ 127000 w 7613650"/>
              <a:gd name="connsiteY0" fmla="*/ 0 h 5179060"/>
              <a:gd name="connsiteX1" fmla="*/ 7486650 w 7613650"/>
              <a:gd name="connsiteY1" fmla="*/ 0 h 5179060"/>
              <a:gd name="connsiteX2" fmla="*/ 7613650 w 7613650"/>
              <a:gd name="connsiteY2" fmla="*/ 127000 h 5179060"/>
              <a:gd name="connsiteX3" fmla="*/ 7613650 w 7613650"/>
              <a:gd name="connsiteY3" fmla="*/ 5052060 h 5179060"/>
              <a:gd name="connsiteX4" fmla="*/ 7486650 w 7613650"/>
              <a:gd name="connsiteY4" fmla="*/ 5179060 h 5179060"/>
              <a:gd name="connsiteX5" fmla="*/ 127000 w 7613650"/>
              <a:gd name="connsiteY5" fmla="*/ 5179060 h 5179060"/>
              <a:gd name="connsiteX6" fmla="*/ 0 w 7613650"/>
              <a:gd name="connsiteY6" fmla="*/ 5052060 h 5179060"/>
              <a:gd name="connsiteX7" fmla="*/ 0 w 7613650"/>
              <a:gd name="connsiteY7" fmla="*/ 127000 h 5179060"/>
              <a:gd name="connsiteX8" fmla="*/ 127000 w 7613650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650" h="5179060">
                <a:moveTo>
                  <a:pt x="127000" y="0"/>
                </a:moveTo>
                <a:lnTo>
                  <a:pt x="7486650" y="0"/>
                </a:lnTo>
                <a:cubicBezTo>
                  <a:pt x="7556500" y="0"/>
                  <a:pt x="7613650" y="57150"/>
                  <a:pt x="7613650" y="127000"/>
                </a:cubicBezTo>
                <a:lnTo>
                  <a:pt x="7613650" y="5052060"/>
                </a:lnTo>
                <a:cubicBezTo>
                  <a:pt x="7613650" y="5121910"/>
                  <a:pt x="7556500" y="5179060"/>
                  <a:pt x="7486650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595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4-Col Text with Series of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6" y="2121408"/>
            <a:ext cx="7442199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625" y="3730752"/>
            <a:ext cx="7442200" cy="8879843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>
              <a:lnSpc>
                <a:spcPts val="2600"/>
              </a:lnSpc>
              <a:spcAft>
                <a:spcPts val="0"/>
              </a:spcAft>
              <a:defRPr sz="1800"/>
            </a:lvl2pPr>
            <a:lvl3pPr>
              <a:lnSpc>
                <a:spcPts val="2600"/>
              </a:lnSpc>
              <a:spcAft>
                <a:spcPts val="0"/>
              </a:spcAft>
              <a:defRPr sz="1800"/>
            </a:lvl3pPr>
            <a:lvl4pPr>
              <a:lnSpc>
                <a:spcPts val="2600"/>
              </a:lnSpc>
              <a:spcAft>
                <a:spcPts val="0"/>
              </a:spcAft>
              <a:defRPr sz="1800"/>
            </a:lvl4pPr>
            <a:lvl5pPr>
              <a:lnSpc>
                <a:spcPts val="2600"/>
              </a:lnSpc>
              <a:spcAft>
                <a:spcPts val="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6F39E0DA-3111-31D1-E539-957EC46B9E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68370" y="8325463"/>
            <a:ext cx="5497276" cy="4243070"/>
          </a:xfrm>
          <a:custGeom>
            <a:avLst/>
            <a:gdLst>
              <a:gd name="connsiteX0" fmla="*/ 127000 w 2748280"/>
              <a:gd name="connsiteY0" fmla="*/ 0 h 2121535"/>
              <a:gd name="connsiteX1" fmla="*/ 2621280 w 2748280"/>
              <a:gd name="connsiteY1" fmla="*/ 0 h 2121535"/>
              <a:gd name="connsiteX2" fmla="*/ 2748280 w 2748280"/>
              <a:gd name="connsiteY2" fmla="*/ 127000 h 2121535"/>
              <a:gd name="connsiteX3" fmla="*/ 2748280 w 2748280"/>
              <a:gd name="connsiteY3" fmla="*/ 1994535 h 2121535"/>
              <a:gd name="connsiteX4" fmla="*/ 2621280 w 2748280"/>
              <a:gd name="connsiteY4" fmla="*/ 2121535 h 2121535"/>
              <a:gd name="connsiteX5" fmla="*/ 127000 w 2748280"/>
              <a:gd name="connsiteY5" fmla="*/ 2121535 h 2121535"/>
              <a:gd name="connsiteX6" fmla="*/ 0 w 2748280"/>
              <a:gd name="connsiteY6" fmla="*/ 1994535 h 2121535"/>
              <a:gd name="connsiteX7" fmla="*/ 0 w 2748280"/>
              <a:gd name="connsiteY7" fmla="*/ 127000 h 2121535"/>
              <a:gd name="connsiteX8" fmla="*/ 127000 w 2748280"/>
              <a:gd name="connsiteY8" fmla="*/ 0 h 212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8280" h="2121535">
                <a:moveTo>
                  <a:pt x="127000" y="0"/>
                </a:moveTo>
                <a:lnTo>
                  <a:pt x="2621280" y="0"/>
                </a:lnTo>
                <a:cubicBezTo>
                  <a:pt x="2691130" y="0"/>
                  <a:pt x="2748280" y="57150"/>
                  <a:pt x="2748280" y="127000"/>
                </a:cubicBezTo>
                <a:lnTo>
                  <a:pt x="2748280" y="1994535"/>
                </a:lnTo>
                <a:cubicBezTo>
                  <a:pt x="2748280" y="2064385"/>
                  <a:pt x="2691130" y="2121535"/>
                  <a:pt x="2621280" y="2121535"/>
                </a:cubicBezTo>
                <a:lnTo>
                  <a:pt x="127000" y="2121535"/>
                </a:lnTo>
                <a:cubicBezTo>
                  <a:pt x="57150" y="2121535"/>
                  <a:pt x="0" y="2064385"/>
                  <a:pt x="0" y="1994535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B370D9B7-04A5-16B2-AF59-3F7D755DAF7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68370" y="2212848"/>
            <a:ext cx="5497276" cy="5772150"/>
          </a:xfrm>
          <a:custGeom>
            <a:avLst/>
            <a:gdLst>
              <a:gd name="connsiteX0" fmla="*/ 127000 w 2748280"/>
              <a:gd name="connsiteY0" fmla="*/ 0 h 2886075"/>
              <a:gd name="connsiteX1" fmla="*/ 2621280 w 2748280"/>
              <a:gd name="connsiteY1" fmla="*/ 0 h 2886075"/>
              <a:gd name="connsiteX2" fmla="*/ 2748280 w 2748280"/>
              <a:gd name="connsiteY2" fmla="*/ 127000 h 2886075"/>
              <a:gd name="connsiteX3" fmla="*/ 2748280 w 2748280"/>
              <a:gd name="connsiteY3" fmla="*/ 2759075 h 2886075"/>
              <a:gd name="connsiteX4" fmla="*/ 2621280 w 2748280"/>
              <a:gd name="connsiteY4" fmla="*/ 2886075 h 2886075"/>
              <a:gd name="connsiteX5" fmla="*/ 127000 w 2748280"/>
              <a:gd name="connsiteY5" fmla="*/ 2886075 h 2886075"/>
              <a:gd name="connsiteX6" fmla="*/ 0 w 2748280"/>
              <a:gd name="connsiteY6" fmla="*/ 2759075 h 2886075"/>
              <a:gd name="connsiteX7" fmla="*/ 0 w 2748280"/>
              <a:gd name="connsiteY7" fmla="*/ 127000 h 2886075"/>
              <a:gd name="connsiteX8" fmla="*/ 127000 w 2748280"/>
              <a:gd name="connsiteY8" fmla="*/ 0 h 288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8280" h="2886075">
                <a:moveTo>
                  <a:pt x="127000" y="0"/>
                </a:moveTo>
                <a:lnTo>
                  <a:pt x="2621280" y="0"/>
                </a:lnTo>
                <a:cubicBezTo>
                  <a:pt x="2691130" y="0"/>
                  <a:pt x="2748280" y="57150"/>
                  <a:pt x="2748280" y="127000"/>
                </a:cubicBezTo>
                <a:lnTo>
                  <a:pt x="2748280" y="2759075"/>
                </a:lnTo>
                <a:cubicBezTo>
                  <a:pt x="2748280" y="2828925"/>
                  <a:pt x="2691130" y="2886075"/>
                  <a:pt x="2621280" y="2886075"/>
                </a:cubicBezTo>
                <a:lnTo>
                  <a:pt x="127000" y="2886075"/>
                </a:lnTo>
                <a:cubicBezTo>
                  <a:pt x="57150" y="2886075"/>
                  <a:pt x="0" y="2828925"/>
                  <a:pt x="0" y="2759075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7" name="Picture Placeholder 18">
            <a:extLst>
              <a:ext uri="{FF2B5EF4-FFF2-40B4-BE49-F238E27FC236}">
                <a16:creationId xmlns:a16="http://schemas.microsoft.com/office/drawing/2014/main" id="{9B59FD54-12D4-0822-9758-C2810C33E2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324321" y="2212848"/>
            <a:ext cx="9389062" cy="10358120"/>
          </a:xfrm>
          <a:custGeom>
            <a:avLst/>
            <a:gdLst>
              <a:gd name="connsiteX0" fmla="*/ 127000 w 4693920"/>
              <a:gd name="connsiteY0" fmla="*/ 0 h 5179060"/>
              <a:gd name="connsiteX1" fmla="*/ 4566920 w 4693920"/>
              <a:gd name="connsiteY1" fmla="*/ 0 h 5179060"/>
              <a:gd name="connsiteX2" fmla="*/ 4693920 w 4693920"/>
              <a:gd name="connsiteY2" fmla="*/ 127000 h 5179060"/>
              <a:gd name="connsiteX3" fmla="*/ 4693920 w 4693920"/>
              <a:gd name="connsiteY3" fmla="*/ 5052060 h 5179060"/>
              <a:gd name="connsiteX4" fmla="*/ 4566920 w 4693920"/>
              <a:gd name="connsiteY4" fmla="*/ 5179060 h 5179060"/>
              <a:gd name="connsiteX5" fmla="*/ 127000 w 4693920"/>
              <a:gd name="connsiteY5" fmla="*/ 5179060 h 5179060"/>
              <a:gd name="connsiteX6" fmla="*/ 0 w 4693920"/>
              <a:gd name="connsiteY6" fmla="*/ 5052060 h 5179060"/>
              <a:gd name="connsiteX7" fmla="*/ 0 w 4693920"/>
              <a:gd name="connsiteY7" fmla="*/ 127000 h 5179060"/>
              <a:gd name="connsiteX8" fmla="*/ 127000 w 4693920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93920" h="5179060">
                <a:moveTo>
                  <a:pt x="127000" y="0"/>
                </a:moveTo>
                <a:lnTo>
                  <a:pt x="4566920" y="0"/>
                </a:lnTo>
                <a:cubicBezTo>
                  <a:pt x="4636770" y="0"/>
                  <a:pt x="4693920" y="57150"/>
                  <a:pt x="4693920" y="127000"/>
                </a:cubicBezTo>
                <a:lnTo>
                  <a:pt x="4693920" y="5052060"/>
                </a:lnTo>
                <a:cubicBezTo>
                  <a:pt x="4693920" y="5121910"/>
                  <a:pt x="4636770" y="5179060"/>
                  <a:pt x="4566920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7493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Text w/9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5497512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625" y="3730752"/>
            <a:ext cx="5497513" cy="8879843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>
              <a:lnSpc>
                <a:spcPts val="2600"/>
              </a:lnSpc>
              <a:spcAft>
                <a:spcPts val="0"/>
              </a:spcAft>
              <a:defRPr sz="1800"/>
            </a:lvl2pPr>
            <a:lvl3pPr>
              <a:lnSpc>
                <a:spcPts val="2600"/>
              </a:lnSpc>
              <a:spcAft>
                <a:spcPts val="0"/>
              </a:spcAft>
              <a:defRPr sz="1800"/>
            </a:lvl3pPr>
            <a:lvl4pPr>
              <a:lnSpc>
                <a:spcPts val="2600"/>
              </a:lnSpc>
              <a:spcAft>
                <a:spcPts val="0"/>
              </a:spcAft>
              <a:defRPr sz="1800"/>
            </a:lvl4pPr>
            <a:lvl5pPr>
              <a:lnSpc>
                <a:spcPts val="2600"/>
              </a:lnSpc>
              <a:spcAft>
                <a:spcPts val="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C5C6DE08-D4E4-7F86-7CF1-E14C031D36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41532" y="2212848"/>
            <a:ext cx="17175176" cy="10358120"/>
          </a:xfrm>
          <a:custGeom>
            <a:avLst/>
            <a:gdLst>
              <a:gd name="connsiteX0" fmla="*/ 127000 w 8586470"/>
              <a:gd name="connsiteY0" fmla="*/ 0 h 5179060"/>
              <a:gd name="connsiteX1" fmla="*/ 8459470 w 8586470"/>
              <a:gd name="connsiteY1" fmla="*/ 0 h 5179060"/>
              <a:gd name="connsiteX2" fmla="*/ 8586470 w 8586470"/>
              <a:gd name="connsiteY2" fmla="*/ 127000 h 5179060"/>
              <a:gd name="connsiteX3" fmla="*/ 8586470 w 8586470"/>
              <a:gd name="connsiteY3" fmla="*/ 5052060 h 5179060"/>
              <a:gd name="connsiteX4" fmla="*/ 8459470 w 8586470"/>
              <a:gd name="connsiteY4" fmla="*/ 5179060 h 5179060"/>
              <a:gd name="connsiteX5" fmla="*/ 127000 w 8586470"/>
              <a:gd name="connsiteY5" fmla="*/ 5179060 h 5179060"/>
              <a:gd name="connsiteX6" fmla="*/ 0 w 8586470"/>
              <a:gd name="connsiteY6" fmla="*/ 5052060 h 5179060"/>
              <a:gd name="connsiteX7" fmla="*/ 0 w 8586470"/>
              <a:gd name="connsiteY7" fmla="*/ 127000 h 5179060"/>
              <a:gd name="connsiteX8" fmla="*/ 127000 w 8586470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6470" h="5179060">
                <a:moveTo>
                  <a:pt x="127000" y="0"/>
                </a:moveTo>
                <a:lnTo>
                  <a:pt x="8459470" y="0"/>
                </a:lnTo>
                <a:cubicBezTo>
                  <a:pt x="8529320" y="0"/>
                  <a:pt x="8586470" y="57150"/>
                  <a:pt x="8586470" y="127000"/>
                </a:cubicBezTo>
                <a:lnTo>
                  <a:pt x="8586470" y="5052060"/>
                </a:lnTo>
                <a:cubicBezTo>
                  <a:pt x="8586470" y="5121910"/>
                  <a:pt x="8529320" y="5179060"/>
                  <a:pt x="8459470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411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Col Text w/ set of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5497512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625" y="3730752"/>
            <a:ext cx="5497513" cy="8879843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>
              <a:lnSpc>
                <a:spcPts val="2600"/>
              </a:lnSpc>
              <a:spcAft>
                <a:spcPts val="0"/>
              </a:spcAft>
              <a:defRPr sz="1800"/>
            </a:lvl2pPr>
            <a:lvl3pPr>
              <a:lnSpc>
                <a:spcPts val="2600"/>
              </a:lnSpc>
              <a:spcAft>
                <a:spcPts val="0"/>
              </a:spcAft>
              <a:defRPr sz="1800"/>
            </a:lvl3pPr>
            <a:lvl4pPr>
              <a:lnSpc>
                <a:spcPts val="2600"/>
              </a:lnSpc>
              <a:spcAft>
                <a:spcPts val="0"/>
              </a:spcAft>
              <a:defRPr sz="1800"/>
            </a:lvl4pPr>
            <a:lvl5pPr>
              <a:lnSpc>
                <a:spcPts val="2600"/>
              </a:lnSpc>
              <a:spcAft>
                <a:spcPts val="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BC029E6-038D-252C-0F3B-ACA943C23AD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41532" y="2212848"/>
            <a:ext cx="5496006" cy="5758180"/>
          </a:xfrm>
          <a:custGeom>
            <a:avLst/>
            <a:gdLst>
              <a:gd name="connsiteX0" fmla="*/ 127000 w 2747645"/>
              <a:gd name="connsiteY0" fmla="*/ 0 h 2879090"/>
              <a:gd name="connsiteX1" fmla="*/ 2620645 w 2747645"/>
              <a:gd name="connsiteY1" fmla="*/ 0 h 2879090"/>
              <a:gd name="connsiteX2" fmla="*/ 2747645 w 2747645"/>
              <a:gd name="connsiteY2" fmla="*/ 127000 h 2879090"/>
              <a:gd name="connsiteX3" fmla="*/ 2747645 w 2747645"/>
              <a:gd name="connsiteY3" fmla="*/ 2752090 h 2879090"/>
              <a:gd name="connsiteX4" fmla="*/ 2620645 w 2747645"/>
              <a:gd name="connsiteY4" fmla="*/ 2879090 h 2879090"/>
              <a:gd name="connsiteX5" fmla="*/ 127000 w 2747645"/>
              <a:gd name="connsiteY5" fmla="*/ 2879090 h 2879090"/>
              <a:gd name="connsiteX6" fmla="*/ 0 w 2747645"/>
              <a:gd name="connsiteY6" fmla="*/ 2752090 h 2879090"/>
              <a:gd name="connsiteX7" fmla="*/ 0 w 2747645"/>
              <a:gd name="connsiteY7" fmla="*/ 127000 h 2879090"/>
              <a:gd name="connsiteX8" fmla="*/ 127000 w 2747645"/>
              <a:gd name="connsiteY8" fmla="*/ 0 h 2879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7645" h="2879090">
                <a:moveTo>
                  <a:pt x="127000" y="0"/>
                </a:moveTo>
                <a:lnTo>
                  <a:pt x="2620645" y="0"/>
                </a:lnTo>
                <a:cubicBezTo>
                  <a:pt x="2690495" y="0"/>
                  <a:pt x="2747645" y="57150"/>
                  <a:pt x="2747645" y="127000"/>
                </a:cubicBezTo>
                <a:lnTo>
                  <a:pt x="2747645" y="2752090"/>
                </a:lnTo>
                <a:cubicBezTo>
                  <a:pt x="2747645" y="2821940"/>
                  <a:pt x="2690495" y="2879090"/>
                  <a:pt x="2620645" y="2879090"/>
                </a:cubicBezTo>
                <a:lnTo>
                  <a:pt x="127000" y="2879090"/>
                </a:lnTo>
                <a:cubicBezTo>
                  <a:pt x="57150" y="2879090"/>
                  <a:pt x="0" y="2821940"/>
                  <a:pt x="0" y="275209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98DEC7E6-3C83-7ED7-EF7C-052D14661C0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41532" y="8334403"/>
            <a:ext cx="5492195" cy="4243070"/>
          </a:xfrm>
          <a:custGeom>
            <a:avLst/>
            <a:gdLst>
              <a:gd name="connsiteX0" fmla="*/ 127000 w 2745740"/>
              <a:gd name="connsiteY0" fmla="*/ 0 h 2121535"/>
              <a:gd name="connsiteX1" fmla="*/ 2618740 w 2745740"/>
              <a:gd name="connsiteY1" fmla="*/ 0 h 2121535"/>
              <a:gd name="connsiteX2" fmla="*/ 2745740 w 2745740"/>
              <a:gd name="connsiteY2" fmla="*/ 127000 h 2121535"/>
              <a:gd name="connsiteX3" fmla="*/ 2745740 w 2745740"/>
              <a:gd name="connsiteY3" fmla="*/ 1994535 h 2121535"/>
              <a:gd name="connsiteX4" fmla="*/ 2618740 w 2745740"/>
              <a:gd name="connsiteY4" fmla="*/ 2121535 h 2121535"/>
              <a:gd name="connsiteX5" fmla="*/ 127000 w 2745740"/>
              <a:gd name="connsiteY5" fmla="*/ 2121535 h 2121535"/>
              <a:gd name="connsiteX6" fmla="*/ 0 w 2745740"/>
              <a:gd name="connsiteY6" fmla="*/ 1994535 h 2121535"/>
              <a:gd name="connsiteX7" fmla="*/ 0 w 2745740"/>
              <a:gd name="connsiteY7" fmla="*/ 127000 h 2121535"/>
              <a:gd name="connsiteX8" fmla="*/ 127000 w 2745740"/>
              <a:gd name="connsiteY8" fmla="*/ 0 h 212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5740" h="2121535">
                <a:moveTo>
                  <a:pt x="127000" y="0"/>
                </a:moveTo>
                <a:lnTo>
                  <a:pt x="2618740" y="0"/>
                </a:lnTo>
                <a:cubicBezTo>
                  <a:pt x="2688590" y="0"/>
                  <a:pt x="2745740" y="57150"/>
                  <a:pt x="2745740" y="127000"/>
                </a:cubicBezTo>
                <a:lnTo>
                  <a:pt x="2745740" y="1994535"/>
                </a:lnTo>
                <a:cubicBezTo>
                  <a:pt x="2745740" y="2064385"/>
                  <a:pt x="2688590" y="2121535"/>
                  <a:pt x="2618740" y="2121535"/>
                </a:cubicBezTo>
                <a:lnTo>
                  <a:pt x="127000" y="2121535"/>
                </a:lnTo>
                <a:cubicBezTo>
                  <a:pt x="57150" y="2121535"/>
                  <a:pt x="0" y="2064385"/>
                  <a:pt x="0" y="1994535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A8308B24-12D8-0E18-6B1C-B3F8F6737B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77157" y="2212848"/>
            <a:ext cx="11336226" cy="10358120"/>
          </a:xfrm>
          <a:custGeom>
            <a:avLst/>
            <a:gdLst>
              <a:gd name="connsiteX0" fmla="*/ 127000 w 5667375"/>
              <a:gd name="connsiteY0" fmla="*/ 0 h 5179060"/>
              <a:gd name="connsiteX1" fmla="*/ 5540375 w 5667375"/>
              <a:gd name="connsiteY1" fmla="*/ 0 h 5179060"/>
              <a:gd name="connsiteX2" fmla="*/ 5667375 w 5667375"/>
              <a:gd name="connsiteY2" fmla="*/ 127000 h 5179060"/>
              <a:gd name="connsiteX3" fmla="*/ 5667375 w 5667375"/>
              <a:gd name="connsiteY3" fmla="*/ 5052060 h 5179060"/>
              <a:gd name="connsiteX4" fmla="*/ 5540375 w 5667375"/>
              <a:gd name="connsiteY4" fmla="*/ 5179060 h 5179060"/>
              <a:gd name="connsiteX5" fmla="*/ 127000 w 5667375"/>
              <a:gd name="connsiteY5" fmla="*/ 5179060 h 5179060"/>
              <a:gd name="connsiteX6" fmla="*/ 0 w 5667375"/>
              <a:gd name="connsiteY6" fmla="*/ 5052060 h 5179060"/>
              <a:gd name="connsiteX7" fmla="*/ 0 w 5667375"/>
              <a:gd name="connsiteY7" fmla="*/ 127000 h 5179060"/>
              <a:gd name="connsiteX8" fmla="*/ 127000 w 5667375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67375" h="5179060">
                <a:moveTo>
                  <a:pt x="127000" y="0"/>
                </a:moveTo>
                <a:lnTo>
                  <a:pt x="5540375" y="0"/>
                </a:lnTo>
                <a:cubicBezTo>
                  <a:pt x="5610225" y="0"/>
                  <a:pt x="5667375" y="57150"/>
                  <a:pt x="5667375" y="127000"/>
                </a:cubicBezTo>
                <a:lnTo>
                  <a:pt x="5667375" y="5052060"/>
                </a:lnTo>
                <a:cubicBezTo>
                  <a:pt x="5667375" y="5121910"/>
                  <a:pt x="5610225" y="5179060"/>
                  <a:pt x="5540375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007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AE7A3E6-0587-0E18-A576-6780D3B717B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88" y="3743325"/>
            <a:ext cx="23015448" cy="8830189"/>
          </a:xfrm>
          <a:custGeom>
            <a:avLst/>
            <a:gdLst>
              <a:gd name="connsiteX0" fmla="*/ 254033 w 23015396"/>
              <a:gd name="connsiteY0" fmla="*/ 0 h 8830189"/>
              <a:gd name="connsiteX1" fmla="*/ 22761364 w 23015396"/>
              <a:gd name="connsiteY1" fmla="*/ 0 h 8830189"/>
              <a:gd name="connsiteX2" fmla="*/ 23015396 w 23015396"/>
              <a:gd name="connsiteY2" fmla="*/ 254033 h 8830189"/>
              <a:gd name="connsiteX3" fmla="*/ 23015396 w 23015396"/>
              <a:gd name="connsiteY3" fmla="*/ 8576156 h 8830189"/>
              <a:gd name="connsiteX4" fmla="*/ 22761364 w 23015396"/>
              <a:gd name="connsiteY4" fmla="*/ 8830189 h 8830189"/>
              <a:gd name="connsiteX5" fmla="*/ 254033 w 23015396"/>
              <a:gd name="connsiteY5" fmla="*/ 8830189 h 8830189"/>
              <a:gd name="connsiteX6" fmla="*/ 0 w 23015396"/>
              <a:gd name="connsiteY6" fmla="*/ 8576156 h 8830189"/>
              <a:gd name="connsiteX7" fmla="*/ 0 w 23015396"/>
              <a:gd name="connsiteY7" fmla="*/ 254033 h 8830189"/>
              <a:gd name="connsiteX8" fmla="*/ 254033 w 23015396"/>
              <a:gd name="connsiteY8" fmla="*/ 0 h 8830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5396" h="8830189">
                <a:moveTo>
                  <a:pt x="254033" y="0"/>
                </a:moveTo>
                <a:lnTo>
                  <a:pt x="22761364" y="0"/>
                </a:lnTo>
                <a:cubicBezTo>
                  <a:pt x="22901082" y="0"/>
                  <a:pt x="23015396" y="114315"/>
                  <a:pt x="23015396" y="254033"/>
                </a:cubicBezTo>
                <a:lnTo>
                  <a:pt x="23015396" y="8576156"/>
                </a:lnTo>
                <a:cubicBezTo>
                  <a:pt x="23015396" y="8715875"/>
                  <a:pt x="22901082" y="8830189"/>
                  <a:pt x="22761364" y="8830189"/>
                </a:cubicBezTo>
                <a:lnTo>
                  <a:pt x="254033" y="8830189"/>
                </a:lnTo>
                <a:cubicBezTo>
                  <a:pt x="114316" y="8830189"/>
                  <a:pt x="0" y="8715875"/>
                  <a:pt x="0" y="8576156"/>
                </a:cubicBezTo>
                <a:lnTo>
                  <a:pt x="0" y="254033"/>
                </a:lnTo>
                <a:cubicBezTo>
                  <a:pt x="0" y="114315"/>
                  <a:pt x="114316" y="0"/>
                  <a:pt x="25403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noAutofit/>
          </a:bodyPr>
          <a:lstStyle>
            <a:lvl1pPr>
              <a:defRPr lang="en-US" sz="2800" dirty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027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Width Image Bleeding off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4EB3FE6C-C8FF-054A-3C2A-98DF30D672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" y="3743325"/>
            <a:ext cx="23015448" cy="9976104"/>
          </a:xfrm>
          <a:custGeom>
            <a:avLst/>
            <a:gdLst>
              <a:gd name="connsiteX0" fmla="*/ 253999 w 23012400"/>
              <a:gd name="connsiteY0" fmla="*/ 0 h 9972675"/>
              <a:gd name="connsiteX1" fmla="*/ 22758400 w 23012400"/>
              <a:gd name="connsiteY1" fmla="*/ 0 h 9972675"/>
              <a:gd name="connsiteX2" fmla="*/ 23012400 w 23012400"/>
              <a:gd name="connsiteY2" fmla="*/ 254000 h 9972675"/>
              <a:gd name="connsiteX3" fmla="*/ 23012400 w 23012400"/>
              <a:gd name="connsiteY3" fmla="*/ 9972675 h 9972675"/>
              <a:gd name="connsiteX4" fmla="*/ 0 w 23012400"/>
              <a:gd name="connsiteY4" fmla="*/ 9972675 h 9972675"/>
              <a:gd name="connsiteX5" fmla="*/ 0 w 23012400"/>
              <a:gd name="connsiteY5" fmla="*/ 254000 h 9972675"/>
              <a:gd name="connsiteX6" fmla="*/ 253999 w 23012400"/>
              <a:gd name="connsiteY6" fmla="*/ 0 h 997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12400" h="9972675">
                <a:moveTo>
                  <a:pt x="253999" y="0"/>
                </a:moveTo>
                <a:lnTo>
                  <a:pt x="22758400" y="0"/>
                </a:lnTo>
                <a:cubicBezTo>
                  <a:pt x="22898100" y="0"/>
                  <a:pt x="23012400" y="114300"/>
                  <a:pt x="23012400" y="254000"/>
                </a:cubicBezTo>
                <a:lnTo>
                  <a:pt x="23012400" y="9972675"/>
                </a:lnTo>
                <a:lnTo>
                  <a:pt x="0" y="9972675"/>
                </a:lnTo>
                <a:lnTo>
                  <a:pt x="0" y="254000"/>
                </a:lnTo>
                <a:cubicBezTo>
                  <a:pt x="0" y="114300"/>
                  <a:pt x="114300" y="0"/>
                  <a:pt x="2539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2D1BEDE-5BF1-43BF-3B1E-300E83F36576}"/>
              </a:ext>
            </a:extLst>
          </p:cNvPr>
          <p:cNvSpPr/>
          <p:nvPr userDrawn="1"/>
        </p:nvSpPr>
        <p:spPr>
          <a:xfrm>
            <a:off x="23336162" y="590412"/>
            <a:ext cx="380546" cy="425614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7200"/>
          </a:p>
        </p:txBody>
      </p:sp>
    </p:spTree>
    <p:extLst>
      <p:ext uri="{BB962C8B-B14F-4D97-AF65-F5344CB8AC3E}">
        <p14:creationId xmlns:p14="http://schemas.microsoft.com/office/powerpoint/2010/main" val="27591983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6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5DC91F7-E30B-D3C2-8D0D-3F878A0BA6C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2366498" y="3739199"/>
            <a:ext cx="11334750" cy="8829040"/>
          </a:xfrm>
          <a:custGeom>
            <a:avLst/>
            <a:gdLst>
              <a:gd name="connsiteX0" fmla="*/ 254000 w 11334750"/>
              <a:gd name="connsiteY0" fmla="*/ 0 h 8829040"/>
              <a:gd name="connsiteX1" fmla="*/ 11080750 w 11334750"/>
              <a:gd name="connsiteY1" fmla="*/ 0 h 8829040"/>
              <a:gd name="connsiteX2" fmla="*/ 11334750 w 11334750"/>
              <a:gd name="connsiteY2" fmla="*/ 254000 h 8829040"/>
              <a:gd name="connsiteX3" fmla="*/ 11334750 w 11334750"/>
              <a:gd name="connsiteY3" fmla="*/ 8575040 h 8829040"/>
              <a:gd name="connsiteX4" fmla="*/ 11080750 w 11334750"/>
              <a:gd name="connsiteY4" fmla="*/ 8829040 h 8829040"/>
              <a:gd name="connsiteX5" fmla="*/ 254000 w 11334750"/>
              <a:gd name="connsiteY5" fmla="*/ 8829040 h 8829040"/>
              <a:gd name="connsiteX6" fmla="*/ 0 w 11334750"/>
              <a:gd name="connsiteY6" fmla="*/ 8575040 h 8829040"/>
              <a:gd name="connsiteX7" fmla="*/ 0 w 11334750"/>
              <a:gd name="connsiteY7" fmla="*/ 254000 h 8829040"/>
              <a:gd name="connsiteX8" fmla="*/ 254000 w 11334750"/>
              <a:gd name="connsiteY8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34750" h="8829040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8575040"/>
                </a:lnTo>
                <a:cubicBezTo>
                  <a:pt x="11334750" y="8714740"/>
                  <a:pt x="11220450" y="8829040"/>
                  <a:pt x="11080750" y="8829040"/>
                </a:cubicBezTo>
                <a:lnTo>
                  <a:pt x="254000" y="8829040"/>
                </a:lnTo>
                <a:cubicBezTo>
                  <a:pt x="114300" y="8829040"/>
                  <a:pt x="0" y="8714740"/>
                  <a:pt x="0" y="8575040"/>
                </a:cubicBez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C7B0785B-5065-7F33-BC24-B972708973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3911" y="3739199"/>
            <a:ext cx="11334750" cy="8829040"/>
          </a:xfrm>
          <a:custGeom>
            <a:avLst/>
            <a:gdLst>
              <a:gd name="connsiteX0" fmla="*/ 254000 w 11334750"/>
              <a:gd name="connsiteY0" fmla="*/ 0 h 8829040"/>
              <a:gd name="connsiteX1" fmla="*/ 11080750 w 11334750"/>
              <a:gd name="connsiteY1" fmla="*/ 0 h 8829040"/>
              <a:gd name="connsiteX2" fmla="*/ 11334750 w 11334750"/>
              <a:gd name="connsiteY2" fmla="*/ 254000 h 8829040"/>
              <a:gd name="connsiteX3" fmla="*/ 11334750 w 11334750"/>
              <a:gd name="connsiteY3" fmla="*/ 8575040 h 8829040"/>
              <a:gd name="connsiteX4" fmla="*/ 11080750 w 11334750"/>
              <a:gd name="connsiteY4" fmla="*/ 8829040 h 8829040"/>
              <a:gd name="connsiteX5" fmla="*/ 254000 w 11334750"/>
              <a:gd name="connsiteY5" fmla="*/ 8829040 h 8829040"/>
              <a:gd name="connsiteX6" fmla="*/ 0 w 11334750"/>
              <a:gd name="connsiteY6" fmla="*/ 8575040 h 8829040"/>
              <a:gd name="connsiteX7" fmla="*/ 0 w 11334750"/>
              <a:gd name="connsiteY7" fmla="*/ 254000 h 8829040"/>
              <a:gd name="connsiteX8" fmla="*/ 254000 w 11334750"/>
              <a:gd name="connsiteY8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34750" h="8829040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8575040"/>
                </a:lnTo>
                <a:cubicBezTo>
                  <a:pt x="11334750" y="8714740"/>
                  <a:pt x="11220450" y="8829040"/>
                  <a:pt x="11080750" y="8829040"/>
                </a:cubicBezTo>
                <a:lnTo>
                  <a:pt x="254000" y="8829040"/>
                </a:lnTo>
                <a:cubicBezTo>
                  <a:pt x="114300" y="8829040"/>
                  <a:pt x="0" y="8714740"/>
                  <a:pt x="0" y="8575040"/>
                </a:cubicBez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135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6-Col Images Bleeding off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C15CC5E6-EB22-44EF-2FBF-459AC42AB5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" y="3743326"/>
            <a:ext cx="11334750" cy="9972674"/>
          </a:xfrm>
          <a:custGeom>
            <a:avLst/>
            <a:gdLst>
              <a:gd name="connsiteX0" fmla="*/ 254000 w 11334750"/>
              <a:gd name="connsiteY0" fmla="*/ 0 h 9972674"/>
              <a:gd name="connsiteX1" fmla="*/ 11080750 w 11334750"/>
              <a:gd name="connsiteY1" fmla="*/ 0 h 9972674"/>
              <a:gd name="connsiteX2" fmla="*/ 11334750 w 11334750"/>
              <a:gd name="connsiteY2" fmla="*/ 254000 h 9972674"/>
              <a:gd name="connsiteX3" fmla="*/ 11334750 w 11334750"/>
              <a:gd name="connsiteY3" fmla="*/ 9972674 h 9972674"/>
              <a:gd name="connsiteX4" fmla="*/ 0 w 11334750"/>
              <a:gd name="connsiteY4" fmla="*/ 9972674 h 9972674"/>
              <a:gd name="connsiteX5" fmla="*/ 0 w 11334750"/>
              <a:gd name="connsiteY5" fmla="*/ 254000 h 9972674"/>
              <a:gd name="connsiteX6" fmla="*/ 254000 w 11334750"/>
              <a:gd name="connsiteY6" fmla="*/ 0 h 997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34750" h="9972674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9972674"/>
                </a:lnTo>
                <a:lnTo>
                  <a:pt x="0" y="9972674"/>
                </a:ln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1ECACE94-786E-FB89-6F9B-7865ED251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366626" y="3743326"/>
            <a:ext cx="11334750" cy="9972674"/>
          </a:xfrm>
          <a:custGeom>
            <a:avLst/>
            <a:gdLst>
              <a:gd name="connsiteX0" fmla="*/ 254000 w 11334750"/>
              <a:gd name="connsiteY0" fmla="*/ 0 h 9972674"/>
              <a:gd name="connsiteX1" fmla="*/ 11080750 w 11334750"/>
              <a:gd name="connsiteY1" fmla="*/ 0 h 9972674"/>
              <a:gd name="connsiteX2" fmla="*/ 11334750 w 11334750"/>
              <a:gd name="connsiteY2" fmla="*/ 254000 h 9972674"/>
              <a:gd name="connsiteX3" fmla="*/ 11334750 w 11334750"/>
              <a:gd name="connsiteY3" fmla="*/ 9972674 h 9972674"/>
              <a:gd name="connsiteX4" fmla="*/ 0 w 11334750"/>
              <a:gd name="connsiteY4" fmla="*/ 9972674 h 9972674"/>
              <a:gd name="connsiteX5" fmla="*/ 0 w 11334750"/>
              <a:gd name="connsiteY5" fmla="*/ 254000 h 9972674"/>
              <a:gd name="connsiteX6" fmla="*/ 254000 w 11334750"/>
              <a:gd name="connsiteY6" fmla="*/ 0 h 997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34750" h="9972674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9972674"/>
                </a:lnTo>
                <a:lnTo>
                  <a:pt x="0" y="9972674"/>
                </a:ln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44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Mixed Wid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B243A159-3284-4B92-6C16-F88852C1FE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44" y="3738624"/>
            <a:ext cx="5496918" cy="4243346"/>
          </a:xfrm>
          <a:custGeom>
            <a:avLst/>
            <a:gdLst>
              <a:gd name="connsiteX0" fmla="*/ 254017 w 5496918"/>
              <a:gd name="connsiteY0" fmla="*/ 0 h 4243346"/>
              <a:gd name="connsiteX1" fmla="*/ 5242902 w 5496918"/>
              <a:gd name="connsiteY1" fmla="*/ 0 h 4243346"/>
              <a:gd name="connsiteX2" fmla="*/ 5496918 w 5496918"/>
              <a:gd name="connsiteY2" fmla="*/ 254017 h 4243346"/>
              <a:gd name="connsiteX3" fmla="*/ 5496918 w 5496918"/>
              <a:gd name="connsiteY3" fmla="*/ 3989330 h 4243346"/>
              <a:gd name="connsiteX4" fmla="*/ 5242902 w 5496918"/>
              <a:gd name="connsiteY4" fmla="*/ 4243346 h 4243346"/>
              <a:gd name="connsiteX5" fmla="*/ 254017 w 5496918"/>
              <a:gd name="connsiteY5" fmla="*/ 4243346 h 4243346"/>
              <a:gd name="connsiteX6" fmla="*/ 0 w 5496918"/>
              <a:gd name="connsiteY6" fmla="*/ 3989330 h 4243346"/>
              <a:gd name="connsiteX7" fmla="*/ 0 w 5496918"/>
              <a:gd name="connsiteY7" fmla="*/ 254017 h 4243346"/>
              <a:gd name="connsiteX8" fmla="*/ 254017 w 5496918"/>
              <a:gd name="connsiteY8" fmla="*/ 0 h 424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918" h="4243346">
                <a:moveTo>
                  <a:pt x="254017" y="0"/>
                </a:moveTo>
                <a:lnTo>
                  <a:pt x="5242902" y="0"/>
                </a:lnTo>
                <a:cubicBezTo>
                  <a:pt x="5382611" y="0"/>
                  <a:pt x="5496918" y="114307"/>
                  <a:pt x="5496918" y="254017"/>
                </a:cubicBezTo>
                <a:lnTo>
                  <a:pt x="5496918" y="3989330"/>
                </a:lnTo>
                <a:cubicBezTo>
                  <a:pt x="5496918" y="4129039"/>
                  <a:pt x="5382611" y="4243346"/>
                  <a:pt x="5242902" y="4243346"/>
                </a:cubicBezTo>
                <a:lnTo>
                  <a:pt x="254017" y="4243346"/>
                </a:lnTo>
                <a:cubicBezTo>
                  <a:pt x="114307" y="4243346"/>
                  <a:pt x="0" y="4129039"/>
                  <a:pt x="0" y="3989330"/>
                </a:cubicBezTo>
                <a:lnTo>
                  <a:pt x="0" y="254017"/>
                </a:lnTo>
                <a:cubicBezTo>
                  <a:pt x="0" y="114307"/>
                  <a:pt x="114307" y="0"/>
                  <a:pt x="2540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575F979A-F8F8-EB70-F698-E084B78120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44" y="8324893"/>
            <a:ext cx="5496918" cy="4243346"/>
          </a:xfrm>
          <a:custGeom>
            <a:avLst/>
            <a:gdLst>
              <a:gd name="connsiteX0" fmla="*/ 254017 w 5496918"/>
              <a:gd name="connsiteY0" fmla="*/ 0 h 4243346"/>
              <a:gd name="connsiteX1" fmla="*/ 5242902 w 5496918"/>
              <a:gd name="connsiteY1" fmla="*/ 0 h 4243346"/>
              <a:gd name="connsiteX2" fmla="*/ 5496918 w 5496918"/>
              <a:gd name="connsiteY2" fmla="*/ 254017 h 4243346"/>
              <a:gd name="connsiteX3" fmla="*/ 5496918 w 5496918"/>
              <a:gd name="connsiteY3" fmla="*/ 3989330 h 4243346"/>
              <a:gd name="connsiteX4" fmla="*/ 5242902 w 5496918"/>
              <a:gd name="connsiteY4" fmla="*/ 4243346 h 4243346"/>
              <a:gd name="connsiteX5" fmla="*/ 254017 w 5496918"/>
              <a:gd name="connsiteY5" fmla="*/ 4243346 h 4243346"/>
              <a:gd name="connsiteX6" fmla="*/ 0 w 5496918"/>
              <a:gd name="connsiteY6" fmla="*/ 3989330 h 4243346"/>
              <a:gd name="connsiteX7" fmla="*/ 0 w 5496918"/>
              <a:gd name="connsiteY7" fmla="*/ 254017 h 4243346"/>
              <a:gd name="connsiteX8" fmla="*/ 254017 w 5496918"/>
              <a:gd name="connsiteY8" fmla="*/ 0 h 424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918" h="4243346">
                <a:moveTo>
                  <a:pt x="254017" y="0"/>
                </a:moveTo>
                <a:lnTo>
                  <a:pt x="5242902" y="0"/>
                </a:lnTo>
                <a:cubicBezTo>
                  <a:pt x="5382611" y="0"/>
                  <a:pt x="5496918" y="114307"/>
                  <a:pt x="5496918" y="254017"/>
                </a:cubicBezTo>
                <a:lnTo>
                  <a:pt x="5496918" y="3989330"/>
                </a:lnTo>
                <a:cubicBezTo>
                  <a:pt x="5496918" y="4129039"/>
                  <a:pt x="5382611" y="4243346"/>
                  <a:pt x="5242902" y="4243346"/>
                </a:cubicBezTo>
                <a:lnTo>
                  <a:pt x="254017" y="4243346"/>
                </a:lnTo>
                <a:cubicBezTo>
                  <a:pt x="114307" y="4243346"/>
                  <a:pt x="0" y="4129039"/>
                  <a:pt x="0" y="3989330"/>
                </a:cubicBezTo>
                <a:lnTo>
                  <a:pt x="0" y="254017"/>
                </a:lnTo>
                <a:cubicBezTo>
                  <a:pt x="0" y="114307"/>
                  <a:pt x="114307" y="0"/>
                  <a:pt x="2540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F4A098B1-E206-E712-2913-B81DA29CBC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25686" y="3738624"/>
            <a:ext cx="17174057" cy="8829615"/>
          </a:xfrm>
          <a:custGeom>
            <a:avLst/>
            <a:gdLst>
              <a:gd name="connsiteX0" fmla="*/ 254017 w 17174057"/>
              <a:gd name="connsiteY0" fmla="*/ 0 h 8829615"/>
              <a:gd name="connsiteX1" fmla="*/ 16920041 w 17174057"/>
              <a:gd name="connsiteY1" fmla="*/ 0 h 8829615"/>
              <a:gd name="connsiteX2" fmla="*/ 17174057 w 17174057"/>
              <a:gd name="connsiteY2" fmla="*/ 254017 h 8829615"/>
              <a:gd name="connsiteX3" fmla="*/ 17174057 w 17174057"/>
              <a:gd name="connsiteY3" fmla="*/ 8575598 h 8829615"/>
              <a:gd name="connsiteX4" fmla="*/ 16920041 w 17174057"/>
              <a:gd name="connsiteY4" fmla="*/ 8829615 h 8829615"/>
              <a:gd name="connsiteX5" fmla="*/ 254017 w 17174057"/>
              <a:gd name="connsiteY5" fmla="*/ 8829615 h 8829615"/>
              <a:gd name="connsiteX6" fmla="*/ 0 w 17174057"/>
              <a:gd name="connsiteY6" fmla="*/ 8575598 h 8829615"/>
              <a:gd name="connsiteX7" fmla="*/ 0 w 17174057"/>
              <a:gd name="connsiteY7" fmla="*/ 254017 h 8829615"/>
              <a:gd name="connsiteX8" fmla="*/ 254017 w 17174057"/>
              <a:gd name="connsiteY8" fmla="*/ 0 h 8829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74057" h="8829615">
                <a:moveTo>
                  <a:pt x="254017" y="0"/>
                </a:moveTo>
                <a:lnTo>
                  <a:pt x="16920041" y="0"/>
                </a:lnTo>
                <a:cubicBezTo>
                  <a:pt x="17059751" y="0"/>
                  <a:pt x="17174057" y="114307"/>
                  <a:pt x="17174057" y="254017"/>
                </a:cubicBezTo>
                <a:lnTo>
                  <a:pt x="17174057" y="8575598"/>
                </a:lnTo>
                <a:cubicBezTo>
                  <a:pt x="17174057" y="8715307"/>
                  <a:pt x="17059751" y="8829615"/>
                  <a:pt x="16920041" y="8829615"/>
                </a:cubicBezTo>
                <a:lnTo>
                  <a:pt x="254017" y="8829615"/>
                </a:lnTo>
                <a:cubicBezTo>
                  <a:pt x="114306" y="8829615"/>
                  <a:pt x="0" y="8715307"/>
                  <a:pt x="0" y="8575598"/>
                </a:cubicBezTo>
                <a:lnTo>
                  <a:pt x="0" y="254017"/>
                </a:lnTo>
                <a:cubicBezTo>
                  <a:pt x="0" y="114307"/>
                  <a:pt x="114306" y="0"/>
                  <a:pt x="2540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508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x 4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7A51EE9D-85B9-C1D6-028B-9DDA3E8254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1064" y="3749040"/>
            <a:ext cx="7443169" cy="8829040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22369E22-C38F-5532-4928-66E3D3D292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67222" y="3749040"/>
            <a:ext cx="7443169" cy="8829040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1" name="Picture Placeholder 21">
            <a:extLst>
              <a:ext uri="{FF2B5EF4-FFF2-40B4-BE49-F238E27FC236}">
                <a16:creationId xmlns:a16="http://schemas.microsoft.com/office/drawing/2014/main" id="{81B6664E-8D45-B9F1-0406-15D3EBD2F5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253380" y="3749040"/>
            <a:ext cx="7443169" cy="8829040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7729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x 4-Col Images Bleeding off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8FE52B-AD89-BABC-2668-16023364C9D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749040"/>
            <a:ext cx="8124233" cy="7304089"/>
          </a:xfrm>
          <a:custGeom>
            <a:avLst/>
            <a:gdLst>
              <a:gd name="connsiteX0" fmla="*/ 0 w 8124233"/>
              <a:gd name="connsiteY0" fmla="*/ 0 h 7304089"/>
              <a:gd name="connsiteX1" fmla="*/ 7797914 w 8124233"/>
              <a:gd name="connsiteY1" fmla="*/ 0 h 7304089"/>
              <a:gd name="connsiteX2" fmla="*/ 8124233 w 8124233"/>
              <a:gd name="connsiteY2" fmla="*/ 210130 h 7304089"/>
              <a:gd name="connsiteX3" fmla="*/ 8124233 w 8124233"/>
              <a:gd name="connsiteY3" fmla="*/ 7093960 h 7304089"/>
              <a:gd name="connsiteX4" fmla="*/ 7797914 w 8124233"/>
              <a:gd name="connsiteY4" fmla="*/ 7304089 h 7304089"/>
              <a:gd name="connsiteX5" fmla="*/ 0 w 8124233"/>
              <a:gd name="connsiteY5" fmla="*/ 7304089 h 730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24233" h="7304089">
                <a:moveTo>
                  <a:pt x="0" y="0"/>
                </a:moveTo>
                <a:lnTo>
                  <a:pt x="7797914" y="0"/>
                </a:lnTo>
                <a:cubicBezTo>
                  <a:pt x="7977389" y="0"/>
                  <a:pt x="8124233" y="94558"/>
                  <a:pt x="8124233" y="210130"/>
                </a:cubicBezTo>
                <a:lnTo>
                  <a:pt x="8124233" y="7093960"/>
                </a:lnTo>
                <a:cubicBezTo>
                  <a:pt x="8124233" y="7209531"/>
                  <a:pt x="7977389" y="7304089"/>
                  <a:pt x="7797914" y="7304089"/>
                </a:cubicBezTo>
                <a:lnTo>
                  <a:pt x="0" y="730408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C6949550-836B-2F03-5416-AE6E660D9D5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67222" y="3749040"/>
            <a:ext cx="7443169" cy="7304089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D92ECB8-E62C-8840-54C1-543BDE38A71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6253380" y="3749040"/>
            <a:ext cx="8124270" cy="7304089"/>
          </a:xfrm>
          <a:custGeom>
            <a:avLst/>
            <a:gdLst>
              <a:gd name="connsiteX0" fmla="*/ 328542 w 8124270"/>
              <a:gd name="connsiteY0" fmla="*/ 0 h 7304089"/>
              <a:gd name="connsiteX1" fmla="*/ 8124270 w 8124270"/>
              <a:gd name="connsiteY1" fmla="*/ 0 h 7304089"/>
              <a:gd name="connsiteX2" fmla="*/ 8124270 w 8124270"/>
              <a:gd name="connsiteY2" fmla="*/ 7304089 h 7304089"/>
              <a:gd name="connsiteX3" fmla="*/ 328542 w 8124270"/>
              <a:gd name="connsiteY3" fmla="*/ 7304089 h 7304089"/>
              <a:gd name="connsiteX4" fmla="*/ 0 w 8124270"/>
              <a:gd name="connsiteY4" fmla="*/ 7093960 h 7304089"/>
              <a:gd name="connsiteX5" fmla="*/ 0 w 8124270"/>
              <a:gd name="connsiteY5" fmla="*/ 210129 h 7304089"/>
              <a:gd name="connsiteX6" fmla="*/ 328542 w 8124270"/>
              <a:gd name="connsiteY6" fmla="*/ 0 h 730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24270" h="7304089">
                <a:moveTo>
                  <a:pt x="328542" y="0"/>
                </a:moveTo>
                <a:lnTo>
                  <a:pt x="8124270" y="0"/>
                </a:lnTo>
                <a:lnTo>
                  <a:pt x="8124270" y="7304089"/>
                </a:lnTo>
                <a:lnTo>
                  <a:pt x="328542" y="7304089"/>
                </a:lnTo>
                <a:cubicBezTo>
                  <a:pt x="147844" y="7304089"/>
                  <a:pt x="0" y="7209531"/>
                  <a:pt x="0" y="7093960"/>
                </a:cubicBezTo>
                <a:lnTo>
                  <a:pt x="0" y="210129"/>
                </a:lnTo>
                <a:cubicBezTo>
                  <a:pt x="0" y="94558"/>
                  <a:pt x="147844" y="0"/>
                  <a:pt x="32854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06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2625" y="2224728"/>
            <a:ext cx="3657600" cy="8877247"/>
          </a:xfrm>
        </p:spPr>
        <p:txBody>
          <a:bodyPr/>
          <a:lstStyle>
            <a:lvl1pPr>
              <a:lnSpc>
                <a:spcPts val="3400"/>
              </a:lnSpc>
              <a:spcAft>
                <a:spcPts val="0"/>
              </a:spcAft>
              <a:defRPr sz="2600"/>
            </a:lvl1pPr>
            <a:lvl2pPr marL="458788" indent="-439738">
              <a:lnSpc>
                <a:spcPts val="3400"/>
              </a:lnSpc>
              <a:spcAft>
                <a:spcPts val="0"/>
              </a:spcAft>
              <a:buFont typeface="+mj-lt"/>
              <a:buAutoNum type="arabicPeriod"/>
              <a:tabLst/>
              <a:defRPr sz="2600"/>
            </a:lvl2pPr>
            <a:lvl3pPr marL="917575" indent="-458788">
              <a:lnSpc>
                <a:spcPts val="3400"/>
              </a:lnSpc>
              <a:spcAft>
                <a:spcPts val="0"/>
              </a:spcAft>
              <a:buFont typeface="+mj-lt"/>
              <a:buAutoNum type="arabicPeriod"/>
              <a:tabLst/>
              <a:defRPr sz="2600"/>
            </a:lvl3pPr>
            <a:lvl4pPr marL="1373188" indent="-455613">
              <a:lnSpc>
                <a:spcPts val="3400"/>
              </a:lnSpc>
              <a:spcAft>
                <a:spcPts val="0"/>
              </a:spcAft>
              <a:buFont typeface="+mj-lt"/>
              <a:buAutoNum type="arabicPeriod"/>
              <a:tabLst/>
              <a:defRPr sz="2600"/>
            </a:lvl4pPr>
            <a:lvl5pPr marL="1774825" indent="-449263">
              <a:lnSpc>
                <a:spcPts val="3400"/>
              </a:lnSpc>
              <a:spcAft>
                <a:spcPts val="0"/>
              </a:spcAft>
              <a:buFont typeface="+mj-lt"/>
              <a:buAutoNum type="arabicPeriod"/>
              <a:tabLst/>
              <a:defRPr sz="26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3FC0C83-F2E6-3555-6556-E837D42D90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42778" y="676973"/>
            <a:ext cx="5505878" cy="5781935"/>
          </a:xfrm>
          <a:custGeom>
            <a:avLst/>
            <a:gdLst>
              <a:gd name="connsiteX0" fmla="*/ 407089 w 5505878"/>
              <a:gd name="connsiteY0" fmla="*/ 0 h 5781935"/>
              <a:gd name="connsiteX1" fmla="*/ 5098788 w 5505878"/>
              <a:gd name="connsiteY1" fmla="*/ 0 h 5781935"/>
              <a:gd name="connsiteX2" fmla="*/ 5505878 w 5505878"/>
              <a:gd name="connsiteY2" fmla="*/ 407089 h 5781935"/>
              <a:gd name="connsiteX3" fmla="*/ 5505878 w 5505878"/>
              <a:gd name="connsiteY3" fmla="*/ 5374845 h 5781935"/>
              <a:gd name="connsiteX4" fmla="*/ 5098788 w 5505878"/>
              <a:gd name="connsiteY4" fmla="*/ 5781935 h 5781935"/>
              <a:gd name="connsiteX5" fmla="*/ 407089 w 5505878"/>
              <a:gd name="connsiteY5" fmla="*/ 5781935 h 5781935"/>
              <a:gd name="connsiteX6" fmla="*/ 0 w 5505878"/>
              <a:gd name="connsiteY6" fmla="*/ 5374845 h 5781935"/>
              <a:gd name="connsiteX7" fmla="*/ 0 w 5505878"/>
              <a:gd name="connsiteY7" fmla="*/ 407089 h 5781935"/>
              <a:gd name="connsiteX8" fmla="*/ 407089 w 5505878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5">
                <a:moveTo>
                  <a:pt x="407089" y="0"/>
                </a:moveTo>
                <a:lnTo>
                  <a:pt x="5098788" y="0"/>
                </a:lnTo>
                <a:cubicBezTo>
                  <a:pt x="5323958" y="0"/>
                  <a:pt x="5505878" y="181918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5"/>
                  <a:pt x="5098788" y="5781935"/>
                </a:cubicBezTo>
                <a:lnTo>
                  <a:pt x="407089" y="5781935"/>
                </a:lnTo>
                <a:cubicBezTo>
                  <a:pt x="181917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4A94C15-B9C2-D260-921F-8F2CCFA133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390864" y="676973"/>
            <a:ext cx="7454816" cy="5781935"/>
          </a:xfrm>
          <a:custGeom>
            <a:avLst/>
            <a:gdLst>
              <a:gd name="connsiteX0" fmla="*/ 407088 w 7454816"/>
              <a:gd name="connsiteY0" fmla="*/ 0 h 5781935"/>
              <a:gd name="connsiteX1" fmla="*/ 7047728 w 7454816"/>
              <a:gd name="connsiteY1" fmla="*/ 0 h 5781935"/>
              <a:gd name="connsiteX2" fmla="*/ 7454816 w 7454816"/>
              <a:gd name="connsiteY2" fmla="*/ 407089 h 5781935"/>
              <a:gd name="connsiteX3" fmla="*/ 7454816 w 7454816"/>
              <a:gd name="connsiteY3" fmla="*/ 5374845 h 5781935"/>
              <a:gd name="connsiteX4" fmla="*/ 7047728 w 7454816"/>
              <a:gd name="connsiteY4" fmla="*/ 5781935 h 5781935"/>
              <a:gd name="connsiteX5" fmla="*/ 407088 w 7454816"/>
              <a:gd name="connsiteY5" fmla="*/ 5781935 h 5781935"/>
              <a:gd name="connsiteX6" fmla="*/ 0 w 7454816"/>
              <a:gd name="connsiteY6" fmla="*/ 5374845 h 5781935"/>
              <a:gd name="connsiteX7" fmla="*/ 0 w 7454816"/>
              <a:gd name="connsiteY7" fmla="*/ 407089 h 5781935"/>
              <a:gd name="connsiteX8" fmla="*/ 407088 w 7454816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6" h="5781935">
                <a:moveTo>
                  <a:pt x="407088" y="0"/>
                </a:moveTo>
                <a:lnTo>
                  <a:pt x="7047728" y="0"/>
                </a:lnTo>
                <a:cubicBezTo>
                  <a:pt x="7272896" y="0"/>
                  <a:pt x="7454816" y="181918"/>
                  <a:pt x="7454816" y="407089"/>
                </a:cubicBezTo>
                <a:lnTo>
                  <a:pt x="7454816" y="5374845"/>
                </a:lnTo>
                <a:cubicBezTo>
                  <a:pt x="7454816" y="5600016"/>
                  <a:pt x="7272896" y="5781935"/>
                  <a:pt x="7047728" y="5781935"/>
                </a:cubicBezTo>
                <a:lnTo>
                  <a:pt x="407088" y="5781935"/>
                </a:lnTo>
                <a:cubicBezTo>
                  <a:pt x="181918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8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A0B52B3-8BB0-41C7-1103-A4568AF8B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189160" y="676972"/>
            <a:ext cx="5505876" cy="4250263"/>
          </a:xfrm>
          <a:custGeom>
            <a:avLst/>
            <a:gdLst>
              <a:gd name="connsiteX0" fmla="*/ 407090 w 5505876"/>
              <a:gd name="connsiteY0" fmla="*/ 0 h 4250263"/>
              <a:gd name="connsiteX1" fmla="*/ 5098788 w 5505876"/>
              <a:gd name="connsiteY1" fmla="*/ 0 h 4250263"/>
              <a:gd name="connsiteX2" fmla="*/ 5505876 w 5505876"/>
              <a:gd name="connsiteY2" fmla="*/ 407089 h 4250263"/>
              <a:gd name="connsiteX3" fmla="*/ 5505876 w 5505876"/>
              <a:gd name="connsiteY3" fmla="*/ 3843173 h 4250263"/>
              <a:gd name="connsiteX4" fmla="*/ 5098788 w 5505876"/>
              <a:gd name="connsiteY4" fmla="*/ 4250263 h 4250263"/>
              <a:gd name="connsiteX5" fmla="*/ 407090 w 5505876"/>
              <a:gd name="connsiteY5" fmla="*/ 4250263 h 4250263"/>
              <a:gd name="connsiteX6" fmla="*/ 0 w 5505876"/>
              <a:gd name="connsiteY6" fmla="*/ 3843173 h 4250263"/>
              <a:gd name="connsiteX7" fmla="*/ 0 w 5505876"/>
              <a:gd name="connsiteY7" fmla="*/ 407089 h 4250263"/>
              <a:gd name="connsiteX8" fmla="*/ 407090 w 5505876"/>
              <a:gd name="connsiteY8" fmla="*/ 0 h 42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3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3"/>
                  <a:pt x="5098788" y="4250263"/>
                </a:cubicBezTo>
                <a:lnTo>
                  <a:pt x="407090" y="4250263"/>
                </a:lnTo>
                <a:cubicBezTo>
                  <a:pt x="181918" y="4250263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57209156-26B1-F610-41B7-B70378C2E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8189160" y="5270716"/>
            <a:ext cx="1605456" cy="2719863"/>
          </a:xfrm>
          <a:custGeom>
            <a:avLst/>
            <a:gdLst>
              <a:gd name="connsiteX0" fmla="*/ 407090 w 1605456"/>
              <a:gd name="connsiteY0" fmla="*/ 0 h 2719863"/>
              <a:gd name="connsiteX1" fmla="*/ 1198368 w 1605456"/>
              <a:gd name="connsiteY1" fmla="*/ 0 h 2719863"/>
              <a:gd name="connsiteX2" fmla="*/ 1605456 w 1605456"/>
              <a:gd name="connsiteY2" fmla="*/ 407089 h 2719863"/>
              <a:gd name="connsiteX3" fmla="*/ 1605456 w 1605456"/>
              <a:gd name="connsiteY3" fmla="*/ 2312774 h 2719863"/>
              <a:gd name="connsiteX4" fmla="*/ 1198368 w 1605456"/>
              <a:gd name="connsiteY4" fmla="*/ 2719863 h 2719863"/>
              <a:gd name="connsiteX5" fmla="*/ 407090 w 1605456"/>
              <a:gd name="connsiteY5" fmla="*/ 2719863 h 2719863"/>
              <a:gd name="connsiteX6" fmla="*/ 0 w 1605456"/>
              <a:gd name="connsiteY6" fmla="*/ 2312774 h 2719863"/>
              <a:gd name="connsiteX7" fmla="*/ 0 w 1605456"/>
              <a:gd name="connsiteY7" fmla="*/ 407089 h 2719863"/>
              <a:gd name="connsiteX8" fmla="*/ 407090 w 160545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5456" h="2719863">
                <a:moveTo>
                  <a:pt x="407090" y="0"/>
                </a:moveTo>
                <a:lnTo>
                  <a:pt x="1198368" y="0"/>
                </a:lnTo>
                <a:cubicBezTo>
                  <a:pt x="1423538" y="0"/>
                  <a:pt x="1605456" y="181919"/>
                  <a:pt x="1605456" y="407089"/>
                </a:cubicBezTo>
                <a:lnTo>
                  <a:pt x="1605456" y="2312774"/>
                </a:lnTo>
                <a:cubicBezTo>
                  <a:pt x="1605456" y="2537945"/>
                  <a:pt x="1423538" y="2719863"/>
                  <a:pt x="119836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EE1FB51C-3306-5F50-AD45-F60B6807C0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0139370" y="5270716"/>
            <a:ext cx="3555666" cy="2719863"/>
          </a:xfrm>
          <a:custGeom>
            <a:avLst/>
            <a:gdLst>
              <a:gd name="connsiteX0" fmla="*/ 407090 w 3555666"/>
              <a:gd name="connsiteY0" fmla="*/ 0 h 2719863"/>
              <a:gd name="connsiteX1" fmla="*/ 3148578 w 3555666"/>
              <a:gd name="connsiteY1" fmla="*/ 0 h 2719863"/>
              <a:gd name="connsiteX2" fmla="*/ 3555666 w 3555666"/>
              <a:gd name="connsiteY2" fmla="*/ 407089 h 2719863"/>
              <a:gd name="connsiteX3" fmla="*/ 3555666 w 3555666"/>
              <a:gd name="connsiteY3" fmla="*/ 2312774 h 2719863"/>
              <a:gd name="connsiteX4" fmla="*/ 3148578 w 3555666"/>
              <a:gd name="connsiteY4" fmla="*/ 2719863 h 2719863"/>
              <a:gd name="connsiteX5" fmla="*/ 407090 w 3555666"/>
              <a:gd name="connsiteY5" fmla="*/ 2719863 h 2719863"/>
              <a:gd name="connsiteX6" fmla="*/ 0 w 3555666"/>
              <a:gd name="connsiteY6" fmla="*/ 2312774 h 2719863"/>
              <a:gd name="connsiteX7" fmla="*/ 0 w 3555666"/>
              <a:gd name="connsiteY7" fmla="*/ 407089 h 2719863"/>
              <a:gd name="connsiteX8" fmla="*/ 407090 w 355566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5666" h="2719863">
                <a:moveTo>
                  <a:pt x="407090" y="0"/>
                </a:moveTo>
                <a:lnTo>
                  <a:pt x="3148578" y="0"/>
                </a:lnTo>
                <a:cubicBezTo>
                  <a:pt x="3373750" y="0"/>
                  <a:pt x="3555666" y="181919"/>
                  <a:pt x="3555666" y="407089"/>
                </a:cubicBezTo>
                <a:lnTo>
                  <a:pt x="3555666" y="2312774"/>
                </a:lnTo>
                <a:cubicBezTo>
                  <a:pt x="3555666" y="2537945"/>
                  <a:pt x="3373750" y="2719863"/>
                  <a:pt x="314857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C09C22C9-7FA6-5090-4695-0D3F786D3A2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189160" y="8334059"/>
            <a:ext cx="5505876" cy="4250262"/>
          </a:xfrm>
          <a:custGeom>
            <a:avLst/>
            <a:gdLst>
              <a:gd name="connsiteX0" fmla="*/ 407090 w 5505876"/>
              <a:gd name="connsiteY0" fmla="*/ 0 h 4250262"/>
              <a:gd name="connsiteX1" fmla="*/ 5098788 w 5505876"/>
              <a:gd name="connsiteY1" fmla="*/ 0 h 4250262"/>
              <a:gd name="connsiteX2" fmla="*/ 5505876 w 5505876"/>
              <a:gd name="connsiteY2" fmla="*/ 407089 h 4250262"/>
              <a:gd name="connsiteX3" fmla="*/ 5505876 w 5505876"/>
              <a:gd name="connsiteY3" fmla="*/ 3843173 h 4250262"/>
              <a:gd name="connsiteX4" fmla="*/ 5098788 w 5505876"/>
              <a:gd name="connsiteY4" fmla="*/ 4250262 h 4250262"/>
              <a:gd name="connsiteX5" fmla="*/ 407090 w 5505876"/>
              <a:gd name="connsiteY5" fmla="*/ 4250262 h 4250262"/>
              <a:gd name="connsiteX6" fmla="*/ 0 w 5505876"/>
              <a:gd name="connsiteY6" fmla="*/ 3843173 h 4250262"/>
              <a:gd name="connsiteX7" fmla="*/ 0 w 5505876"/>
              <a:gd name="connsiteY7" fmla="*/ 407089 h 4250262"/>
              <a:gd name="connsiteX8" fmla="*/ 407090 w 5505876"/>
              <a:gd name="connsiteY8" fmla="*/ 0 h 4250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2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2"/>
                  <a:pt x="5098788" y="4250262"/>
                </a:cubicBezTo>
                <a:lnTo>
                  <a:pt x="407090" y="4250262"/>
                </a:lnTo>
                <a:cubicBezTo>
                  <a:pt x="181918" y="4250262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8ACC03-BFA9-B877-C4DD-9F3F9E12FA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42778" y="6802387"/>
            <a:ext cx="7454814" cy="5781934"/>
          </a:xfrm>
          <a:custGeom>
            <a:avLst/>
            <a:gdLst>
              <a:gd name="connsiteX0" fmla="*/ 407089 w 7454814"/>
              <a:gd name="connsiteY0" fmla="*/ 0 h 5781934"/>
              <a:gd name="connsiteX1" fmla="*/ 7047726 w 7454814"/>
              <a:gd name="connsiteY1" fmla="*/ 0 h 5781934"/>
              <a:gd name="connsiteX2" fmla="*/ 7454814 w 7454814"/>
              <a:gd name="connsiteY2" fmla="*/ 407089 h 5781934"/>
              <a:gd name="connsiteX3" fmla="*/ 7454814 w 7454814"/>
              <a:gd name="connsiteY3" fmla="*/ 5374845 h 5781934"/>
              <a:gd name="connsiteX4" fmla="*/ 7047726 w 7454814"/>
              <a:gd name="connsiteY4" fmla="*/ 5781934 h 5781934"/>
              <a:gd name="connsiteX5" fmla="*/ 407089 w 7454814"/>
              <a:gd name="connsiteY5" fmla="*/ 5781934 h 5781934"/>
              <a:gd name="connsiteX6" fmla="*/ 0 w 7454814"/>
              <a:gd name="connsiteY6" fmla="*/ 5374845 h 5781934"/>
              <a:gd name="connsiteX7" fmla="*/ 0 w 7454814"/>
              <a:gd name="connsiteY7" fmla="*/ 407089 h 5781934"/>
              <a:gd name="connsiteX8" fmla="*/ 407089 w 7454814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4" h="5781934">
                <a:moveTo>
                  <a:pt x="407089" y="0"/>
                </a:moveTo>
                <a:lnTo>
                  <a:pt x="7047726" y="0"/>
                </a:lnTo>
                <a:cubicBezTo>
                  <a:pt x="7272896" y="0"/>
                  <a:pt x="7454814" y="181919"/>
                  <a:pt x="7454814" y="407089"/>
                </a:cubicBezTo>
                <a:lnTo>
                  <a:pt x="7454814" y="5374845"/>
                </a:lnTo>
                <a:cubicBezTo>
                  <a:pt x="7454814" y="5600016"/>
                  <a:pt x="7272896" y="5781934"/>
                  <a:pt x="7047726" y="5781934"/>
                </a:cubicBezTo>
                <a:lnTo>
                  <a:pt x="407089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DEE234-505B-01C9-7DFB-87842B0073B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339802" y="6802387"/>
            <a:ext cx="5505878" cy="5781934"/>
          </a:xfrm>
          <a:custGeom>
            <a:avLst/>
            <a:gdLst>
              <a:gd name="connsiteX0" fmla="*/ 407088 w 5505878"/>
              <a:gd name="connsiteY0" fmla="*/ 0 h 5781934"/>
              <a:gd name="connsiteX1" fmla="*/ 5098790 w 5505878"/>
              <a:gd name="connsiteY1" fmla="*/ 0 h 5781934"/>
              <a:gd name="connsiteX2" fmla="*/ 5505878 w 5505878"/>
              <a:gd name="connsiteY2" fmla="*/ 407089 h 5781934"/>
              <a:gd name="connsiteX3" fmla="*/ 5505878 w 5505878"/>
              <a:gd name="connsiteY3" fmla="*/ 5374845 h 5781934"/>
              <a:gd name="connsiteX4" fmla="*/ 5098790 w 5505878"/>
              <a:gd name="connsiteY4" fmla="*/ 5781934 h 5781934"/>
              <a:gd name="connsiteX5" fmla="*/ 407088 w 5505878"/>
              <a:gd name="connsiteY5" fmla="*/ 5781934 h 5781934"/>
              <a:gd name="connsiteX6" fmla="*/ 0 w 5505878"/>
              <a:gd name="connsiteY6" fmla="*/ 5374845 h 5781934"/>
              <a:gd name="connsiteX7" fmla="*/ 0 w 5505878"/>
              <a:gd name="connsiteY7" fmla="*/ 407089 h 5781934"/>
              <a:gd name="connsiteX8" fmla="*/ 407088 w 5505878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4">
                <a:moveTo>
                  <a:pt x="407088" y="0"/>
                </a:moveTo>
                <a:lnTo>
                  <a:pt x="5098790" y="0"/>
                </a:lnTo>
                <a:cubicBezTo>
                  <a:pt x="5323958" y="0"/>
                  <a:pt x="5505878" y="181919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4"/>
                  <a:pt x="5098790" y="5781934"/>
                </a:cubicBezTo>
                <a:lnTo>
                  <a:pt x="407088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ECC67-3B0E-7DCB-B24F-352584F5CA49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9186840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2625" y="2224728"/>
            <a:ext cx="3657600" cy="8877247"/>
          </a:xfrm>
        </p:spPr>
        <p:txBody>
          <a:bodyPr/>
          <a:lstStyle>
            <a:lvl1pPr>
              <a:lnSpc>
                <a:spcPts val="3400"/>
              </a:lnSpc>
              <a:spcAft>
                <a:spcPts val="0"/>
              </a:spcAft>
              <a:defRPr sz="2600"/>
            </a:lvl1pPr>
            <a:lvl2pPr marL="476250" indent="-457200">
              <a:lnSpc>
                <a:spcPts val="34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2600"/>
            </a:lvl2pPr>
            <a:lvl3pPr marL="917575" indent="-458788">
              <a:lnSpc>
                <a:spcPts val="34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2600"/>
            </a:lvl3pPr>
            <a:lvl4pPr marL="1374775" indent="-457200">
              <a:lnSpc>
                <a:spcPts val="34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2600"/>
            </a:lvl4pPr>
            <a:lvl5pPr marL="1782762" indent="-457200">
              <a:lnSpc>
                <a:spcPts val="34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26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3FC0C83-F2E6-3555-6556-E837D42D90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42778" y="676973"/>
            <a:ext cx="5505878" cy="5781935"/>
          </a:xfrm>
          <a:custGeom>
            <a:avLst/>
            <a:gdLst>
              <a:gd name="connsiteX0" fmla="*/ 407089 w 5505878"/>
              <a:gd name="connsiteY0" fmla="*/ 0 h 5781935"/>
              <a:gd name="connsiteX1" fmla="*/ 5098788 w 5505878"/>
              <a:gd name="connsiteY1" fmla="*/ 0 h 5781935"/>
              <a:gd name="connsiteX2" fmla="*/ 5505878 w 5505878"/>
              <a:gd name="connsiteY2" fmla="*/ 407089 h 5781935"/>
              <a:gd name="connsiteX3" fmla="*/ 5505878 w 5505878"/>
              <a:gd name="connsiteY3" fmla="*/ 5374845 h 5781935"/>
              <a:gd name="connsiteX4" fmla="*/ 5098788 w 5505878"/>
              <a:gd name="connsiteY4" fmla="*/ 5781935 h 5781935"/>
              <a:gd name="connsiteX5" fmla="*/ 407089 w 5505878"/>
              <a:gd name="connsiteY5" fmla="*/ 5781935 h 5781935"/>
              <a:gd name="connsiteX6" fmla="*/ 0 w 5505878"/>
              <a:gd name="connsiteY6" fmla="*/ 5374845 h 5781935"/>
              <a:gd name="connsiteX7" fmla="*/ 0 w 5505878"/>
              <a:gd name="connsiteY7" fmla="*/ 407089 h 5781935"/>
              <a:gd name="connsiteX8" fmla="*/ 407089 w 5505878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5">
                <a:moveTo>
                  <a:pt x="407089" y="0"/>
                </a:moveTo>
                <a:lnTo>
                  <a:pt x="5098788" y="0"/>
                </a:lnTo>
                <a:cubicBezTo>
                  <a:pt x="5323958" y="0"/>
                  <a:pt x="5505878" y="181918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5"/>
                  <a:pt x="5098788" y="5781935"/>
                </a:cubicBezTo>
                <a:lnTo>
                  <a:pt x="407089" y="5781935"/>
                </a:lnTo>
                <a:cubicBezTo>
                  <a:pt x="181917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4A94C15-B9C2-D260-921F-8F2CCFA133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390864" y="676973"/>
            <a:ext cx="7454816" cy="5781935"/>
          </a:xfrm>
          <a:custGeom>
            <a:avLst/>
            <a:gdLst>
              <a:gd name="connsiteX0" fmla="*/ 407088 w 7454816"/>
              <a:gd name="connsiteY0" fmla="*/ 0 h 5781935"/>
              <a:gd name="connsiteX1" fmla="*/ 7047728 w 7454816"/>
              <a:gd name="connsiteY1" fmla="*/ 0 h 5781935"/>
              <a:gd name="connsiteX2" fmla="*/ 7454816 w 7454816"/>
              <a:gd name="connsiteY2" fmla="*/ 407089 h 5781935"/>
              <a:gd name="connsiteX3" fmla="*/ 7454816 w 7454816"/>
              <a:gd name="connsiteY3" fmla="*/ 5374845 h 5781935"/>
              <a:gd name="connsiteX4" fmla="*/ 7047728 w 7454816"/>
              <a:gd name="connsiteY4" fmla="*/ 5781935 h 5781935"/>
              <a:gd name="connsiteX5" fmla="*/ 407088 w 7454816"/>
              <a:gd name="connsiteY5" fmla="*/ 5781935 h 5781935"/>
              <a:gd name="connsiteX6" fmla="*/ 0 w 7454816"/>
              <a:gd name="connsiteY6" fmla="*/ 5374845 h 5781935"/>
              <a:gd name="connsiteX7" fmla="*/ 0 w 7454816"/>
              <a:gd name="connsiteY7" fmla="*/ 407089 h 5781935"/>
              <a:gd name="connsiteX8" fmla="*/ 407088 w 7454816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6" h="5781935">
                <a:moveTo>
                  <a:pt x="407088" y="0"/>
                </a:moveTo>
                <a:lnTo>
                  <a:pt x="7047728" y="0"/>
                </a:lnTo>
                <a:cubicBezTo>
                  <a:pt x="7272896" y="0"/>
                  <a:pt x="7454816" y="181918"/>
                  <a:pt x="7454816" y="407089"/>
                </a:cubicBezTo>
                <a:lnTo>
                  <a:pt x="7454816" y="5374845"/>
                </a:lnTo>
                <a:cubicBezTo>
                  <a:pt x="7454816" y="5600016"/>
                  <a:pt x="7272896" y="5781935"/>
                  <a:pt x="7047728" y="5781935"/>
                </a:cubicBezTo>
                <a:lnTo>
                  <a:pt x="407088" y="5781935"/>
                </a:lnTo>
                <a:cubicBezTo>
                  <a:pt x="181918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8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A0B52B3-8BB0-41C7-1103-A4568AF8B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189160" y="676972"/>
            <a:ext cx="5505876" cy="4250263"/>
          </a:xfrm>
          <a:custGeom>
            <a:avLst/>
            <a:gdLst>
              <a:gd name="connsiteX0" fmla="*/ 407090 w 5505876"/>
              <a:gd name="connsiteY0" fmla="*/ 0 h 4250263"/>
              <a:gd name="connsiteX1" fmla="*/ 5098788 w 5505876"/>
              <a:gd name="connsiteY1" fmla="*/ 0 h 4250263"/>
              <a:gd name="connsiteX2" fmla="*/ 5505876 w 5505876"/>
              <a:gd name="connsiteY2" fmla="*/ 407089 h 4250263"/>
              <a:gd name="connsiteX3" fmla="*/ 5505876 w 5505876"/>
              <a:gd name="connsiteY3" fmla="*/ 3843173 h 4250263"/>
              <a:gd name="connsiteX4" fmla="*/ 5098788 w 5505876"/>
              <a:gd name="connsiteY4" fmla="*/ 4250263 h 4250263"/>
              <a:gd name="connsiteX5" fmla="*/ 407090 w 5505876"/>
              <a:gd name="connsiteY5" fmla="*/ 4250263 h 4250263"/>
              <a:gd name="connsiteX6" fmla="*/ 0 w 5505876"/>
              <a:gd name="connsiteY6" fmla="*/ 3843173 h 4250263"/>
              <a:gd name="connsiteX7" fmla="*/ 0 w 5505876"/>
              <a:gd name="connsiteY7" fmla="*/ 407089 h 4250263"/>
              <a:gd name="connsiteX8" fmla="*/ 407090 w 5505876"/>
              <a:gd name="connsiteY8" fmla="*/ 0 h 42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3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3"/>
                  <a:pt x="5098788" y="4250263"/>
                </a:cubicBezTo>
                <a:lnTo>
                  <a:pt x="407090" y="4250263"/>
                </a:lnTo>
                <a:cubicBezTo>
                  <a:pt x="181918" y="4250263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57209156-26B1-F610-41B7-B70378C2E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8189160" y="5270716"/>
            <a:ext cx="1605456" cy="2719863"/>
          </a:xfrm>
          <a:custGeom>
            <a:avLst/>
            <a:gdLst>
              <a:gd name="connsiteX0" fmla="*/ 407090 w 1605456"/>
              <a:gd name="connsiteY0" fmla="*/ 0 h 2719863"/>
              <a:gd name="connsiteX1" fmla="*/ 1198368 w 1605456"/>
              <a:gd name="connsiteY1" fmla="*/ 0 h 2719863"/>
              <a:gd name="connsiteX2" fmla="*/ 1605456 w 1605456"/>
              <a:gd name="connsiteY2" fmla="*/ 407089 h 2719863"/>
              <a:gd name="connsiteX3" fmla="*/ 1605456 w 1605456"/>
              <a:gd name="connsiteY3" fmla="*/ 2312774 h 2719863"/>
              <a:gd name="connsiteX4" fmla="*/ 1198368 w 1605456"/>
              <a:gd name="connsiteY4" fmla="*/ 2719863 h 2719863"/>
              <a:gd name="connsiteX5" fmla="*/ 407090 w 1605456"/>
              <a:gd name="connsiteY5" fmla="*/ 2719863 h 2719863"/>
              <a:gd name="connsiteX6" fmla="*/ 0 w 1605456"/>
              <a:gd name="connsiteY6" fmla="*/ 2312774 h 2719863"/>
              <a:gd name="connsiteX7" fmla="*/ 0 w 1605456"/>
              <a:gd name="connsiteY7" fmla="*/ 407089 h 2719863"/>
              <a:gd name="connsiteX8" fmla="*/ 407090 w 160545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5456" h="2719863">
                <a:moveTo>
                  <a:pt x="407090" y="0"/>
                </a:moveTo>
                <a:lnTo>
                  <a:pt x="1198368" y="0"/>
                </a:lnTo>
                <a:cubicBezTo>
                  <a:pt x="1423538" y="0"/>
                  <a:pt x="1605456" y="181919"/>
                  <a:pt x="1605456" y="407089"/>
                </a:cubicBezTo>
                <a:lnTo>
                  <a:pt x="1605456" y="2312774"/>
                </a:lnTo>
                <a:cubicBezTo>
                  <a:pt x="1605456" y="2537945"/>
                  <a:pt x="1423538" y="2719863"/>
                  <a:pt x="119836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EE1FB51C-3306-5F50-AD45-F60B6807C0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0139370" y="5270716"/>
            <a:ext cx="3555666" cy="2719863"/>
          </a:xfrm>
          <a:custGeom>
            <a:avLst/>
            <a:gdLst>
              <a:gd name="connsiteX0" fmla="*/ 407090 w 3555666"/>
              <a:gd name="connsiteY0" fmla="*/ 0 h 2719863"/>
              <a:gd name="connsiteX1" fmla="*/ 3148578 w 3555666"/>
              <a:gd name="connsiteY1" fmla="*/ 0 h 2719863"/>
              <a:gd name="connsiteX2" fmla="*/ 3555666 w 3555666"/>
              <a:gd name="connsiteY2" fmla="*/ 407089 h 2719863"/>
              <a:gd name="connsiteX3" fmla="*/ 3555666 w 3555666"/>
              <a:gd name="connsiteY3" fmla="*/ 2312774 h 2719863"/>
              <a:gd name="connsiteX4" fmla="*/ 3148578 w 3555666"/>
              <a:gd name="connsiteY4" fmla="*/ 2719863 h 2719863"/>
              <a:gd name="connsiteX5" fmla="*/ 407090 w 3555666"/>
              <a:gd name="connsiteY5" fmla="*/ 2719863 h 2719863"/>
              <a:gd name="connsiteX6" fmla="*/ 0 w 3555666"/>
              <a:gd name="connsiteY6" fmla="*/ 2312774 h 2719863"/>
              <a:gd name="connsiteX7" fmla="*/ 0 w 3555666"/>
              <a:gd name="connsiteY7" fmla="*/ 407089 h 2719863"/>
              <a:gd name="connsiteX8" fmla="*/ 407090 w 355566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5666" h="2719863">
                <a:moveTo>
                  <a:pt x="407090" y="0"/>
                </a:moveTo>
                <a:lnTo>
                  <a:pt x="3148578" y="0"/>
                </a:lnTo>
                <a:cubicBezTo>
                  <a:pt x="3373750" y="0"/>
                  <a:pt x="3555666" y="181919"/>
                  <a:pt x="3555666" y="407089"/>
                </a:cubicBezTo>
                <a:lnTo>
                  <a:pt x="3555666" y="2312774"/>
                </a:lnTo>
                <a:cubicBezTo>
                  <a:pt x="3555666" y="2537945"/>
                  <a:pt x="3373750" y="2719863"/>
                  <a:pt x="314857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C09C22C9-7FA6-5090-4695-0D3F786D3A2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189160" y="8334059"/>
            <a:ext cx="5505876" cy="4250262"/>
          </a:xfrm>
          <a:custGeom>
            <a:avLst/>
            <a:gdLst>
              <a:gd name="connsiteX0" fmla="*/ 407090 w 5505876"/>
              <a:gd name="connsiteY0" fmla="*/ 0 h 4250262"/>
              <a:gd name="connsiteX1" fmla="*/ 5098788 w 5505876"/>
              <a:gd name="connsiteY1" fmla="*/ 0 h 4250262"/>
              <a:gd name="connsiteX2" fmla="*/ 5505876 w 5505876"/>
              <a:gd name="connsiteY2" fmla="*/ 407089 h 4250262"/>
              <a:gd name="connsiteX3" fmla="*/ 5505876 w 5505876"/>
              <a:gd name="connsiteY3" fmla="*/ 3843173 h 4250262"/>
              <a:gd name="connsiteX4" fmla="*/ 5098788 w 5505876"/>
              <a:gd name="connsiteY4" fmla="*/ 4250262 h 4250262"/>
              <a:gd name="connsiteX5" fmla="*/ 407090 w 5505876"/>
              <a:gd name="connsiteY5" fmla="*/ 4250262 h 4250262"/>
              <a:gd name="connsiteX6" fmla="*/ 0 w 5505876"/>
              <a:gd name="connsiteY6" fmla="*/ 3843173 h 4250262"/>
              <a:gd name="connsiteX7" fmla="*/ 0 w 5505876"/>
              <a:gd name="connsiteY7" fmla="*/ 407089 h 4250262"/>
              <a:gd name="connsiteX8" fmla="*/ 407090 w 5505876"/>
              <a:gd name="connsiteY8" fmla="*/ 0 h 4250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2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2"/>
                  <a:pt x="5098788" y="4250262"/>
                </a:cubicBezTo>
                <a:lnTo>
                  <a:pt x="407090" y="4250262"/>
                </a:lnTo>
                <a:cubicBezTo>
                  <a:pt x="181918" y="4250262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8ACC03-BFA9-B877-C4DD-9F3F9E12FA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42778" y="6802387"/>
            <a:ext cx="7454814" cy="5781934"/>
          </a:xfrm>
          <a:custGeom>
            <a:avLst/>
            <a:gdLst>
              <a:gd name="connsiteX0" fmla="*/ 407089 w 7454814"/>
              <a:gd name="connsiteY0" fmla="*/ 0 h 5781934"/>
              <a:gd name="connsiteX1" fmla="*/ 7047726 w 7454814"/>
              <a:gd name="connsiteY1" fmla="*/ 0 h 5781934"/>
              <a:gd name="connsiteX2" fmla="*/ 7454814 w 7454814"/>
              <a:gd name="connsiteY2" fmla="*/ 407089 h 5781934"/>
              <a:gd name="connsiteX3" fmla="*/ 7454814 w 7454814"/>
              <a:gd name="connsiteY3" fmla="*/ 5374845 h 5781934"/>
              <a:gd name="connsiteX4" fmla="*/ 7047726 w 7454814"/>
              <a:gd name="connsiteY4" fmla="*/ 5781934 h 5781934"/>
              <a:gd name="connsiteX5" fmla="*/ 407089 w 7454814"/>
              <a:gd name="connsiteY5" fmla="*/ 5781934 h 5781934"/>
              <a:gd name="connsiteX6" fmla="*/ 0 w 7454814"/>
              <a:gd name="connsiteY6" fmla="*/ 5374845 h 5781934"/>
              <a:gd name="connsiteX7" fmla="*/ 0 w 7454814"/>
              <a:gd name="connsiteY7" fmla="*/ 407089 h 5781934"/>
              <a:gd name="connsiteX8" fmla="*/ 407089 w 7454814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4" h="5781934">
                <a:moveTo>
                  <a:pt x="407089" y="0"/>
                </a:moveTo>
                <a:lnTo>
                  <a:pt x="7047726" y="0"/>
                </a:lnTo>
                <a:cubicBezTo>
                  <a:pt x="7272896" y="0"/>
                  <a:pt x="7454814" y="181919"/>
                  <a:pt x="7454814" y="407089"/>
                </a:cubicBezTo>
                <a:lnTo>
                  <a:pt x="7454814" y="5374845"/>
                </a:lnTo>
                <a:cubicBezTo>
                  <a:pt x="7454814" y="5600016"/>
                  <a:pt x="7272896" y="5781934"/>
                  <a:pt x="7047726" y="5781934"/>
                </a:cubicBezTo>
                <a:lnTo>
                  <a:pt x="407089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DEE234-505B-01C9-7DFB-87842B0073B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339802" y="6802387"/>
            <a:ext cx="5505878" cy="5781934"/>
          </a:xfrm>
          <a:custGeom>
            <a:avLst/>
            <a:gdLst>
              <a:gd name="connsiteX0" fmla="*/ 407088 w 5505878"/>
              <a:gd name="connsiteY0" fmla="*/ 0 h 5781934"/>
              <a:gd name="connsiteX1" fmla="*/ 5098790 w 5505878"/>
              <a:gd name="connsiteY1" fmla="*/ 0 h 5781934"/>
              <a:gd name="connsiteX2" fmla="*/ 5505878 w 5505878"/>
              <a:gd name="connsiteY2" fmla="*/ 407089 h 5781934"/>
              <a:gd name="connsiteX3" fmla="*/ 5505878 w 5505878"/>
              <a:gd name="connsiteY3" fmla="*/ 5374845 h 5781934"/>
              <a:gd name="connsiteX4" fmla="*/ 5098790 w 5505878"/>
              <a:gd name="connsiteY4" fmla="*/ 5781934 h 5781934"/>
              <a:gd name="connsiteX5" fmla="*/ 407088 w 5505878"/>
              <a:gd name="connsiteY5" fmla="*/ 5781934 h 5781934"/>
              <a:gd name="connsiteX6" fmla="*/ 0 w 5505878"/>
              <a:gd name="connsiteY6" fmla="*/ 5374845 h 5781934"/>
              <a:gd name="connsiteX7" fmla="*/ 0 w 5505878"/>
              <a:gd name="connsiteY7" fmla="*/ 407089 h 5781934"/>
              <a:gd name="connsiteX8" fmla="*/ 407088 w 5505878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4">
                <a:moveTo>
                  <a:pt x="407088" y="0"/>
                </a:moveTo>
                <a:lnTo>
                  <a:pt x="5098790" y="0"/>
                </a:lnTo>
                <a:cubicBezTo>
                  <a:pt x="5323958" y="0"/>
                  <a:pt x="5505878" y="181919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4"/>
                  <a:pt x="5098790" y="5781934"/>
                </a:cubicBezTo>
                <a:lnTo>
                  <a:pt x="407088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439D2B-6BC3-DBCB-1122-29B5C52418BF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345067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D1A3D81-EB33-2DEC-DDB5-E7C3C6D5CE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21022" y="685895"/>
            <a:ext cx="3548725" cy="5770646"/>
          </a:xfrm>
          <a:custGeom>
            <a:avLst/>
            <a:gdLst>
              <a:gd name="connsiteX0" fmla="*/ 406294 w 3548725"/>
              <a:gd name="connsiteY0" fmla="*/ 0 h 5770646"/>
              <a:gd name="connsiteX1" fmla="*/ 3142432 w 3548725"/>
              <a:gd name="connsiteY1" fmla="*/ 0 h 5770646"/>
              <a:gd name="connsiteX2" fmla="*/ 3548725 w 3548725"/>
              <a:gd name="connsiteY2" fmla="*/ 406294 h 5770646"/>
              <a:gd name="connsiteX3" fmla="*/ 3548725 w 3548725"/>
              <a:gd name="connsiteY3" fmla="*/ 5364353 h 5770646"/>
              <a:gd name="connsiteX4" fmla="*/ 3142432 w 3548725"/>
              <a:gd name="connsiteY4" fmla="*/ 5770646 h 5770646"/>
              <a:gd name="connsiteX5" fmla="*/ 406294 w 3548725"/>
              <a:gd name="connsiteY5" fmla="*/ 5770646 h 5770646"/>
              <a:gd name="connsiteX6" fmla="*/ 0 w 3548725"/>
              <a:gd name="connsiteY6" fmla="*/ 5364353 h 5770646"/>
              <a:gd name="connsiteX7" fmla="*/ 0 w 3548725"/>
              <a:gd name="connsiteY7" fmla="*/ 406294 h 5770646"/>
              <a:gd name="connsiteX8" fmla="*/ 406294 w 3548725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725" h="5770646">
                <a:moveTo>
                  <a:pt x="406294" y="0"/>
                </a:moveTo>
                <a:lnTo>
                  <a:pt x="3142432" y="0"/>
                </a:lnTo>
                <a:cubicBezTo>
                  <a:pt x="3367162" y="0"/>
                  <a:pt x="3548725" y="181562"/>
                  <a:pt x="3548725" y="406294"/>
                </a:cubicBezTo>
                <a:lnTo>
                  <a:pt x="3548725" y="5364353"/>
                </a:lnTo>
                <a:cubicBezTo>
                  <a:pt x="3548725" y="5589085"/>
                  <a:pt x="3367162" y="5770646"/>
                  <a:pt x="3142432" y="5770646"/>
                </a:cubicBezTo>
                <a:lnTo>
                  <a:pt x="406294" y="5770646"/>
                </a:lnTo>
                <a:cubicBezTo>
                  <a:pt x="181564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94099EE-AF94-1CF4-1DD0-3A7D914BB0A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21022" y="6799353"/>
            <a:ext cx="3548725" cy="2704395"/>
          </a:xfrm>
          <a:custGeom>
            <a:avLst/>
            <a:gdLst>
              <a:gd name="connsiteX0" fmla="*/ 406294 w 3548725"/>
              <a:gd name="connsiteY0" fmla="*/ 0 h 2704395"/>
              <a:gd name="connsiteX1" fmla="*/ 3142432 w 3548725"/>
              <a:gd name="connsiteY1" fmla="*/ 0 h 2704395"/>
              <a:gd name="connsiteX2" fmla="*/ 3548725 w 3548725"/>
              <a:gd name="connsiteY2" fmla="*/ 406294 h 2704395"/>
              <a:gd name="connsiteX3" fmla="*/ 3548725 w 3548725"/>
              <a:gd name="connsiteY3" fmla="*/ 2298101 h 2704395"/>
              <a:gd name="connsiteX4" fmla="*/ 3142432 w 3548725"/>
              <a:gd name="connsiteY4" fmla="*/ 2704395 h 2704395"/>
              <a:gd name="connsiteX5" fmla="*/ 406294 w 3548725"/>
              <a:gd name="connsiteY5" fmla="*/ 2704395 h 2704395"/>
              <a:gd name="connsiteX6" fmla="*/ 0 w 3548725"/>
              <a:gd name="connsiteY6" fmla="*/ 2298101 h 2704395"/>
              <a:gd name="connsiteX7" fmla="*/ 0 w 3548725"/>
              <a:gd name="connsiteY7" fmla="*/ 406294 h 2704395"/>
              <a:gd name="connsiteX8" fmla="*/ 406294 w 3548725"/>
              <a:gd name="connsiteY8" fmla="*/ 0 h 2704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725" h="2704395">
                <a:moveTo>
                  <a:pt x="406294" y="0"/>
                </a:moveTo>
                <a:lnTo>
                  <a:pt x="3142432" y="0"/>
                </a:lnTo>
                <a:cubicBezTo>
                  <a:pt x="3367162" y="0"/>
                  <a:pt x="3548725" y="181563"/>
                  <a:pt x="3548725" y="406294"/>
                </a:cubicBezTo>
                <a:lnTo>
                  <a:pt x="3548725" y="2298101"/>
                </a:lnTo>
                <a:cubicBezTo>
                  <a:pt x="3548725" y="2522833"/>
                  <a:pt x="3367162" y="2704395"/>
                  <a:pt x="3142432" y="2704395"/>
                </a:cubicBezTo>
                <a:lnTo>
                  <a:pt x="406294" y="2704395"/>
                </a:lnTo>
                <a:cubicBezTo>
                  <a:pt x="181564" y="2704395"/>
                  <a:pt x="0" y="2522833"/>
                  <a:pt x="0" y="2298101"/>
                </a:cubicBezTo>
                <a:lnTo>
                  <a:pt x="0" y="406294"/>
                </a:lnTo>
                <a:cubicBezTo>
                  <a:pt x="0" y="181563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283B782-5BDA-9F6A-5187-C9251CBEA0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3082" y="685895"/>
            <a:ext cx="5495130" cy="5770646"/>
          </a:xfrm>
          <a:custGeom>
            <a:avLst/>
            <a:gdLst>
              <a:gd name="connsiteX0" fmla="*/ 406295 w 5495130"/>
              <a:gd name="connsiteY0" fmla="*/ 0 h 5770646"/>
              <a:gd name="connsiteX1" fmla="*/ 5088836 w 5495130"/>
              <a:gd name="connsiteY1" fmla="*/ 0 h 5770646"/>
              <a:gd name="connsiteX2" fmla="*/ 5495130 w 5495130"/>
              <a:gd name="connsiteY2" fmla="*/ 406294 h 5770646"/>
              <a:gd name="connsiteX3" fmla="*/ 5495130 w 5495130"/>
              <a:gd name="connsiteY3" fmla="*/ 5364353 h 5770646"/>
              <a:gd name="connsiteX4" fmla="*/ 5088836 w 5495130"/>
              <a:gd name="connsiteY4" fmla="*/ 5770646 h 5770646"/>
              <a:gd name="connsiteX5" fmla="*/ 406295 w 5495130"/>
              <a:gd name="connsiteY5" fmla="*/ 5770646 h 5770646"/>
              <a:gd name="connsiteX6" fmla="*/ 0 w 5495130"/>
              <a:gd name="connsiteY6" fmla="*/ 5364353 h 5770646"/>
              <a:gd name="connsiteX7" fmla="*/ 0 w 5495130"/>
              <a:gd name="connsiteY7" fmla="*/ 406294 h 5770646"/>
              <a:gd name="connsiteX8" fmla="*/ 406295 w 5495130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30" h="5770646">
                <a:moveTo>
                  <a:pt x="406295" y="0"/>
                </a:moveTo>
                <a:lnTo>
                  <a:pt x="5088836" y="0"/>
                </a:lnTo>
                <a:cubicBezTo>
                  <a:pt x="5313567" y="0"/>
                  <a:pt x="5495130" y="181562"/>
                  <a:pt x="5495130" y="406294"/>
                </a:cubicBezTo>
                <a:lnTo>
                  <a:pt x="5495130" y="5364353"/>
                </a:lnTo>
                <a:cubicBezTo>
                  <a:pt x="5495130" y="5589085"/>
                  <a:pt x="5313567" y="5770646"/>
                  <a:pt x="5088836" y="5770646"/>
                </a:cubicBezTo>
                <a:lnTo>
                  <a:pt x="406295" y="5770646"/>
                </a:lnTo>
                <a:cubicBezTo>
                  <a:pt x="181563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3" y="0"/>
                  <a:pt x="4062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67C7167-CB2C-77FC-A28A-50A308C279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21022" y="9855446"/>
            <a:ext cx="3548725" cy="2714553"/>
          </a:xfrm>
          <a:custGeom>
            <a:avLst/>
            <a:gdLst>
              <a:gd name="connsiteX0" fmla="*/ 406294 w 3548725"/>
              <a:gd name="connsiteY0" fmla="*/ 0 h 2714553"/>
              <a:gd name="connsiteX1" fmla="*/ 3142432 w 3548725"/>
              <a:gd name="connsiteY1" fmla="*/ 0 h 2714553"/>
              <a:gd name="connsiteX2" fmla="*/ 3548725 w 3548725"/>
              <a:gd name="connsiteY2" fmla="*/ 406294 h 2714553"/>
              <a:gd name="connsiteX3" fmla="*/ 3548725 w 3548725"/>
              <a:gd name="connsiteY3" fmla="*/ 2308258 h 2714553"/>
              <a:gd name="connsiteX4" fmla="*/ 3142432 w 3548725"/>
              <a:gd name="connsiteY4" fmla="*/ 2714553 h 2714553"/>
              <a:gd name="connsiteX5" fmla="*/ 406294 w 3548725"/>
              <a:gd name="connsiteY5" fmla="*/ 2714553 h 2714553"/>
              <a:gd name="connsiteX6" fmla="*/ 0 w 3548725"/>
              <a:gd name="connsiteY6" fmla="*/ 2308258 h 2714553"/>
              <a:gd name="connsiteX7" fmla="*/ 0 w 3548725"/>
              <a:gd name="connsiteY7" fmla="*/ 406294 h 2714553"/>
              <a:gd name="connsiteX8" fmla="*/ 406294 w 3548725"/>
              <a:gd name="connsiteY8" fmla="*/ 0 h 2714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725" h="2714553">
                <a:moveTo>
                  <a:pt x="406294" y="0"/>
                </a:moveTo>
                <a:lnTo>
                  <a:pt x="3142432" y="0"/>
                </a:lnTo>
                <a:cubicBezTo>
                  <a:pt x="3367162" y="0"/>
                  <a:pt x="3548725" y="181562"/>
                  <a:pt x="3548725" y="406294"/>
                </a:cubicBezTo>
                <a:lnTo>
                  <a:pt x="3548725" y="2308258"/>
                </a:lnTo>
                <a:cubicBezTo>
                  <a:pt x="3548725" y="2532990"/>
                  <a:pt x="3367162" y="2714553"/>
                  <a:pt x="3142432" y="2714553"/>
                </a:cubicBezTo>
                <a:lnTo>
                  <a:pt x="406294" y="2714553"/>
                </a:lnTo>
                <a:cubicBezTo>
                  <a:pt x="181564" y="2714553"/>
                  <a:pt x="0" y="2532990"/>
                  <a:pt x="0" y="2308258"/>
                </a:cubicBezTo>
                <a:lnTo>
                  <a:pt x="0" y="406294"/>
                </a:lnTo>
                <a:cubicBezTo>
                  <a:pt x="0" y="181562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6395965-353B-5B86-E9ED-658E889830C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8194360" y="685895"/>
            <a:ext cx="5495130" cy="5770646"/>
          </a:xfrm>
          <a:custGeom>
            <a:avLst/>
            <a:gdLst>
              <a:gd name="connsiteX0" fmla="*/ 406294 w 5495130"/>
              <a:gd name="connsiteY0" fmla="*/ 0 h 5770646"/>
              <a:gd name="connsiteX1" fmla="*/ 5088836 w 5495130"/>
              <a:gd name="connsiteY1" fmla="*/ 0 h 5770646"/>
              <a:gd name="connsiteX2" fmla="*/ 5495130 w 5495130"/>
              <a:gd name="connsiteY2" fmla="*/ 406294 h 5770646"/>
              <a:gd name="connsiteX3" fmla="*/ 5495130 w 5495130"/>
              <a:gd name="connsiteY3" fmla="*/ 5364353 h 5770646"/>
              <a:gd name="connsiteX4" fmla="*/ 5088836 w 5495130"/>
              <a:gd name="connsiteY4" fmla="*/ 5770646 h 5770646"/>
              <a:gd name="connsiteX5" fmla="*/ 406294 w 5495130"/>
              <a:gd name="connsiteY5" fmla="*/ 5770646 h 5770646"/>
              <a:gd name="connsiteX6" fmla="*/ 0 w 5495130"/>
              <a:gd name="connsiteY6" fmla="*/ 5364353 h 5770646"/>
              <a:gd name="connsiteX7" fmla="*/ 0 w 5495130"/>
              <a:gd name="connsiteY7" fmla="*/ 406294 h 5770646"/>
              <a:gd name="connsiteX8" fmla="*/ 406294 w 5495130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30" h="5770646">
                <a:moveTo>
                  <a:pt x="406294" y="0"/>
                </a:moveTo>
                <a:lnTo>
                  <a:pt x="5088836" y="0"/>
                </a:lnTo>
                <a:cubicBezTo>
                  <a:pt x="5313566" y="0"/>
                  <a:pt x="5495130" y="181562"/>
                  <a:pt x="5495130" y="406294"/>
                </a:cubicBezTo>
                <a:lnTo>
                  <a:pt x="5495130" y="5364353"/>
                </a:lnTo>
                <a:cubicBezTo>
                  <a:pt x="5495130" y="5589085"/>
                  <a:pt x="5313566" y="5770646"/>
                  <a:pt x="5088836" y="5770646"/>
                </a:cubicBezTo>
                <a:lnTo>
                  <a:pt x="406294" y="5770646"/>
                </a:lnTo>
                <a:cubicBezTo>
                  <a:pt x="181564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DE9BC33-3E9D-8433-3477-0B588E3244B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6249228" y="6799353"/>
            <a:ext cx="7440262" cy="5770647"/>
          </a:xfrm>
          <a:custGeom>
            <a:avLst/>
            <a:gdLst>
              <a:gd name="connsiteX0" fmla="*/ 406294 w 7440262"/>
              <a:gd name="connsiteY0" fmla="*/ 0 h 5770647"/>
              <a:gd name="connsiteX1" fmla="*/ 7033968 w 7440262"/>
              <a:gd name="connsiteY1" fmla="*/ 0 h 5770647"/>
              <a:gd name="connsiteX2" fmla="*/ 7440262 w 7440262"/>
              <a:gd name="connsiteY2" fmla="*/ 406294 h 5770647"/>
              <a:gd name="connsiteX3" fmla="*/ 7440262 w 7440262"/>
              <a:gd name="connsiteY3" fmla="*/ 5364352 h 5770647"/>
              <a:gd name="connsiteX4" fmla="*/ 7033968 w 7440262"/>
              <a:gd name="connsiteY4" fmla="*/ 5770647 h 5770647"/>
              <a:gd name="connsiteX5" fmla="*/ 406294 w 7440262"/>
              <a:gd name="connsiteY5" fmla="*/ 5770647 h 5770647"/>
              <a:gd name="connsiteX6" fmla="*/ 0 w 7440262"/>
              <a:gd name="connsiteY6" fmla="*/ 5364352 h 5770647"/>
              <a:gd name="connsiteX7" fmla="*/ 0 w 7440262"/>
              <a:gd name="connsiteY7" fmla="*/ 406294 h 5770647"/>
              <a:gd name="connsiteX8" fmla="*/ 406294 w 7440262"/>
              <a:gd name="connsiteY8" fmla="*/ 0 h 577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0262" h="5770647">
                <a:moveTo>
                  <a:pt x="406294" y="0"/>
                </a:moveTo>
                <a:lnTo>
                  <a:pt x="7033968" y="0"/>
                </a:lnTo>
                <a:cubicBezTo>
                  <a:pt x="7258698" y="0"/>
                  <a:pt x="7440262" y="181563"/>
                  <a:pt x="7440262" y="406294"/>
                </a:cubicBezTo>
                <a:lnTo>
                  <a:pt x="7440262" y="5364352"/>
                </a:lnTo>
                <a:cubicBezTo>
                  <a:pt x="7440262" y="5589084"/>
                  <a:pt x="7258698" y="5770647"/>
                  <a:pt x="7033968" y="5770647"/>
                </a:cubicBezTo>
                <a:lnTo>
                  <a:pt x="406294" y="5770647"/>
                </a:lnTo>
                <a:cubicBezTo>
                  <a:pt x="181562" y="5770647"/>
                  <a:pt x="0" y="5589084"/>
                  <a:pt x="0" y="5364352"/>
                </a:cubicBezTo>
                <a:lnTo>
                  <a:pt x="0" y="406294"/>
                </a:lnTo>
                <a:cubicBezTo>
                  <a:pt x="0" y="181563"/>
                  <a:pt x="181562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FEE22FC-25BE-0830-1241-EF229A94153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412557" y="685895"/>
            <a:ext cx="7440263" cy="5770646"/>
          </a:xfrm>
          <a:custGeom>
            <a:avLst/>
            <a:gdLst>
              <a:gd name="connsiteX0" fmla="*/ 406295 w 7440263"/>
              <a:gd name="connsiteY0" fmla="*/ 0 h 5770646"/>
              <a:gd name="connsiteX1" fmla="*/ 7033969 w 7440263"/>
              <a:gd name="connsiteY1" fmla="*/ 0 h 5770646"/>
              <a:gd name="connsiteX2" fmla="*/ 7440263 w 7440263"/>
              <a:gd name="connsiteY2" fmla="*/ 406294 h 5770646"/>
              <a:gd name="connsiteX3" fmla="*/ 7440263 w 7440263"/>
              <a:gd name="connsiteY3" fmla="*/ 5364353 h 5770646"/>
              <a:gd name="connsiteX4" fmla="*/ 7033969 w 7440263"/>
              <a:gd name="connsiteY4" fmla="*/ 5770646 h 5770646"/>
              <a:gd name="connsiteX5" fmla="*/ 406295 w 7440263"/>
              <a:gd name="connsiteY5" fmla="*/ 5770646 h 5770646"/>
              <a:gd name="connsiteX6" fmla="*/ 0 w 7440263"/>
              <a:gd name="connsiteY6" fmla="*/ 5364353 h 5770646"/>
              <a:gd name="connsiteX7" fmla="*/ 0 w 7440263"/>
              <a:gd name="connsiteY7" fmla="*/ 406294 h 5770646"/>
              <a:gd name="connsiteX8" fmla="*/ 406295 w 7440263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0263" h="5770646">
                <a:moveTo>
                  <a:pt x="406295" y="0"/>
                </a:moveTo>
                <a:lnTo>
                  <a:pt x="7033969" y="0"/>
                </a:lnTo>
                <a:cubicBezTo>
                  <a:pt x="7258701" y="0"/>
                  <a:pt x="7440263" y="181562"/>
                  <a:pt x="7440263" y="406294"/>
                </a:cubicBezTo>
                <a:lnTo>
                  <a:pt x="7440263" y="5364353"/>
                </a:lnTo>
                <a:cubicBezTo>
                  <a:pt x="7440263" y="5589085"/>
                  <a:pt x="7258701" y="5770646"/>
                  <a:pt x="7033969" y="5770646"/>
                </a:cubicBezTo>
                <a:lnTo>
                  <a:pt x="406295" y="5770646"/>
                </a:lnTo>
                <a:cubicBezTo>
                  <a:pt x="181564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4" y="0"/>
                  <a:pt x="4062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FD14EF4-FB2B-DDD9-FE5E-9BAFD22B78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3082" y="6799353"/>
            <a:ext cx="5495130" cy="5770647"/>
          </a:xfrm>
          <a:custGeom>
            <a:avLst/>
            <a:gdLst>
              <a:gd name="connsiteX0" fmla="*/ 406295 w 5495130"/>
              <a:gd name="connsiteY0" fmla="*/ 0 h 5770647"/>
              <a:gd name="connsiteX1" fmla="*/ 5088836 w 5495130"/>
              <a:gd name="connsiteY1" fmla="*/ 0 h 5770647"/>
              <a:gd name="connsiteX2" fmla="*/ 5495130 w 5495130"/>
              <a:gd name="connsiteY2" fmla="*/ 406294 h 5770647"/>
              <a:gd name="connsiteX3" fmla="*/ 5495130 w 5495130"/>
              <a:gd name="connsiteY3" fmla="*/ 5364352 h 5770647"/>
              <a:gd name="connsiteX4" fmla="*/ 5088836 w 5495130"/>
              <a:gd name="connsiteY4" fmla="*/ 5770647 h 5770647"/>
              <a:gd name="connsiteX5" fmla="*/ 406295 w 5495130"/>
              <a:gd name="connsiteY5" fmla="*/ 5770647 h 5770647"/>
              <a:gd name="connsiteX6" fmla="*/ 0 w 5495130"/>
              <a:gd name="connsiteY6" fmla="*/ 5364352 h 5770647"/>
              <a:gd name="connsiteX7" fmla="*/ 0 w 5495130"/>
              <a:gd name="connsiteY7" fmla="*/ 406294 h 5770647"/>
              <a:gd name="connsiteX8" fmla="*/ 406295 w 5495130"/>
              <a:gd name="connsiteY8" fmla="*/ 0 h 577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30" h="5770647">
                <a:moveTo>
                  <a:pt x="406295" y="0"/>
                </a:moveTo>
                <a:lnTo>
                  <a:pt x="5088836" y="0"/>
                </a:lnTo>
                <a:cubicBezTo>
                  <a:pt x="5313567" y="0"/>
                  <a:pt x="5495130" y="181563"/>
                  <a:pt x="5495130" y="406294"/>
                </a:cubicBezTo>
                <a:lnTo>
                  <a:pt x="5495130" y="5364352"/>
                </a:lnTo>
                <a:cubicBezTo>
                  <a:pt x="5495130" y="5589084"/>
                  <a:pt x="5313567" y="5770647"/>
                  <a:pt x="5088836" y="5770647"/>
                </a:cubicBezTo>
                <a:lnTo>
                  <a:pt x="406295" y="5770647"/>
                </a:lnTo>
                <a:cubicBezTo>
                  <a:pt x="181563" y="5770647"/>
                  <a:pt x="0" y="5589084"/>
                  <a:pt x="0" y="5364352"/>
                </a:cubicBezTo>
                <a:lnTo>
                  <a:pt x="0" y="406294"/>
                </a:lnTo>
                <a:cubicBezTo>
                  <a:pt x="0" y="181563"/>
                  <a:pt x="181563" y="0"/>
                  <a:pt x="4062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3BDB665-A65E-6BFA-72FA-B402C1C5B62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411288" y="6799353"/>
            <a:ext cx="5495129" cy="5770647"/>
          </a:xfrm>
          <a:custGeom>
            <a:avLst/>
            <a:gdLst>
              <a:gd name="connsiteX0" fmla="*/ 406294 w 5495129"/>
              <a:gd name="connsiteY0" fmla="*/ 0 h 5770647"/>
              <a:gd name="connsiteX1" fmla="*/ 5088835 w 5495129"/>
              <a:gd name="connsiteY1" fmla="*/ 0 h 5770647"/>
              <a:gd name="connsiteX2" fmla="*/ 5495129 w 5495129"/>
              <a:gd name="connsiteY2" fmla="*/ 406294 h 5770647"/>
              <a:gd name="connsiteX3" fmla="*/ 5495129 w 5495129"/>
              <a:gd name="connsiteY3" fmla="*/ 5364352 h 5770647"/>
              <a:gd name="connsiteX4" fmla="*/ 5088835 w 5495129"/>
              <a:gd name="connsiteY4" fmla="*/ 5770647 h 5770647"/>
              <a:gd name="connsiteX5" fmla="*/ 406294 w 5495129"/>
              <a:gd name="connsiteY5" fmla="*/ 5770647 h 5770647"/>
              <a:gd name="connsiteX6" fmla="*/ 0 w 5495129"/>
              <a:gd name="connsiteY6" fmla="*/ 5364352 h 5770647"/>
              <a:gd name="connsiteX7" fmla="*/ 0 w 5495129"/>
              <a:gd name="connsiteY7" fmla="*/ 406294 h 5770647"/>
              <a:gd name="connsiteX8" fmla="*/ 406294 w 5495129"/>
              <a:gd name="connsiteY8" fmla="*/ 0 h 577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29" h="5770647">
                <a:moveTo>
                  <a:pt x="406294" y="0"/>
                </a:moveTo>
                <a:lnTo>
                  <a:pt x="5088835" y="0"/>
                </a:lnTo>
                <a:cubicBezTo>
                  <a:pt x="5313566" y="0"/>
                  <a:pt x="5495129" y="181563"/>
                  <a:pt x="5495129" y="406294"/>
                </a:cubicBezTo>
                <a:lnTo>
                  <a:pt x="5495129" y="5364352"/>
                </a:lnTo>
                <a:cubicBezTo>
                  <a:pt x="5495129" y="5589084"/>
                  <a:pt x="5313566" y="5770647"/>
                  <a:pt x="5088835" y="5770647"/>
                </a:cubicBezTo>
                <a:lnTo>
                  <a:pt x="406294" y="5770647"/>
                </a:lnTo>
                <a:cubicBezTo>
                  <a:pt x="181563" y="5770647"/>
                  <a:pt x="0" y="5589084"/>
                  <a:pt x="0" y="5364352"/>
                </a:cubicBezTo>
                <a:lnTo>
                  <a:pt x="0" y="406294"/>
                </a:lnTo>
                <a:cubicBezTo>
                  <a:pt x="0" y="181563"/>
                  <a:pt x="181563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2DBC4-3B37-9B5D-CB39-4BAF40A374E1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8268593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53E6443-A63B-5B59-D899-0F947EEC5F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3261" y="686142"/>
            <a:ext cx="7442201" cy="5772150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1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1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0"/>
                  <a:pt x="7442201" y="406400"/>
                </a:cubicBezTo>
                <a:lnTo>
                  <a:pt x="7442201" y="5365751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DD391C8-23D8-4555-8918-705F8D374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1" y="6801192"/>
            <a:ext cx="7442201" cy="5772150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0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0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1"/>
                  <a:pt x="7442201" y="406400"/>
                </a:cubicBezTo>
                <a:lnTo>
                  <a:pt x="7442201" y="5365750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504ABEA-745A-372F-CB6F-F42FCD2E11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68361" y="686142"/>
            <a:ext cx="7442201" cy="5772150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1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1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0" y="0"/>
                  <a:pt x="7442201" y="181610"/>
                  <a:pt x="7442201" y="406400"/>
                </a:cubicBezTo>
                <a:lnTo>
                  <a:pt x="7442201" y="5365751"/>
                </a:lnTo>
                <a:cubicBezTo>
                  <a:pt x="7442201" y="5590540"/>
                  <a:pt x="7260590" y="5772150"/>
                  <a:pt x="7035801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86F42C6-0E0F-53AC-2F31-CE0F68E9E31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68361" y="6801192"/>
            <a:ext cx="7442201" cy="5772150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0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0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0" y="0"/>
                  <a:pt x="7442201" y="181611"/>
                  <a:pt x="7442201" y="406400"/>
                </a:cubicBezTo>
                <a:lnTo>
                  <a:pt x="7442201" y="5365750"/>
                </a:lnTo>
                <a:cubicBezTo>
                  <a:pt x="7442201" y="5590540"/>
                  <a:pt x="7260590" y="5772150"/>
                  <a:pt x="7035801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A3AB2A9-28F0-A5B7-C6EE-4A55FA0F35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6253462" y="686142"/>
            <a:ext cx="7442199" cy="5772150"/>
          </a:xfrm>
          <a:custGeom>
            <a:avLst/>
            <a:gdLst>
              <a:gd name="connsiteX0" fmla="*/ 406400 w 7442199"/>
              <a:gd name="connsiteY0" fmla="*/ 0 h 5772150"/>
              <a:gd name="connsiteX1" fmla="*/ 7035799 w 7442199"/>
              <a:gd name="connsiteY1" fmla="*/ 0 h 5772150"/>
              <a:gd name="connsiteX2" fmla="*/ 7442199 w 7442199"/>
              <a:gd name="connsiteY2" fmla="*/ 406400 h 5772150"/>
              <a:gd name="connsiteX3" fmla="*/ 7442199 w 7442199"/>
              <a:gd name="connsiteY3" fmla="*/ 5365751 h 5772150"/>
              <a:gd name="connsiteX4" fmla="*/ 7035799 w 7442199"/>
              <a:gd name="connsiteY4" fmla="*/ 5772150 h 5772150"/>
              <a:gd name="connsiteX5" fmla="*/ 406400 w 7442199"/>
              <a:gd name="connsiteY5" fmla="*/ 5772150 h 5772150"/>
              <a:gd name="connsiteX6" fmla="*/ 0 w 7442199"/>
              <a:gd name="connsiteY6" fmla="*/ 5365751 h 5772150"/>
              <a:gd name="connsiteX7" fmla="*/ 0 w 7442199"/>
              <a:gd name="connsiteY7" fmla="*/ 406400 h 5772150"/>
              <a:gd name="connsiteX8" fmla="*/ 406400 w 7442199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199" h="5772150">
                <a:moveTo>
                  <a:pt x="406400" y="0"/>
                </a:moveTo>
                <a:lnTo>
                  <a:pt x="7035799" y="0"/>
                </a:lnTo>
                <a:cubicBezTo>
                  <a:pt x="7260589" y="0"/>
                  <a:pt x="7442199" y="181610"/>
                  <a:pt x="7442199" y="406400"/>
                </a:cubicBezTo>
                <a:lnTo>
                  <a:pt x="7442199" y="5365751"/>
                </a:lnTo>
                <a:cubicBezTo>
                  <a:pt x="7442199" y="5590540"/>
                  <a:pt x="7260589" y="5772150"/>
                  <a:pt x="7035799" y="5772150"/>
                </a:cubicBezTo>
                <a:lnTo>
                  <a:pt x="406400" y="5772150"/>
                </a:lnTo>
                <a:cubicBezTo>
                  <a:pt x="181609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09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9F774D-E2B4-62E0-4B1D-8595E724BF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6253462" y="6801192"/>
            <a:ext cx="7442199" cy="5772150"/>
          </a:xfrm>
          <a:custGeom>
            <a:avLst/>
            <a:gdLst>
              <a:gd name="connsiteX0" fmla="*/ 406400 w 7442199"/>
              <a:gd name="connsiteY0" fmla="*/ 0 h 5772150"/>
              <a:gd name="connsiteX1" fmla="*/ 7035799 w 7442199"/>
              <a:gd name="connsiteY1" fmla="*/ 0 h 5772150"/>
              <a:gd name="connsiteX2" fmla="*/ 7442199 w 7442199"/>
              <a:gd name="connsiteY2" fmla="*/ 406400 h 5772150"/>
              <a:gd name="connsiteX3" fmla="*/ 7442199 w 7442199"/>
              <a:gd name="connsiteY3" fmla="*/ 5365750 h 5772150"/>
              <a:gd name="connsiteX4" fmla="*/ 7035799 w 7442199"/>
              <a:gd name="connsiteY4" fmla="*/ 5772150 h 5772150"/>
              <a:gd name="connsiteX5" fmla="*/ 406400 w 7442199"/>
              <a:gd name="connsiteY5" fmla="*/ 5772150 h 5772150"/>
              <a:gd name="connsiteX6" fmla="*/ 0 w 7442199"/>
              <a:gd name="connsiteY6" fmla="*/ 5365750 h 5772150"/>
              <a:gd name="connsiteX7" fmla="*/ 0 w 7442199"/>
              <a:gd name="connsiteY7" fmla="*/ 406400 h 5772150"/>
              <a:gd name="connsiteX8" fmla="*/ 406400 w 7442199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199" h="5772150">
                <a:moveTo>
                  <a:pt x="406400" y="0"/>
                </a:moveTo>
                <a:lnTo>
                  <a:pt x="7035799" y="0"/>
                </a:lnTo>
                <a:cubicBezTo>
                  <a:pt x="7260589" y="0"/>
                  <a:pt x="7442199" y="181611"/>
                  <a:pt x="7442199" y="406400"/>
                </a:cubicBezTo>
                <a:lnTo>
                  <a:pt x="7442199" y="5365750"/>
                </a:lnTo>
                <a:cubicBezTo>
                  <a:pt x="7442199" y="5590540"/>
                  <a:pt x="7260589" y="5772150"/>
                  <a:pt x="7035799" y="5772150"/>
                </a:cubicBezTo>
                <a:lnTo>
                  <a:pt x="406400" y="5772150"/>
                </a:lnTo>
                <a:cubicBezTo>
                  <a:pt x="181609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09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CDBB9C-4239-C441-B946-5B5321A677FC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8752086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E36D3DE-B1E4-5705-8D87-3D56AB1902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3261" y="0"/>
            <a:ext cx="5490211" cy="3538220"/>
          </a:xfrm>
          <a:custGeom>
            <a:avLst/>
            <a:gdLst>
              <a:gd name="connsiteX0" fmla="*/ 0 w 5490211"/>
              <a:gd name="connsiteY0" fmla="*/ 0 h 3538220"/>
              <a:gd name="connsiteX1" fmla="*/ 5490211 w 5490211"/>
              <a:gd name="connsiteY1" fmla="*/ 0 h 3538220"/>
              <a:gd name="connsiteX2" fmla="*/ 5490211 w 5490211"/>
              <a:gd name="connsiteY2" fmla="*/ 20320 h 3538220"/>
              <a:gd name="connsiteX3" fmla="*/ 5490211 w 5490211"/>
              <a:gd name="connsiteY3" fmla="*/ 3131820 h 3538220"/>
              <a:gd name="connsiteX4" fmla="*/ 5083811 w 5490211"/>
              <a:gd name="connsiteY4" fmla="*/ 3538220 h 3538220"/>
              <a:gd name="connsiteX5" fmla="*/ 406400 w 5490211"/>
              <a:gd name="connsiteY5" fmla="*/ 3538220 h 3538220"/>
              <a:gd name="connsiteX6" fmla="*/ 0 w 5490211"/>
              <a:gd name="connsiteY6" fmla="*/ 3131820 h 3538220"/>
              <a:gd name="connsiteX7" fmla="*/ 0 w 5490211"/>
              <a:gd name="connsiteY7" fmla="*/ 20320 h 3538220"/>
              <a:gd name="connsiteX8" fmla="*/ 0 w 5490211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0211" h="3538220">
                <a:moveTo>
                  <a:pt x="0" y="0"/>
                </a:moveTo>
                <a:lnTo>
                  <a:pt x="5490211" y="0"/>
                </a:lnTo>
                <a:cubicBezTo>
                  <a:pt x="5490211" y="6350"/>
                  <a:pt x="5490211" y="13970"/>
                  <a:pt x="5490211" y="20320"/>
                </a:cubicBezTo>
                <a:lnTo>
                  <a:pt x="5490211" y="3131820"/>
                </a:lnTo>
                <a:cubicBezTo>
                  <a:pt x="5490211" y="3356610"/>
                  <a:pt x="5308601" y="3538220"/>
                  <a:pt x="5083811" y="3538220"/>
                </a:cubicBezTo>
                <a:lnTo>
                  <a:pt x="406400" y="3538220"/>
                </a:lnTo>
                <a:cubicBezTo>
                  <a:pt x="181611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EC9E790-45D8-EA52-42B8-FE0E4FB2D8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1" y="3881120"/>
            <a:ext cx="5496561" cy="5772150"/>
          </a:xfrm>
          <a:custGeom>
            <a:avLst/>
            <a:gdLst>
              <a:gd name="connsiteX0" fmla="*/ 406400 w 5496561"/>
              <a:gd name="connsiteY0" fmla="*/ 0 h 5772150"/>
              <a:gd name="connsiteX1" fmla="*/ 5090161 w 5496561"/>
              <a:gd name="connsiteY1" fmla="*/ 0 h 5772150"/>
              <a:gd name="connsiteX2" fmla="*/ 5496561 w 5496561"/>
              <a:gd name="connsiteY2" fmla="*/ 406400 h 5772150"/>
              <a:gd name="connsiteX3" fmla="*/ 5496561 w 5496561"/>
              <a:gd name="connsiteY3" fmla="*/ 5365750 h 5772150"/>
              <a:gd name="connsiteX4" fmla="*/ 5090161 w 5496561"/>
              <a:gd name="connsiteY4" fmla="*/ 5772150 h 5772150"/>
              <a:gd name="connsiteX5" fmla="*/ 406400 w 5496561"/>
              <a:gd name="connsiteY5" fmla="*/ 5772150 h 5772150"/>
              <a:gd name="connsiteX6" fmla="*/ 0 w 5496561"/>
              <a:gd name="connsiteY6" fmla="*/ 5365750 h 5772150"/>
              <a:gd name="connsiteX7" fmla="*/ 0 w 5496561"/>
              <a:gd name="connsiteY7" fmla="*/ 406400 h 5772150"/>
              <a:gd name="connsiteX8" fmla="*/ 406400 w 549656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1" h="5772150">
                <a:moveTo>
                  <a:pt x="406400" y="0"/>
                </a:moveTo>
                <a:lnTo>
                  <a:pt x="5090161" y="0"/>
                </a:lnTo>
                <a:cubicBezTo>
                  <a:pt x="5314951" y="0"/>
                  <a:pt x="5496561" y="181610"/>
                  <a:pt x="5496561" y="406400"/>
                </a:cubicBezTo>
                <a:lnTo>
                  <a:pt x="5496561" y="5365750"/>
                </a:lnTo>
                <a:cubicBezTo>
                  <a:pt x="5496561" y="5590540"/>
                  <a:pt x="5314951" y="5772150"/>
                  <a:pt x="509016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285F2332-9FA4-7193-A956-249E3C6D0F0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5319" y="9977121"/>
            <a:ext cx="5852160" cy="3744907"/>
          </a:xfrm>
          <a:custGeom>
            <a:avLst/>
            <a:gdLst>
              <a:gd name="connsiteX0" fmla="*/ 604341 w 5852160"/>
              <a:gd name="connsiteY0" fmla="*/ 0 h 3744907"/>
              <a:gd name="connsiteX1" fmla="*/ 5288102 w 5852160"/>
              <a:gd name="connsiteY1" fmla="*/ 0 h 3744907"/>
              <a:gd name="connsiteX2" fmla="*/ 5694503 w 5852160"/>
              <a:gd name="connsiteY2" fmla="*/ 406400 h 3744907"/>
              <a:gd name="connsiteX3" fmla="*/ 5694503 w 5852160"/>
              <a:gd name="connsiteY3" fmla="*/ 3738880 h 3744907"/>
              <a:gd name="connsiteX4" fmla="*/ 5852160 w 5852160"/>
              <a:gd name="connsiteY4" fmla="*/ 3738880 h 3744907"/>
              <a:gd name="connsiteX5" fmla="*/ 5852160 w 5852160"/>
              <a:gd name="connsiteY5" fmla="*/ 3744907 h 3744907"/>
              <a:gd name="connsiteX6" fmla="*/ 0 w 5852160"/>
              <a:gd name="connsiteY6" fmla="*/ 3744907 h 3744907"/>
              <a:gd name="connsiteX7" fmla="*/ 0 w 5852160"/>
              <a:gd name="connsiteY7" fmla="*/ 3738880 h 3744907"/>
              <a:gd name="connsiteX8" fmla="*/ 197941 w 5852160"/>
              <a:gd name="connsiteY8" fmla="*/ 3738880 h 3744907"/>
              <a:gd name="connsiteX9" fmla="*/ 197941 w 5852160"/>
              <a:gd name="connsiteY9" fmla="*/ 406400 h 3744907"/>
              <a:gd name="connsiteX10" fmla="*/ 604341 w 5852160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3744907">
                <a:moveTo>
                  <a:pt x="604341" y="0"/>
                </a:moveTo>
                <a:lnTo>
                  <a:pt x="5288102" y="0"/>
                </a:lnTo>
                <a:cubicBezTo>
                  <a:pt x="5512893" y="0"/>
                  <a:pt x="5694503" y="181610"/>
                  <a:pt x="5694503" y="406400"/>
                </a:cubicBezTo>
                <a:lnTo>
                  <a:pt x="5694503" y="3738880"/>
                </a:lnTo>
                <a:lnTo>
                  <a:pt x="5852160" y="3738880"/>
                </a:lnTo>
                <a:lnTo>
                  <a:pt x="5852160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197941" y="3738880"/>
                </a:lnTo>
                <a:lnTo>
                  <a:pt x="197941" y="406400"/>
                </a:lnTo>
                <a:cubicBezTo>
                  <a:pt x="197941" y="181610"/>
                  <a:pt x="379552" y="0"/>
                  <a:pt x="60434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B4835E6-BA1A-8794-2FFC-AF34334346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17641" y="0"/>
            <a:ext cx="5496560" cy="3538220"/>
          </a:xfrm>
          <a:custGeom>
            <a:avLst/>
            <a:gdLst>
              <a:gd name="connsiteX0" fmla="*/ 0 w 5496560"/>
              <a:gd name="connsiteY0" fmla="*/ 0 h 3538220"/>
              <a:gd name="connsiteX1" fmla="*/ 5496560 w 5496560"/>
              <a:gd name="connsiteY1" fmla="*/ 0 h 3538220"/>
              <a:gd name="connsiteX2" fmla="*/ 5496560 w 5496560"/>
              <a:gd name="connsiteY2" fmla="*/ 20320 h 3538220"/>
              <a:gd name="connsiteX3" fmla="*/ 5496560 w 5496560"/>
              <a:gd name="connsiteY3" fmla="*/ 3131820 h 3538220"/>
              <a:gd name="connsiteX4" fmla="*/ 5090159 w 5496560"/>
              <a:gd name="connsiteY4" fmla="*/ 3538220 h 3538220"/>
              <a:gd name="connsiteX5" fmla="*/ 406399 w 5496560"/>
              <a:gd name="connsiteY5" fmla="*/ 3538220 h 3538220"/>
              <a:gd name="connsiteX6" fmla="*/ 0 w 5496560"/>
              <a:gd name="connsiteY6" fmla="*/ 3131820 h 3538220"/>
              <a:gd name="connsiteX7" fmla="*/ 0 w 5496560"/>
              <a:gd name="connsiteY7" fmla="*/ 20320 h 3538220"/>
              <a:gd name="connsiteX8" fmla="*/ 0 w 5496560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3538220">
                <a:moveTo>
                  <a:pt x="0" y="0"/>
                </a:moveTo>
                <a:lnTo>
                  <a:pt x="5496560" y="0"/>
                </a:lnTo>
                <a:cubicBezTo>
                  <a:pt x="5496560" y="6350"/>
                  <a:pt x="5496560" y="13970"/>
                  <a:pt x="5496560" y="20320"/>
                </a:cubicBezTo>
                <a:lnTo>
                  <a:pt x="5496560" y="3131820"/>
                </a:lnTo>
                <a:cubicBezTo>
                  <a:pt x="5496560" y="3356610"/>
                  <a:pt x="5314949" y="3538220"/>
                  <a:pt x="5090159" y="3538220"/>
                </a:cubicBezTo>
                <a:lnTo>
                  <a:pt x="406399" y="3538220"/>
                </a:lnTo>
                <a:cubicBezTo>
                  <a:pt x="181610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5584FD6-5652-084C-9376-7C6D0E6201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21450" y="3881120"/>
            <a:ext cx="5496560" cy="5772150"/>
          </a:xfrm>
          <a:custGeom>
            <a:avLst/>
            <a:gdLst>
              <a:gd name="connsiteX0" fmla="*/ 406401 w 5496560"/>
              <a:gd name="connsiteY0" fmla="*/ 0 h 5772150"/>
              <a:gd name="connsiteX1" fmla="*/ 5090160 w 5496560"/>
              <a:gd name="connsiteY1" fmla="*/ 0 h 5772150"/>
              <a:gd name="connsiteX2" fmla="*/ 5496560 w 5496560"/>
              <a:gd name="connsiteY2" fmla="*/ 406400 h 5772150"/>
              <a:gd name="connsiteX3" fmla="*/ 5496560 w 5496560"/>
              <a:gd name="connsiteY3" fmla="*/ 5365750 h 5772150"/>
              <a:gd name="connsiteX4" fmla="*/ 5090160 w 5496560"/>
              <a:gd name="connsiteY4" fmla="*/ 5772150 h 5772150"/>
              <a:gd name="connsiteX5" fmla="*/ 406401 w 5496560"/>
              <a:gd name="connsiteY5" fmla="*/ 5772150 h 5772150"/>
              <a:gd name="connsiteX6" fmla="*/ 0 w 5496560"/>
              <a:gd name="connsiteY6" fmla="*/ 5365750 h 5772150"/>
              <a:gd name="connsiteX7" fmla="*/ 0 w 5496560"/>
              <a:gd name="connsiteY7" fmla="*/ 406400 h 5772150"/>
              <a:gd name="connsiteX8" fmla="*/ 406401 w 5496560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5772150">
                <a:moveTo>
                  <a:pt x="406401" y="0"/>
                </a:moveTo>
                <a:lnTo>
                  <a:pt x="5090160" y="0"/>
                </a:lnTo>
                <a:cubicBezTo>
                  <a:pt x="5314950" y="0"/>
                  <a:pt x="5496560" y="181610"/>
                  <a:pt x="5496560" y="406400"/>
                </a:cubicBezTo>
                <a:lnTo>
                  <a:pt x="5496560" y="5365750"/>
                </a:lnTo>
                <a:cubicBezTo>
                  <a:pt x="5496560" y="5590540"/>
                  <a:pt x="5314950" y="5772150"/>
                  <a:pt x="5090160" y="5772150"/>
                </a:cubicBezTo>
                <a:lnTo>
                  <a:pt x="406401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1" y="0"/>
                  <a:pt x="40640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DB655E3-A8F2-C94B-F488-3430864D68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34328" y="9977121"/>
            <a:ext cx="5852158" cy="3744907"/>
          </a:xfrm>
          <a:custGeom>
            <a:avLst/>
            <a:gdLst>
              <a:gd name="connsiteX0" fmla="*/ 594795 w 5852158"/>
              <a:gd name="connsiteY0" fmla="*/ 0 h 3744907"/>
              <a:gd name="connsiteX1" fmla="*/ 5278554 w 5852158"/>
              <a:gd name="connsiteY1" fmla="*/ 0 h 3744907"/>
              <a:gd name="connsiteX2" fmla="*/ 5684953 w 5852158"/>
              <a:gd name="connsiteY2" fmla="*/ 406400 h 3744907"/>
              <a:gd name="connsiteX3" fmla="*/ 5684953 w 5852158"/>
              <a:gd name="connsiteY3" fmla="*/ 3738880 h 3744907"/>
              <a:gd name="connsiteX4" fmla="*/ 5852158 w 5852158"/>
              <a:gd name="connsiteY4" fmla="*/ 3738880 h 3744907"/>
              <a:gd name="connsiteX5" fmla="*/ 5852158 w 5852158"/>
              <a:gd name="connsiteY5" fmla="*/ 3744907 h 3744907"/>
              <a:gd name="connsiteX6" fmla="*/ 0 w 5852158"/>
              <a:gd name="connsiteY6" fmla="*/ 3744907 h 3744907"/>
              <a:gd name="connsiteX7" fmla="*/ 0 w 5852158"/>
              <a:gd name="connsiteY7" fmla="*/ 3738880 h 3744907"/>
              <a:gd name="connsiteX8" fmla="*/ 188394 w 5852158"/>
              <a:gd name="connsiteY8" fmla="*/ 3738880 h 3744907"/>
              <a:gd name="connsiteX9" fmla="*/ 188394 w 5852158"/>
              <a:gd name="connsiteY9" fmla="*/ 406400 h 3744907"/>
              <a:gd name="connsiteX10" fmla="*/ 594795 w 5852158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58" h="3744907">
                <a:moveTo>
                  <a:pt x="594795" y="0"/>
                </a:moveTo>
                <a:lnTo>
                  <a:pt x="5278554" y="0"/>
                </a:lnTo>
                <a:cubicBezTo>
                  <a:pt x="5503343" y="0"/>
                  <a:pt x="5684953" y="181610"/>
                  <a:pt x="5684953" y="406400"/>
                </a:cubicBezTo>
                <a:lnTo>
                  <a:pt x="5684953" y="3738880"/>
                </a:lnTo>
                <a:lnTo>
                  <a:pt x="5852158" y="3738880"/>
                </a:lnTo>
                <a:lnTo>
                  <a:pt x="5852158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188394" y="3738880"/>
                </a:lnTo>
                <a:lnTo>
                  <a:pt x="188394" y="406400"/>
                </a:lnTo>
                <a:cubicBezTo>
                  <a:pt x="188394" y="181610"/>
                  <a:pt x="370005" y="0"/>
                  <a:pt x="5947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926B289-C137-116E-AE5C-79A731FECC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2358370" y="0"/>
            <a:ext cx="5496560" cy="3538220"/>
          </a:xfrm>
          <a:custGeom>
            <a:avLst/>
            <a:gdLst>
              <a:gd name="connsiteX0" fmla="*/ 0 w 5496560"/>
              <a:gd name="connsiteY0" fmla="*/ 0 h 3538220"/>
              <a:gd name="connsiteX1" fmla="*/ 5496560 w 5496560"/>
              <a:gd name="connsiteY1" fmla="*/ 0 h 3538220"/>
              <a:gd name="connsiteX2" fmla="*/ 5496560 w 5496560"/>
              <a:gd name="connsiteY2" fmla="*/ 20320 h 3538220"/>
              <a:gd name="connsiteX3" fmla="*/ 5496560 w 5496560"/>
              <a:gd name="connsiteY3" fmla="*/ 3131820 h 3538220"/>
              <a:gd name="connsiteX4" fmla="*/ 5090160 w 5496560"/>
              <a:gd name="connsiteY4" fmla="*/ 3538220 h 3538220"/>
              <a:gd name="connsiteX5" fmla="*/ 406400 w 5496560"/>
              <a:gd name="connsiteY5" fmla="*/ 3538220 h 3538220"/>
              <a:gd name="connsiteX6" fmla="*/ 0 w 5496560"/>
              <a:gd name="connsiteY6" fmla="*/ 3131820 h 3538220"/>
              <a:gd name="connsiteX7" fmla="*/ 0 w 5496560"/>
              <a:gd name="connsiteY7" fmla="*/ 20320 h 3538220"/>
              <a:gd name="connsiteX8" fmla="*/ 0 w 5496560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3538220">
                <a:moveTo>
                  <a:pt x="0" y="0"/>
                </a:moveTo>
                <a:lnTo>
                  <a:pt x="5496560" y="0"/>
                </a:lnTo>
                <a:cubicBezTo>
                  <a:pt x="5496560" y="6350"/>
                  <a:pt x="5496560" y="13970"/>
                  <a:pt x="5496560" y="20320"/>
                </a:cubicBezTo>
                <a:lnTo>
                  <a:pt x="5496560" y="3131820"/>
                </a:lnTo>
                <a:cubicBezTo>
                  <a:pt x="5496560" y="3356610"/>
                  <a:pt x="5314950" y="3538220"/>
                  <a:pt x="5090160" y="3538220"/>
                </a:cubicBezTo>
                <a:lnTo>
                  <a:pt x="406400" y="3538220"/>
                </a:lnTo>
                <a:cubicBezTo>
                  <a:pt x="181610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498E2EB-2E98-2D10-48D8-BFBC93A859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360910" y="3881120"/>
            <a:ext cx="5496560" cy="5772150"/>
          </a:xfrm>
          <a:custGeom>
            <a:avLst/>
            <a:gdLst>
              <a:gd name="connsiteX0" fmla="*/ 406400 w 5496560"/>
              <a:gd name="connsiteY0" fmla="*/ 0 h 5772150"/>
              <a:gd name="connsiteX1" fmla="*/ 5090160 w 5496560"/>
              <a:gd name="connsiteY1" fmla="*/ 0 h 5772150"/>
              <a:gd name="connsiteX2" fmla="*/ 5496560 w 5496560"/>
              <a:gd name="connsiteY2" fmla="*/ 406400 h 5772150"/>
              <a:gd name="connsiteX3" fmla="*/ 5496560 w 5496560"/>
              <a:gd name="connsiteY3" fmla="*/ 5365750 h 5772150"/>
              <a:gd name="connsiteX4" fmla="*/ 5090160 w 5496560"/>
              <a:gd name="connsiteY4" fmla="*/ 5772150 h 5772150"/>
              <a:gd name="connsiteX5" fmla="*/ 406400 w 5496560"/>
              <a:gd name="connsiteY5" fmla="*/ 5772150 h 5772150"/>
              <a:gd name="connsiteX6" fmla="*/ 0 w 5496560"/>
              <a:gd name="connsiteY6" fmla="*/ 5365750 h 5772150"/>
              <a:gd name="connsiteX7" fmla="*/ 0 w 5496560"/>
              <a:gd name="connsiteY7" fmla="*/ 406400 h 5772150"/>
              <a:gd name="connsiteX8" fmla="*/ 406400 w 5496560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5772150">
                <a:moveTo>
                  <a:pt x="406400" y="0"/>
                </a:moveTo>
                <a:lnTo>
                  <a:pt x="5090160" y="0"/>
                </a:lnTo>
                <a:cubicBezTo>
                  <a:pt x="5314950" y="0"/>
                  <a:pt x="5496560" y="181610"/>
                  <a:pt x="5496560" y="406400"/>
                </a:cubicBezTo>
                <a:lnTo>
                  <a:pt x="5496560" y="5365750"/>
                </a:lnTo>
                <a:cubicBezTo>
                  <a:pt x="5496560" y="5590540"/>
                  <a:pt x="5314950" y="5772150"/>
                  <a:pt x="5090160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522BB57C-2C34-7C06-7ED8-8347612C220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167566" y="9977121"/>
            <a:ext cx="5852160" cy="3744907"/>
          </a:xfrm>
          <a:custGeom>
            <a:avLst/>
            <a:gdLst>
              <a:gd name="connsiteX0" fmla="*/ 601014 w 5852160"/>
              <a:gd name="connsiteY0" fmla="*/ 0 h 3744907"/>
              <a:gd name="connsiteX1" fmla="*/ 5284774 w 5852160"/>
              <a:gd name="connsiteY1" fmla="*/ 0 h 3744907"/>
              <a:gd name="connsiteX2" fmla="*/ 5691174 w 5852160"/>
              <a:gd name="connsiteY2" fmla="*/ 406400 h 3744907"/>
              <a:gd name="connsiteX3" fmla="*/ 5691174 w 5852160"/>
              <a:gd name="connsiteY3" fmla="*/ 3738880 h 3744907"/>
              <a:gd name="connsiteX4" fmla="*/ 5852160 w 5852160"/>
              <a:gd name="connsiteY4" fmla="*/ 3738880 h 3744907"/>
              <a:gd name="connsiteX5" fmla="*/ 5852160 w 5852160"/>
              <a:gd name="connsiteY5" fmla="*/ 3744907 h 3744907"/>
              <a:gd name="connsiteX6" fmla="*/ 0 w 5852160"/>
              <a:gd name="connsiteY6" fmla="*/ 3744907 h 3744907"/>
              <a:gd name="connsiteX7" fmla="*/ 0 w 5852160"/>
              <a:gd name="connsiteY7" fmla="*/ 3738880 h 3744907"/>
              <a:gd name="connsiteX8" fmla="*/ 194614 w 5852160"/>
              <a:gd name="connsiteY8" fmla="*/ 3738880 h 3744907"/>
              <a:gd name="connsiteX9" fmla="*/ 194614 w 5852160"/>
              <a:gd name="connsiteY9" fmla="*/ 406400 h 3744907"/>
              <a:gd name="connsiteX10" fmla="*/ 601014 w 5852160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3744907">
                <a:moveTo>
                  <a:pt x="601014" y="0"/>
                </a:moveTo>
                <a:lnTo>
                  <a:pt x="5284774" y="0"/>
                </a:lnTo>
                <a:cubicBezTo>
                  <a:pt x="5509564" y="0"/>
                  <a:pt x="5691174" y="181610"/>
                  <a:pt x="5691174" y="406400"/>
                </a:cubicBezTo>
                <a:lnTo>
                  <a:pt x="5691174" y="3738880"/>
                </a:lnTo>
                <a:lnTo>
                  <a:pt x="5852160" y="3738880"/>
                </a:lnTo>
                <a:lnTo>
                  <a:pt x="5852160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194614" y="3738880"/>
                </a:lnTo>
                <a:lnTo>
                  <a:pt x="194614" y="406400"/>
                </a:lnTo>
                <a:cubicBezTo>
                  <a:pt x="194614" y="181610"/>
                  <a:pt x="376224" y="0"/>
                  <a:pt x="60101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6B71F0B-63E8-DFF5-6161-3B6F4E2489C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8199100" y="0"/>
            <a:ext cx="5496560" cy="3538220"/>
          </a:xfrm>
          <a:custGeom>
            <a:avLst/>
            <a:gdLst>
              <a:gd name="connsiteX0" fmla="*/ 0 w 5496560"/>
              <a:gd name="connsiteY0" fmla="*/ 0 h 3538220"/>
              <a:gd name="connsiteX1" fmla="*/ 5496560 w 5496560"/>
              <a:gd name="connsiteY1" fmla="*/ 0 h 3538220"/>
              <a:gd name="connsiteX2" fmla="*/ 5496560 w 5496560"/>
              <a:gd name="connsiteY2" fmla="*/ 20320 h 3538220"/>
              <a:gd name="connsiteX3" fmla="*/ 5496560 w 5496560"/>
              <a:gd name="connsiteY3" fmla="*/ 3131820 h 3538220"/>
              <a:gd name="connsiteX4" fmla="*/ 5090160 w 5496560"/>
              <a:gd name="connsiteY4" fmla="*/ 3538220 h 3538220"/>
              <a:gd name="connsiteX5" fmla="*/ 406400 w 5496560"/>
              <a:gd name="connsiteY5" fmla="*/ 3538220 h 3538220"/>
              <a:gd name="connsiteX6" fmla="*/ 0 w 5496560"/>
              <a:gd name="connsiteY6" fmla="*/ 3131820 h 3538220"/>
              <a:gd name="connsiteX7" fmla="*/ 0 w 5496560"/>
              <a:gd name="connsiteY7" fmla="*/ 20320 h 3538220"/>
              <a:gd name="connsiteX8" fmla="*/ 0 w 5496560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3538220">
                <a:moveTo>
                  <a:pt x="0" y="0"/>
                </a:moveTo>
                <a:lnTo>
                  <a:pt x="5496560" y="0"/>
                </a:lnTo>
                <a:cubicBezTo>
                  <a:pt x="5496560" y="6350"/>
                  <a:pt x="5496560" y="13970"/>
                  <a:pt x="5496560" y="20320"/>
                </a:cubicBezTo>
                <a:lnTo>
                  <a:pt x="5496560" y="3131820"/>
                </a:lnTo>
                <a:cubicBezTo>
                  <a:pt x="5496560" y="3356610"/>
                  <a:pt x="5314950" y="3538220"/>
                  <a:pt x="5090160" y="3538220"/>
                </a:cubicBezTo>
                <a:lnTo>
                  <a:pt x="406400" y="3538220"/>
                </a:lnTo>
                <a:cubicBezTo>
                  <a:pt x="181610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6BD3E44-A276-0D87-CD2C-D2EBF9AF106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8199100" y="3881120"/>
            <a:ext cx="5496560" cy="5772150"/>
          </a:xfrm>
          <a:custGeom>
            <a:avLst/>
            <a:gdLst>
              <a:gd name="connsiteX0" fmla="*/ 406400 w 5496560"/>
              <a:gd name="connsiteY0" fmla="*/ 0 h 5772150"/>
              <a:gd name="connsiteX1" fmla="*/ 5090160 w 5496560"/>
              <a:gd name="connsiteY1" fmla="*/ 0 h 5772150"/>
              <a:gd name="connsiteX2" fmla="*/ 5496560 w 5496560"/>
              <a:gd name="connsiteY2" fmla="*/ 406400 h 5772150"/>
              <a:gd name="connsiteX3" fmla="*/ 5496560 w 5496560"/>
              <a:gd name="connsiteY3" fmla="*/ 5365750 h 5772150"/>
              <a:gd name="connsiteX4" fmla="*/ 5090160 w 5496560"/>
              <a:gd name="connsiteY4" fmla="*/ 5772150 h 5772150"/>
              <a:gd name="connsiteX5" fmla="*/ 406400 w 5496560"/>
              <a:gd name="connsiteY5" fmla="*/ 5772150 h 5772150"/>
              <a:gd name="connsiteX6" fmla="*/ 0 w 5496560"/>
              <a:gd name="connsiteY6" fmla="*/ 5365750 h 5772150"/>
              <a:gd name="connsiteX7" fmla="*/ 0 w 5496560"/>
              <a:gd name="connsiteY7" fmla="*/ 406400 h 5772150"/>
              <a:gd name="connsiteX8" fmla="*/ 406400 w 5496560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5772150">
                <a:moveTo>
                  <a:pt x="406400" y="0"/>
                </a:moveTo>
                <a:lnTo>
                  <a:pt x="5090160" y="0"/>
                </a:lnTo>
                <a:cubicBezTo>
                  <a:pt x="5314950" y="0"/>
                  <a:pt x="5496560" y="181610"/>
                  <a:pt x="5496560" y="406400"/>
                </a:cubicBezTo>
                <a:lnTo>
                  <a:pt x="5496560" y="5365750"/>
                </a:lnTo>
                <a:cubicBezTo>
                  <a:pt x="5496560" y="5590540"/>
                  <a:pt x="5314950" y="5772150"/>
                  <a:pt x="5090160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34060603-BD1E-0421-08F0-D3757AAA9AD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000808" y="9977121"/>
            <a:ext cx="5852160" cy="3744907"/>
          </a:xfrm>
          <a:custGeom>
            <a:avLst/>
            <a:gdLst>
              <a:gd name="connsiteX0" fmla="*/ 607232 w 5852160"/>
              <a:gd name="connsiteY0" fmla="*/ 0 h 3744907"/>
              <a:gd name="connsiteX1" fmla="*/ 5290992 w 5852160"/>
              <a:gd name="connsiteY1" fmla="*/ 0 h 3744907"/>
              <a:gd name="connsiteX2" fmla="*/ 5697392 w 5852160"/>
              <a:gd name="connsiteY2" fmla="*/ 406400 h 3744907"/>
              <a:gd name="connsiteX3" fmla="*/ 5697392 w 5852160"/>
              <a:gd name="connsiteY3" fmla="*/ 3738880 h 3744907"/>
              <a:gd name="connsiteX4" fmla="*/ 5852160 w 5852160"/>
              <a:gd name="connsiteY4" fmla="*/ 3738880 h 3744907"/>
              <a:gd name="connsiteX5" fmla="*/ 5852160 w 5852160"/>
              <a:gd name="connsiteY5" fmla="*/ 3744907 h 3744907"/>
              <a:gd name="connsiteX6" fmla="*/ 0 w 5852160"/>
              <a:gd name="connsiteY6" fmla="*/ 3744907 h 3744907"/>
              <a:gd name="connsiteX7" fmla="*/ 0 w 5852160"/>
              <a:gd name="connsiteY7" fmla="*/ 3738880 h 3744907"/>
              <a:gd name="connsiteX8" fmla="*/ 200832 w 5852160"/>
              <a:gd name="connsiteY8" fmla="*/ 3738880 h 3744907"/>
              <a:gd name="connsiteX9" fmla="*/ 200832 w 5852160"/>
              <a:gd name="connsiteY9" fmla="*/ 406400 h 3744907"/>
              <a:gd name="connsiteX10" fmla="*/ 607232 w 5852160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3744907">
                <a:moveTo>
                  <a:pt x="607232" y="0"/>
                </a:moveTo>
                <a:lnTo>
                  <a:pt x="5290992" y="0"/>
                </a:lnTo>
                <a:cubicBezTo>
                  <a:pt x="5515782" y="0"/>
                  <a:pt x="5697392" y="181610"/>
                  <a:pt x="5697392" y="406400"/>
                </a:cubicBezTo>
                <a:lnTo>
                  <a:pt x="5697392" y="3738880"/>
                </a:lnTo>
                <a:lnTo>
                  <a:pt x="5852160" y="3738880"/>
                </a:lnTo>
                <a:lnTo>
                  <a:pt x="5852160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200832" y="3738880"/>
                </a:lnTo>
                <a:lnTo>
                  <a:pt x="200832" y="406400"/>
                </a:lnTo>
                <a:cubicBezTo>
                  <a:pt x="200832" y="181610"/>
                  <a:pt x="382442" y="0"/>
                  <a:pt x="60723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3866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14DBB82-A55D-9984-BCF1-09FD8B022E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5275392" y="0"/>
            <a:ext cx="5495129" cy="5054554"/>
          </a:xfrm>
          <a:custGeom>
            <a:avLst/>
            <a:gdLst>
              <a:gd name="connsiteX0" fmla="*/ 0 w 5495129"/>
              <a:gd name="connsiteY0" fmla="*/ 0 h 5054554"/>
              <a:gd name="connsiteX1" fmla="*/ 5495129 w 5495129"/>
              <a:gd name="connsiteY1" fmla="*/ 0 h 5054554"/>
              <a:gd name="connsiteX2" fmla="*/ 5495129 w 5495129"/>
              <a:gd name="connsiteY2" fmla="*/ 4648259 h 5054554"/>
              <a:gd name="connsiteX3" fmla="*/ 5088835 w 5495129"/>
              <a:gd name="connsiteY3" fmla="*/ 5054554 h 5054554"/>
              <a:gd name="connsiteX4" fmla="*/ 406294 w 5495129"/>
              <a:gd name="connsiteY4" fmla="*/ 5054554 h 5054554"/>
              <a:gd name="connsiteX5" fmla="*/ 0 w 5495129"/>
              <a:gd name="connsiteY5" fmla="*/ 4648259 h 5054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5129" h="5054554">
                <a:moveTo>
                  <a:pt x="0" y="0"/>
                </a:moveTo>
                <a:lnTo>
                  <a:pt x="5495129" y="0"/>
                </a:lnTo>
                <a:lnTo>
                  <a:pt x="5495129" y="4648259"/>
                </a:lnTo>
                <a:cubicBezTo>
                  <a:pt x="5495129" y="4872992"/>
                  <a:pt x="5313565" y="5054554"/>
                  <a:pt x="5088835" y="5054554"/>
                </a:cubicBezTo>
                <a:lnTo>
                  <a:pt x="406294" y="5054554"/>
                </a:lnTo>
                <a:cubicBezTo>
                  <a:pt x="181563" y="5054554"/>
                  <a:pt x="0" y="4872992"/>
                  <a:pt x="0" y="464825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9FDFEE-7BFB-F0C1-E402-65BDC44D50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257973" cy="3530950"/>
          </a:xfrm>
          <a:custGeom>
            <a:avLst/>
            <a:gdLst>
              <a:gd name="connsiteX0" fmla="*/ 0 w 3257973"/>
              <a:gd name="connsiteY0" fmla="*/ 0 h 3530950"/>
              <a:gd name="connsiteX1" fmla="*/ 3257973 w 3257973"/>
              <a:gd name="connsiteY1" fmla="*/ 0 h 3530950"/>
              <a:gd name="connsiteX2" fmla="*/ 3257973 w 3257973"/>
              <a:gd name="connsiteY2" fmla="*/ 3124656 h 3530950"/>
              <a:gd name="connsiteX3" fmla="*/ 2851678 w 3257973"/>
              <a:gd name="connsiteY3" fmla="*/ 3530950 h 3530950"/>
              <a:gd name="connsiteX4" fmla="*/ 0 w 3257973"/>
              <a:gd name="connsiteY4" fmla="*/ 3530950 h 353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7973" h="3530950">
                <a:moveTo>
                  <a:pt x="0" y="0"/>
                </a:moveTo>
                <a:lnTo>
                  <a:pt x="3257973" y="0"/>
                </a:lnTo>
                <a:lnTo>
                  <a:pt x="3257973" y="3124656"/>
                </a:lnTo>
                <a:cubicBezTo>
                  <a:pt x="3257973" y="3349387"/>
                  <a:pt x="3076410" y="3530950"/>
                  <a:pt x="2851678" y="3530950"/>
                </a:cubicBezTo>
                <a:lnTo>
                  <a:pt x="0" y="35309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2EB2EBB1-AC83-8755-CEBC-A86A26E721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861065"/>
            <a:ext cx="3259242" cy="7313295"/>
          </a:xfrm>
          <a:custGeom>
            <a:avLst/>
            <a:gdLst>
              <a:gd name="connsiteX0" fmla="*/ 0 w 3259242"/>
              <a:gd name="connsiteY0" fmla="*/ 0 h 7313295"/>
              <a:gd name="connsiteX1" fmla="*/ 2852948 w 3259242"/>
              <a:gd name="connsiteY1" fmla="*/ 0 h 7313295"/>
              <a:gd name="connsiteX2" fmla="*/ 3259242 w 3259242"/>
              <a:gd name="connsiteY2" fmla="*/ 406295 h 7313295"/>
              <a:gd name="connsiteX3" fmla="*/ 3259242 w 3259242"/>
              <a:gd name="connsiteY3" fmla="*/ 6907001 h 7313295"/>
              <a:gd name="connsiteX4" fmla="*/ 2852948 w 3259242"/>
              <a:gd name="connsiteY4" fmla="*/ 7313295 h 7313295"/>
              <a:gd name="connsiteX5" fmla="*/ 0 w 3259242"/>
              <a:gd name="connsiteY5" fmla="*/ 7313295 h 7313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59242" h="7313295">
                <a:moveTo>
                  <a:pt x="0" y="0"/>
                </a:moveTo>
                <a:lnTo>
                  <a:pt x="2852948" y="0"/>
                </a:lnTo>
                <a:cubicBezTo>
                  <a:pt x="3077679" y="0"/>
                  <a:pt x="3259242" y="181563"/>
                  <a:pt x="3259242" y="406295"/>
                </a:cubicBezTo>
                <a:lnTo>
                  <a:pt x="3259242" y="6907001"/>
                </a:lnTo>
                <a:cubicBezTo>
                  <a:pt x="3259242" y="7131732"/>
                  <a:pt x="3077679" y="7313295"/>
                  <a:pt x="2852948" y="7313295"/>
                </a:cubicBezTo>
                <a:lnTo>
                  <a:pt x="0" y="731329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13C00E19-2AA9-F815-90E6-4AA5650D9C1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1517170"/>
            <a:ext cx="3383280" cy="2198830"/>
          </a:xfrm>
          <a:custGeom>
            <a:avLst/>
            <a:gdLst>
              <a:gd name="connsiteX0" fmla="*/ 0 w 3383280"/>
              <a:gd name="connsiteY0" fmla="*/ 0 h 2198830"/>
              <a:gd name="connsiteX1" fmla="*/ 2852948 w 3383280"/>
              <a:gd name="connsiteY1" fmla="*/ 0 h 2198830"/>
              <a:gd name="connsiteX2" fmla="*/ 3259242 w 3383280"/>
              <a:gd name="connsiteY2" fmla="*/ 406294 h 2198830"/>
              <a:gd name="connsiteX3" fmla="*/ 3259242 w 3383280"/>
              <a:gd name="connsiteY3" fmla="*/ 2195258 h 2198830"/>
              <a:gd name="connsiteX4" fmla="*/ 3383280 w 3383280"/>
              <a:gd name="connsiteY4" fmla="*/ 2195258 h 2198830"/>
              <a:gd name="connsiteX5" fmla="*/ 3383280 w 3383280"/>
              <a:gd name="connsiteY5" fmla="*/ 2198830 h 2198830"/>
              <a:gd name="connsiteX6" fmla="*/ 0 w 3383280"/>
              <a:gd name="connsiteY6" fmla="*/ 2198830 h 2198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3280" h="2198830">
                <a:moveTo>
                  <a:pt x="0" y="0"/>
                </a:moveTo>
                <a:lnTo>
                  <a:pt x="2852948" y="0"/>
                </a:lnTo>
                <a:cubicBezTo>
                  <a:pt x="3077679" y="0"/>
                  <a:pt x="3259242" y="181563"/>
                  <a:pt x="3259242" y="406294"/>
                </a:cubicBezTo>
                <a:lnTo>
                  <a:pt x="3259242" y="2195258"/>
                </a:lnTo>
                <a:lnTo>
                  <a:pt x="3383280" y="2195258"/>
                </a:lnTo>
                <a:lnTo>
                  <a:pt x="3383280" y="2198830"/>
                </a:lnTo>
                <a:lnTo>
                  <a:pt x="0" y="219883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2DCB68-B979-B244-67BD-D01870D46C4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00783" y="1"/>
            <a:ext cx="5495128" cy="1999729"/>
          </a:xfrm>
          <a:custGeom>
            <a:avLst/>
            <a:gdLst>
              <a:gd name="connsiteX0" fmla="*/ 0 w 5495128"/>
              <a:gd name="connsiteY0" fmla="*/ 0 h 1999729"/>
              <a:gd name="connsiteX1" fmla="*/ 5495128 w 5495128"/>
              <a:gd name="connsiteY1" fmla="*/ 0 h 1999729"/>
              <a:gd name="connsiteX2" fmla="*/ 5495128 w 5495128"/>
              <a:gd name="connsiteY2" fmla="*/ 1593435 h 1999729"/>
              <a:gd name="connsiteX3" fmla="*/ 5088834 w 5495128"/>
              <a:gd name="connsiteY3" fmla="*/ 1999729 h 1999729"/>
              <a:gd name="connsiteX4" fmla="*/ 406293 w 5495128"/>
              <a:gd name="connsiteY4" fmla="*/ 1999729 h 1999729"/>
              <a:gd name="connsiteX5" fmla="*/ 0 w 5495128"/>
              <a:gd name="connsiteY5" fmla="*/ 1593435 h 1999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5128" h="1999729">
                <a:moveTo>
                  <a:pt x="0" y="0"/>
                </a:moveTo>
                <a:lnTo>
                  <a:pt x="5495128" y="0"/>
                </a:lnTo>
                <a:lnTo>
                  <a:pt x="5495128" y="1593435"/>
                </a:lnTo>
                <a:cubicBezTo>
                  <a:pt x="5495128" y="1818166"/>
                  <a:pt x="5313565" y="1999729"/>
                  <a:pt x="5088834" y="1999729"/>
                </a:cubicBezTo>
                <a:lnTo>
                  <a:pt x="406293" y="1999729"/>
                </a:lnTo>
                <a:cubicBezTo>
                  <a:pt x="181563" y="1999729"/>
                  <a:pt x="0" y="1818166"/>
                  <a:pt x="0" y="159343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0451EE5-0598-7ADA-E78F-4247741F0CF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38722" y="0"/>
            <a:ext cx="5493858" cy="3530950"/>
          </a:xfrm>
          <a:custGeom>
            <a:avLst/>
            <a:gdLst>
              <a:gd name="connsiteX0" fmla="*/ 0 w 5493858"/>
              <a:gd name="connsiteY0" fmla="*/ 0 h 3530950"/>
              <a:gd name="connsiteX1" fmla="*/ 5493858 w 5493858"/>
              <a:gd name="connsiteY1" fmla="*/ 0 h 3530950"/>
              <a:gd name="connsiteX2" fmla="*/ 5493858 w 5493858"/>
              <a:gd name="connsiteY2" fmla="*/ 3124656 h 3530950"/>
              <a:gd name="connsiteX3" fmla="*/ 5087564 w 5493858"/>
              <a:gd name="connsiteY3" fmla="*/ 3530950 h 3530950"/>
              <a:gd name="connsiteX4" fmla="*/ 406294 w 5493858"/>
              <a:gd name="connsiteY4" fmla="*/ 3530950 h 3530950"/>
              <a:gd name="connsiteX5" fmla="*/ 0 w 5493858"/>
              <a:gd name="connsiteY5" fmla="*/ 3124656 h 353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3858" h="3530950">
                <a:moveTo>
                  <a:pt x="0" y="0"/>
                </a:moveTo>
                <a:lnTo>
                  <a:pt x="5493858" y="0"/>
                </a:lnTo>
                <a:lnTo>
                  <a:pt x="5493858" y="3124656"/>
                </a:lnTo>
                <a:cubicBezTo>
                  <a:pt x="5493858" y="3349387"/>
                  <a:pt x="5312296" y="3530950"/>
                  <a:pt x="5087564" y="3530950"/>
                </a:cubicBezTo>
                <a:lnTo>
                  <a:pt x="406294" y="3530950"/>
                </a:lnTo>
                <a:cubicBezTo>
                  <a:pt x="181562" y="3530950"/>
                  <a:pt x="0" y="3349387"/>
                  <a:pt x="0" y="312465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C77EBCE-5329-AA48-4566-8B2F49C3379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00783" y="2342541"/>
            <a:ext cx="5495128" cy="7298059"/>
          </a:xfrm>
          <a:custGeom>
            <a:avLst/>
            <a:gdLst>
              <a:gd name="connsiteX0" fmla="*/ 406293 w 5495128"/>
              <a:gd name="connsiteY0" fmla="*/ 0 h 7298059"/>
              <a:gd name="connsiteX1" fmla="*/ 5088834 w 5495128"/>
              <a:gd name="connsiteY1" fmla="*/ 0 h 7298059"/>
              <a:gd name="connsiteX2" fmla="*/ 5495128 w 5495128"/>
              <a:gd name="connsiteY2" fmla="*/ 406294 h 7298059"/>
              <a:gd name="connsiteX3" fmla="*/ 5495128 w 5495128"/>
              <a:gd name="connsiteY3" fmla="*/ 6891764 h 7298059"/>
              <a:gd name="connsiteX4" fmla="*/ 5088834 w 5495128"/>
              <a:gd name="connsiteY4" fmla="*/ 7298059 h 7298059"/>
              <a:gd name="connsiteX5" fmla="*/ 406293 w 5495128"/>
              <a:gd name="connsiteY5" fmla="*/ 7298059 h 7298059"/>
              <a:gd name="connsiteX6" fmla="*/ 0 w 5495128"/>
              <a:gd name="connsiteY6" fmla="*/ 6891764 h 7298059"/>
              <a:gd name="connsiteX7" fmla="*/ 0 w 5495128"/>
              <a:gd name="connsiteY7" fmla="*/ 406294 h 7298059"/>
              <a:gd name="connsiteX8" fmla="*/ 406293 w 5495128"/>
              <a:gd name="connsiteY8" fmla="*/ 0 h 7298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28" h="7298059">
                <a:moveTo>
                  <a:pt x="406293" y="0"/>
                </a:moveTo>
                <a:lnTo>
                  <a:pt x="5088834" y="0"/>
                </a:lnTo>
                <a:cubicBezTo>
                  <a:pt x="5313565" y="0"/>
                  <a:pt x="5495128" y="181563"/>
                  <a:pt x="5495128" y="406294"/>
                </a:cubicBezTo>
                <a:lnTo>
                  <a:pt x="5495128" y="6891764"/>
                </a:lnTo>
                <a:cubicBezTo>
                  <a:pt x="5495128" y="7116496"/>
                  <a:pt x="5313565" y="7298059"/>
                  <a:pt x="5088834" y="7298059"/>
                </a:cubicBezTo>
                <a:lnTo>
                  <a:pt x="406293" y="7298059"/>
                </a:lnTo>
                <a:cubicBezTo>
                  <a:pt x="181563" y="7298059"/>
                  <a:pt x="0" y="7116496"/>
                  <a:pt x="0" y="6891764"/>
                </a:cubicBezTo>
                <a:lnTo>
                  <a:pt x="0" y="406294"/>
                </a:lnTo>
                <a:cubicBezTo>
                  <a:pt x="0" y="181563"/>
                  <a:pt x="181563" y="0"/>
                  <a:pt x="40629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A796F040-EEE0-0593-80B3-39177648DE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24576" y="9983410"/>
            <a:ext cx="5852159" cy="3732591"/>
          </a:xfrm>
          <a:custGeom>
            <a:avLst/>
            <a:gdLst>
              <a:gd name="connsiteX0" fmla="*/ 583771 w 5852159"/>
              <a:gd name="connsiteY0" fmla="*/ 0 h 3732591"/>
              <a:gd name="connsiteX1" fmla="*/ 5266311 w 5852159"/>
              <a:gd name="connsiteY1" fmla="*/ 0 h 3732591"/>
              <a:gd name="connsiteX2" fmla="*/ 5672606 w 5852159"/>
              <a:gd name="connsiteY2" fmla="*/ 406294 h 3732591"/>
              <a:gd name="connsiteX3" fmla="*/ 5672606 w 5852159"/>
              <a:gd name="connsiteY3" fmla="*/ 3729019 h 3732591"/>
              <a:gd name="connsiteX4" fmla="*/ 5852159 w 5852159"/>
              <a:gd name="connsiteY4" fmla="*/ 3729019 h 3732591"/>
              <a:gd name="connsiteX5" fmla="*/ 5852159 w 5852159"/>
              <a:gd name="connsiteY5" fmla="*/ 3732591 h 3732591"/>
              <a:gd name="connsiteX6" fmla="*/ 0 w 5852159"/>
              <a:gd name="connsiteY6" fmla="*/ 3732591 h 3732591"/>
              <a:gd name="connsiteX7" fmla="*/ 0 w 5852159"/>
              <a:gd name="connsiteY7" fmla="*/ 3729019 h 3732591"/>
              <a:gd name="connsiteX8" fmla="*/ 177478 w 5852159"/>
              <a:gd name="connsiteY8" fmla="*/ 3729019 h 3732591"/>
              <a:gd name="connsiteX9" fmla="*/ 177478 w 5852159"/>
              <a:gd name="connsiteY9" fmla="*/ 406294 h 3732591"/>
              <a:gd name="connsiteX10" fmla="*/ 583771 w 5852159"/>
              <a:gd name="connsiteY10" fmla="*/ 0 h 3732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59" h="3732591">
                <a:moveTo>
                  <a:pt x="583771" y="0"/>
                </a:moveTo>
                <a:lnTo>
                  <a:pt x="5266311" y="0"/>
                </a:lnTo>
                <a:cubicBezTo>
                  <a:pt x="5491043" y="0"/>
                  <a:pt x="5672606" y="181563"/>
                  <a:pt x="5672606" y="406294"/>
                </a:cubicBezTo>
                <a:lnTo>
                  <a:pt x="5672606" y="3729019"/>
                </a:lnTo>
                <a:lnTo>
                  <a:pt x="5852159" y="3729019"/>
                </a:lnTo>
                <a:lnTo>
                  <a:pt x="5852159" y="3732591"/>
                </a:lnTo>
                <a:lnTo>
                  <a:pt x="0" y="3732591"/>
                </a:lnTo>
                <a:lnTo>
                  <a:pt x="0" y="3729019"/>
                </a:lnTo>
                <a:lnTo>
                  <a:pt x="177478" y="3729019"/>
                </a:lnTo>
                <a:lnTo>
                  <a:pt x="177478" y="406294"/>
                </a:lnTo>
                <a:cubicBezTo>
                  <a:pt x="177478" y="181563"/>
                  <a:pt x="359041" y="0"/>
                  <a:pt x="5837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79118BE-DF78-D7AE-CE1F-951ED6896E6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439991" y="3861065"/>
            <a:ext cx="5493858" cy="7313295"/>
          </a:xfrm>
          <a:custGeom>
            <a:avLst/>
            <a:gdLst>
              <a:gd name="connsiteX0" fmla="*/ 406294 w 5493858"/>
              <a:gd name="connsiteY0" fmla="*/ 0 h 7313295"/>
              <a:gd name="connsiteX1" fmla="*/ 5087564 w 5493858"/>
              <a:gd name="connsiteY1" fmla="*/ 0 h 7313295"/>
              <a:gd name="connsiteX2" fmla="*/ 5493858 w 5493858"/>
              <a:gd name="connsiteY2" fmla="*/ 406295 h 7313295"/>
              <a:gd name="connsiteX3" fmla="*/ 5493858 w 5493858"/>
              <a:gd name="connsiteY3" fmla="*/ 6907001 h 7313295"/>
              <a:gd name="connsiteX4" fmla="*/ 5087564 w 5493858"/>
              <a:gd name="connsiteY4" fmla="*/ 7313295 h 7313295"/>
              <a:gd name="connsiteX5" fmla="*/ 406294 w 5493858"/>
              <a:gd name="connsiteY5" fmla="*/ 7313295 h 7313295"/>
              <a:gd name="connsiteX6" fmla="*/ 0 w 5493858"/>
              <a:gd name="connsiteY6" fmla="*/ 6907001 h 7313295"/>
              <a:gd name="connsiteX7" fmla="*/ 0 w 5493858"/>
              <a:gd name="connsiteY7" fmla="*/ 406295 h 7313295"/>
              <a:gd name="connsiteX8" fmla="*/ 406294 w 5493858"/>
              <a:gd name="connsiteY8" fmla="*/ 0 h 7313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3858" h="7313295">
                <a:moveTo>
                  <a:pt x="406294" y="0"/>
                </a:moveTo>
                <a:lnTo>
                  <a:pt x="5087564" y="0"/>
                </a:lnTo>
                <a:cubicBezTo>
                  <a:pt x="5312297" y="0"/>
                  <a:pt x="5493858" y="181563"/>
                  <a:pt x="5493858" y="406295"/>
                </a:cubicBezTo>
                <a:lnTo>
                  <a:pt x="5493858" y="6907001"/>
                </a:lnTo>
                <a:cubicBezTo>
                  <a:pt x="5493858" y="7131732"/>
                  <a:pt x="5312297" y="7313295"/>
                  <a:pt x="5087564" y="7313295"/>
                </a:cubicBezTo>
                <a:lnTo>
                  <a:pt x="406294" y="7313295"/>
                </a:lnTo>
                <a:cubicBezTo>
                  <a:pt x="181563" y="7313295"/>
                  <a:pt x="0" y="7131732"/>
                  <a:pt x="0" y="6907001"/>
                </a:cubicBezTo>
                <a:lnTo>
                  <a:pt x="0" y="406295"/>
                </a:lnTo>
                <a:cubicBezTo>
                  <a:pt x="0" y="181563"/>
                  <a:pt x="181563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F8012C5E-145F-D256-F54A-74A27668561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307368" y="11517170"/>
            <a:ext cx="5852160" cy="2198830"/>
          </a:xfrm>
          <a:custGeom>
            <a:avLst/>
            <a:gdLst>
              <a:gd name="connsiteX0" fmla="*/ 538917 w 5852160"/>
              <a:gd name="connsiteY0" fmla="*/ 0 h 2198830"/>
              <a:gd name="connsiteX1" fmla="*/ 5220187 w 5852160"/>
              <a:gd name="connsiteY1" fmla="*/ 0 h 2198830"/>
              <a:gd name="connsiteX2" fmla="*/ 5626481 w 5852160"/>
              <a:gd name="connsiteY2" fmla="*/ 406294 h 2198830"/>
              <a:gd name="connsiteX3" fmla="*/ 5626481 w 5852160"/>
              <a:gd name="connsiteY3" fmla="*/ 2195258 h 2198830"/>
              <a:gd name="connsiteX4" fmla="*/ 5852160 w 5852160"/>
              <a:gd name="connsiteY4" fmla="*/ 2195258 h 2198830"/>
              <a:gd name="connsiteX5" fmla="*/ 5852160 w 5852160"/>
              <a:gd name="connsiteY5" fmla="*/ 2198830 h 2198830"/>
              <a:gd name="connsiteX6" fmla="*/ 0 w 5852160"/>
              <a:gd name="connsiteY6" fmla="*/ 2198830 h 2198830"/>
              <a:gd name="connsiteX7" fmla="*/ 0 w 5852160"/>
              <a:gd name="connsiteY7" fmla="*/ 2195258 h 2198830"/>
              <a:gd name="connsiteX8" fmla="*/ 132623 w 5852160"/>
              <a:gd name="connsiteY8" fmla="*/ 2195258 h 2198830"/>
              <a:gd name="connsiteX9" fmla="*/ 132623 w 5852160"/>
              <a:gd name="connsiteY9" fmla="*/ 406294 h 2198830"/>
              <a:gd name="connsiteX10" fmla="*/ 538917 w 5852160"/>
              <a:gd name="connsiteY10" fmla="*/ 0 h 2198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2198830">
                <a:moveTo>
                  <a:pt x="538917" y="0"/>
                </a:moveTo>
                <a:lnTo>
                  <a:pt x="5220187" y="0"/>
                </a:lnTo>
                <a:cubicBezTo>
                  <a:pt x="5444920" y="0"/>
                  <a:pt x="5626481" y="181563"/>
                  <a:pt x="5626481" y="406294"/>
                </a:cubicBezTo>
                <a:lnTo>
                  <a:pt x="5626481" y="2195258"/>
                </a:lnTo>
                <a:lnTo>
                  <a:pt x="5852160" y="2195258"/>
                </a:lnTo>
                <a:lnTo>
                  <a:pt x="5852160" y="2198830"/>
                </a:lnTo>
                <a:lnTo>
                  <a:pt x="0" y="2198830"/>
                </a:lnTo>
                <a:lnTo>
                  <a:pt x="0" y="2195258"/>
                </a:lnTo>
                <a:lnTo>
                  <a:pt x="132623" y="2195258"/>
                </a:lnTo>
                <a:lnTo>
                  <a:pt x="132623" y="406294"/>
                </a:lnTo>
                <a:cubicBezTo>
                  <a:pt x="132623" y="181563"/>
                  <a:pt x="314186" y="0"/>
                  <a:pt x="5389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662FE03-68D3-D1B1-24B8-3347C547BB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1113330" y="1"/>
            <a:ext cx="3264320" cy="3529681"/>
          </a:xfrm>
          <a:custGeom>
            <a:avLst/>
            <a:gdLst>
              <a:gd name="connsiteX0" fmla="*/ 0 w 3264320"/>
              <a:gd name="connsiteY0" fmla="*/ 0 h 3529681"/>
              <a:gd name="connsiteX1" fmla="*/ 3264320 w 3264320"/>
              <a:gd name="connsiteY1" fmla="*/ 0 h 3529681"/>
              <a:gd name="connsiteX2" fmla="*/ 3264320 w 3264320"/>
              <a:gd name="connsiteY2" fmla="*/ 3529681 h 3529681"/>
              <a:gd name="connsiteX3" fmla="*/ 407564 w 3264320"/>
              <a:gd name="connsiteY3" fmla="*/ 3529681 h 3529681"/>
              <a:gd name="connsiteX4" fmla="*/ 1270 w 3264320"/>
              <a:gd name="connsiteY4" fmla="*/ 3123387 h 3529681"/>
              <a:gd name="connsiteX5" fmla="*/ 0 w 3264320"/>
              <a:gd name="connsiteY5" fmla="*/ 3124656 h 352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4320" h="3529681">
                <a:moveTo>
                  <a:pt x="0" y="0"/>
                </a:moveTo>
                <a:lnTo>
                  <a:pt x="3264320" y="0"/>
                </a:lnTo>
                <a:lnTo>
                  <a:pt x="3264320" y="3529681"/>
                </a:lnTo>
                <a:lnTo>
                  <a:pt x="407564" y="3529681"/>
                </a:lnTo>
                <a:cubicBezTo>
                  <a:pt x="182834" y="3529681"/>
                  <a:pt x="1270" y="3348118"/>
                  <a:pt x="1270" y="3123387"/>
                </a:cubicBezTo>
                <a:lnTo>
                  <a:pt x="0" y="31246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E3035DDB-80C6-1348-55BF-DC466924CA3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275392" y="5398634"/>
            <a:ext cx="5495129" cy="7299328"/>
          </a:xfrm>
          <a:custGeom>
            <a:avLst/>
            <a:gdLst>
              <a:gd name="connsiteX0" fmla="*/ 406294 w 5495129"/>
              <a:gd name="connsiteY0" fmla="*/ 0 h 7299328"/>
              <a:gd name="connsiteX1" fmla="*/ 5088835 w 5495129"/>
              <a:gd name="connsiteY1" fmla="*/ 0 h 7299328"/>
              <a:gd name="connsiteX2" fmla="*/ 5495129 w 5495129"/>
              <a:gd name="connsiteY2" fmla="*/ 406294 h 7299328"/>
              <a:gd name="connsiteX3" fmla="*/ 5495129 w 5495129"/>
              <a:gd name="connsiteY3" fmla="*/ 6893034 h 7299328"/>
              <a:gd name="connsiteX4" fmla="*/ 5088835 w 5495129"/>
              <a:gd name="connsiteY4" fmla="*/ 7299328 h 7299328"/>
              <a:gd name="connsiteX5" fmla="*/ 406294 w 5495129"/>
              <a:gd name="connsiteY5" fmla="*/ 7299328 h 7299328"/>
              <a:gd name="connsiteX6" fmla="*/ 0 w 5495129"/>
              <a:gd name="connsiteY6" fmla="*/ 6893034 h 7299328"/>
              <a:gd name="connsiteX7" fmla="*/ 0 w 5495129"/>
              <a:gd name="connsiteY7" fmla="*/ 406294 h 7299328"/>
              <a:gd name="connsiteX8" fmla="*/ 406294 w 5495129"/>
              <a:gd name="connsiteY8" fmla="*/ 0 h 729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29" h="7299328">
                <a:moveTo>
                  <a:pt x="406294" y="0"/>
                </a:moveTo>
                <a:lnTo>
                  <a:pt x="5088835" y="0"/>
                </a:lnTo>
                <a:cubicBezTo>
                  <a:pt x="5313565" y="0"/>
                  <a:pt x="5495129" y="181563"/>
                  <a:pt x="5495129" y="406294"/>
                </a:cubicBezTo>
                <a:lnTo>
                  <a:pt x="5495129" y="6893034"/>
                </a:lnTo>
                <a:cubicBezTo>
                  <a:pt x="5495129" y="7117765"/>
                  <a:pt x="5313565" y="7299328"/>
                  <a:pt x="5088835" y="7299328"/>
                </a:cubicBezTo>
                <a:lnTo>
                  <a:pt x="406294" y="7299328"/>
                </a:lnTo>
                <a:cubicBezTo>
                  <a:pt x="181563" y="7299328"/>
                  <a:pt x="0" y="7117765"/>
                  <a:pt x="0" y="6893034"/>
                </a:cubicBezTo>
                <a:lnTo>
                  <a:pt x="0" y="406294"/>
                </a:lnTo>
                <a:cubicBezTo>
                  <a:pt x="0" y="181563"/>
                  <a:pt x="181563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43F478DF-47E2-182E-B5DA-6C368D15E7E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5190162" y="13155044"/>
            <a:ext cx="5760719" cy="560957"/>
          </a:xfrm>
          <a:custGeom>
            <a:avLst/>
            <a:gdLst>
              <a:gd name="connsiteX0" fmla="*/ 492793 w 5760719"/>
              <a:gd name="connsiteY0" fmla="*/ 0 h 560957"/>
              <a:gd name="connsiteX1" fmla="*/ 5175335 w 5760719"/>
              <a:gd name="connsiteY1" fmla="*/ 0 h 560957"/>
              <a:gd name="connsiteX2" fmla="*/ 5581629 w 5760719"/>
              <a:gd name="connsiteY2" fmla="*/ 406294 h 560957"/>
              <a:gd name="connsiteX3" fmla="*/ 5581629 w 5760719"/>
              <a:gd name="connsiteY3" fmla="*/ 557385 h 560957"/>
              <a:gd name="connsiteX4" fmla="*/ 5760719 w 5760719"/>
              <a:gd name="connsiteY4" fmla="*/ 557385 h 560957"/>
              <a:gd name="connsiteX5" fmla="*/ 5760719 w 5760719"/>
              <a:gd name="connsiteY5" fmla="*/ 560957 h 560957"/>
              <a:gd name="connsiteX6" fmla="*/ 0 w 5760719"/>
              <a:gd name="connsiteY6" fmla="*/ 560957 h 560957"/>
              <a:gd name="connsiteX7" fmla="*/ 0 w 5760719"/>
              <a:gd name="connsiteY7" fmla="*/ 557385 h 560957"/>
              <a:gd name="connsiteX8" fmla="*/ 86499 w 5760719"/>
              <a:gd name="connsiteY8" fmla="*/ 557385 h 560957"/>
              <a:gd name="connsiteX9" fmla="*/ 86499 w 5760719"/>
              <a:gd name="connsiteY9" fmla="*/ 406294 h 560957"/>
              <a:gd name="connsiteX10" fmla="*/ 492793 w 5760719"/>
              <a:gd name="connsiteY10" fmla="*/ 0 h 560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60719" h="560957">
                <a:moveTo>
                  <a:pt x="492793" y="0"/>
                </a:moveTo>
                <a:lnTo>
                  <a:pt x="5175335" y="0"/>
                </a:lnTo>
                <a:cubicBezTo>
                  <a:pt x="5400065" y="0"/>
                  <a:pt x="5581629" y="181563"/>
                  <a:pt x="5581629" y="406294"/>
                </a:cubicBezTo>
                <a:lnTo>
                  <a:pt x="5581629" y="557385"/>
                </a:lnTo>
                <a:lnTo>
                  <a:pt x="5760719" y="557385"/>
                </a:lnTo>
                <a:lnTo>
                  <a:pt x="5760719" y="560957"/>
                </a:lnTo>
                <a:lnTo>
                  <a:pt x="0" y="560957"/>
                </a:lnTo>
                <a:lnTo>
                  <a:pt x="0" y="557385"/>
                </a:lnTo>
                <a:lnTo>
                  <a:pt x="86499" y="557385"/>
                </a:lnTo>
                <a:lnTo>
                  <a:pt x="86499" y="406294"/>
                </a:lnTo>
                <a:cubicBezTo>
                  <a:pt x="86499" y="181563"/>
                  <a:pt x="268062" y="0"/>
                  <a:pt x="49279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20BB2455-D339-7E73-D7B9-575A8EE6806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1114600" y="3991841"/>
            <a:ext cx="3263050" cy="7299329"/>
          </a:xfrm>
          <a:custGeom>
            <a:avLst/>
            <a:gdLst>
              <a:gd name="connsiteX0" fmla="*/ 406294 w 3263050"/>
              <a:gd name="connsiteY0" fmla="*/ 0 h 7299329"/>
              <a:gd name="connsiteX1" fmla="*/ 3263050 w 3263050"/>
              <a:gd name="connsiteY1" fmla="*/ 0 h 7299329"/>
              <a:gd name="connsiteX2" fmla="*/ 3263050 w 3263050"/>
              <a:gd name="connsiteY2" fmla="*/ 7299329 h 7299329"/>
              <a:gd name="connsiteX3" fmla="*/ 406294 w 3263050"/>
              <a:gd name="connsiteY3" fmla="*/ 7299329 h 7299329"/>
              <a:gd name="connsiteX4" fmla="*/ 0 w 3263050"/>
              <a:gd name="connsiteY4" fmla="*/ 6893034 h 7299329"/>
              <a:gd name="connsiteX5" fmla="*/ 0 w 3263050"/>
              <a:gd name="connsiteY5" fmla="*/ 406294 h 7299329"/>
              <a:gd name="connsiteX6" fmla="*/ 406294 w 3263050"/>
              <a:gd name="connsiteY6" fmla="*/ 0 h 7299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63050" h="7299329">
                <a:moveTo>
                  <a:pt x="406294" y="0"/>
                </a:moveTo>
                <a:lnTo>
                  <a:pt x="3263050" y="0"/>
                </a:lnTo>
                <a:lnTo>
                  <a:pt x="3263050" y="7299329"/>
                </a:lnTo>
                <a:lnTo>
                  <a:pt x="406294" y="7299329"/>
                </a:lnTo>
                <a:cubicBezTo>
                  <a:pt x="181564" y="7299329"/>
                  <a:pt x="0" y="7117766"/>
                  <a:pt x="0" y="6893034"/>
                </a:cubicBezTo>
                <a:lnTo>
                  <a:pt x="0" y="406294"/>
                </a:lnTo>
                <a:cubicBezTo>
                  <a:pt x="0" y="181563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C08E80BD-DC38-A3CA-2560-201DD93B5EC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922342" y="11633980"/>
            <a:ext cx="3455306" cy="2082021"/>
          </a:xfrm>
          <a:custGeom>
            <a:avLst/>
            <a:gdLst>
              <a:gd name="connsiteX0" fmla="*/ 598552 w 3455306"/>
              <a:gd name="connsiteY0" fmla="*/ 0 h 2082021"/>
              <a:gd name="connsiteX1" fmla="*/ 3455306 w 3455306"/>
              <a:gd name="connsiteY1" fmla="*/ 0 h 2082021"/>
              <a:gd name="connsiteX2" fmla="*/ 3455306 w 3455306"/>
              <a:gd name="connsiteY2" fmla="*/ 2082021 h 2082021"/>
              <a:gd name="connsiteX3" fmla="*/ 0 w 3455306"/>
              <a:gd name="connsiteY3" fmla="*/ 2082021 h 2082021"/>
              <a:gd name="connsiteX4" fmla="*/ 0 w 3455306"/>
              <a:gd name="connsiteY4" fmla="*/ 2078449 h 2082021"/>
              <a:gd name="connsiteX5" fmla="*/ 192258 w 3455306"/>
              <a:gd name="connsiteY5" fmla="*/ 2078449 h 2082021"/>
              <a:gd name="connsiteX6" fmla="*/ 192258 w 3455306"/>
              <a:gd name="connsiteY6" fmla="*/ 406294 h 2082021"/>
              <a:gd name="connsiteX7" fmla="*/ 598552 w 3455306"/>
              <a:gd name="connsiteY7" fmla="*/ 0 h 2082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55306" h="2082021">
                <a:moveTo>
                  <a:pt x="598552" y="0"/>
                </a:moveTo>
                <a:lnTo>
                  <a:pt x="3455306" y="0"/>
                </a:lnTo>
                <a:lnTo>
                  <a:pt x="3455306" y="2082021"/>
                </a:lnTo>
                <a:lnTo>
                  <a:pt x="0" y="2082021"/>
                </a:lnTo>
                <a:lnTo>
                  <a:pt x="0" y="2078449"/>
                </a:lnTo>
                <a:lnTo>
                  <a:pt x="192258" y="2078449"/>
                </a:lnTo>
                <a:lnTo>
                  <a:pt x="192258" y="406294"/>
                </a:lnTo>
                <a:cubicBezTo>
                  <a:pt x="192258" y="181563"/>
                  <a:pt x="373822" y="0"/>
                  <a:pt x="5985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860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3240904-9D02-DC8A-BB1C-50D4E0D065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3261" y="692517"/>
            <a:ext cx="7442201" cy="5772150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1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1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0"/>
                  <a:pt x="7442201" y="406400"/>
                </a:cubicBezTo>
                <a:lnTo>
                  <a:pt x="7442201" y="5365751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B8C40F5-E662-4F2E-7915-D4154C5C6C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1" y="6807567"/>
            <a:ext cx="7442201" cy="5772150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0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0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1"/>
                  <a:pt x="7442201" y="406400"/>
                </a:cubicBezTo>
                <a:lnTo>
                  <a:pt x="7442201" y="5365750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805345C-3480-F5D7-F860-81B70C33B5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68360" y="692517"/>
            <a:ext cx="15227300" cy="11887200"/>
          </a:xfrm>
          <a:custGeom>
            <a:avLst/>
            <a:gdLst>
              <a:gd name="connsiteX0" fmla="*/ 406400 w 15227300"/>
              <a:gd name="connsiteY0" fmla="*/ 0 h 11887200"/>
              <a:gd name="connsiteX1" fmla="*/ 14820900 w 15227300"/>
              <a:gd name="connsiteY1" fmla="*/ 0 h 11887200"/>
              <a:gd name="connsiteX2" fmla="*/ 15227300 w 15227300"/>
              <a:gd name="connsiteY2" fmla="*/ 406400 h 11887200"/>
              <a:gd name="connsiteX3" fmla="*/ 15227300 w 15227300"/>
              <a:gd name="connsiteY3" fmla="*/ 11480800 h 11887200"/>
              <a:gd name="connsiteX4" fmla="*/ 14820900 w 15227300"/>
              <a:gd name="connsiteY4" fmla="*/ 11887200 h 11887200"/>
              <a:gd name="connsiteX5" fmla="*/ 406400 w 15227300"/>
              <a:gd name="connsiteY5" fmla="*/ 11887200 h 11887200"/>
              <a:gd name="connsiteX6" fmla="*/ 0 w 15227300"/>
              <a:gd name="connsiteY6" fmla="*/ 11480800 h 11887200"/>
              <a:gd name="connsiteX7" fmla="*/ 0 w 15227300"/>
              <a:gd name="connsiteY7" fmla="*/ 406400 h 11887200"/>
              <a:gd name="connsiteX8" fmla="*/ 406400 w 15227300"/>
              <a:gd name="connsiteY8" fmla="*/ 0 h 1188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27300" h="11887200">
                <a:moveTo>
                  <a:pt x="406400" y="0"/>
                </a:moveTo>
                <a:lnTo>
                  <a:pt x="14820900" y="0"/>
                </a:lnTo>
                <a:cubicBezTo>
                  <a:pt x="15045690" y="0"/>
                  <a:pt x="15227300" y="181610"/>
                  <a:pt x="15227300" y="406400"/>
                </a:cubicBezTo>
                <a:lnTo>
                  <a:pt x="15227300" y="11480800"/>
                </a:lnTo>
                <a:cubicBezTo>
                  <a:pt x="15227300" y="11705590"/>
                  <a:pt x="15045690" y="11887200"/>
                  <a:pt x="14820900" y="11887200"/>
                </a:cubicBezTo>
                <a:lnTo>
                  <a:pt x="406400" y="11887200"/>
                </a:lnTo>
                <a:cubicBezTo>
                  <a:pt x="181610" y="11887200"/>
                  <a:pt x="0" y="11705590"/>
                  <a:pt x="0" y="11480800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C1BBE6-C2CE-4514-6C98-999FC49EBA02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651515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B1ECE5C-4328-4F2A-F2A9-7B18387F76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32765" y="1484242"/>
            <a:ext cx="19114052" cy="10778436"/>
          </a:xfrm>
          <a:prstGeom prst="roundRect">
            <a:avLst>
              <a:gd name="adj" fmla="val 3470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A889DB-11A7-9C6D-8A25-5CA1FFB401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</p:spTree>
    <p:extLst>
      <p:ext uri="{BB962C8B-B14F-4D97-AF65-F5344CB8AC3E}">
        <p14:creationId xmlns:p14="http://schemas.microsoft.com/office/powerpoint/2010/main" val="228501492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bleed Image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07F5DBC0-96F7-CD7A-26CF-F443B3F30CCE}"/>
              </a:ext>
            </a:extLst>
          </p:cNvPr>
          <p:cNvSpPr/>
          <p:nvPr userDrawn="1"/>
        </p:nvSpPr>
        <p:spPr>
          <a:xfrm>
            <a:off x="23336162" y="590412"/>
            <a:ext cx="380546" cy="425614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72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EF40859-7466-4682-05EB-BE7782D03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50" cy="13716000"/>
          </a:xfrm>
          <a:custGeom>
            <a:avLst/>
            <a:gdLst>
              <a:gd name="connsiteX0" fmla="*/ 23526436 w 24377650"/>
              <a:gd name="connsiteY0" fmla="*/ 866292 h 13716000"/>
              <a:gd name="connsiteX1" fmla="*/ 23502728 w 24377650"/>
              <a:gd name="connsiteY1" fmla="*/ 884302 h 13716000"/>
              <a:gd name="connsiteX2" fmla="*/ 23492458 w 24377650"/>
              <a:gd name="connsiteY2" fmla="*/ 987465 h 13716000"/>
              <a:gd name="connsiteX3" fmla="*/ 23526436 w 24377650"/>
              <a:gd name="connsiteY3" fmla="*/ 1016026 h 13716000"/>
              <a:gd name="connsiteX4" fmla="*/ 23560410 w 24377650"/>
              <a:gd name="connsiteY4" fmla="*/ 987465 h 13716000"/>
              <a:gd name="connsiteX5" fmla="*/ 23550142 w 24377650"/>
              <a:gd name="connsiteY5" fmla="*/ 884302 h 13716000"/>
              <a:gd name="connsiteX6" fmla="*/ 23526436 w 24377650"/>
              <a:gd name="connsiteY6" fmla="*/ 866292 h 13716000"/>
              <a:gd name="connsiteX7" fmla="*/ 23608656 w 24377650"/>
              <a:gd name="connsiteY7" fmla="*/ 823263 h 13716000"/>
              <a:gd name="connsiteX8" fmla="*/ 23581174 w 24377650"/>
              <a:gd name="connsiteY8" fmla="*/ 834716 h 13716000"/>
              <a:gd name="connsiteX9" fmla="*/ 23584948 w 24377650"/>
              <a:gd name="connsiteY9" fmla="*/ 864181 h 13716000"/>
              <a:gd name="connsiteX10" fmla="*/ 23669356 w 24377650"/>
              <a:gd name="connsiteY10" fmla="*/ 924693 h 13716000"/>
              <a:gd name="connsiteX11" fmla="*/ 23711110 w 24377650"/>
              <a:gd name="connsiteY11" fmla="*/ 909621 h 13716000"/>
              <a:gd name="connsiteX12" fmla="*/ 23703334 w 24377650"/>
              <a:gd name="connsiteY12" fmla="*/ 865990 h 13716000"/>
              <a:gd name="connsiteX13" fmla="*/ 23608656 w 24377650"/>
              <a:gd name="connsiteY13" fmla="*/ 823263 h 13716000"/>
              <a:gd name="connsiteX14" fmla="*/ 23444214 w 24377650"/>
              <a:gd name="connsiteY14" fmla="*/ 823263 h 13716000"/>
              <a:gd name="connsiteX15" fmla="*/ 23349536 w 24377650"/>
              <a:gd name="connsiteY15" fmla="*/ 865990 h 13716000"/>
              <a:gd name="connsiteX16" fmla="*/ 23341760 w 24377650"/>
              <a:gd name="connsiteY16" fmla="*/ 909623 h 13716000"/>
              <a:gd name="connsiteX17" fmla="*/ 23383514 w 24377650"/>
              <a:gd name="connsiteY17" fmla="*/ 924695 h 13716000"/>
              <a:gd name="connsiteX18" fmla="*/ 23467922 w 24377650"/>
              <a:gd name="connsiteY18" fmla="*/ 864183 h 13716000"/>
              <a:gd name="connsiteX19" fmla="*/ 23471696 w 24377650"/>
              <a:gd name="connsiteY19" fmla="*/ 834718 h 13716000"/>
              <a:gd name="connsiteX20" fmla="*/ 23444214 w 24377650"/>
              <a:gd name="connsiteY20" fmla="*/ 823263 h 13716000"/>
              <a:gd name="connsiteX21" fmla="*/ 23693064 w 24377650"/>
              <a:gd name="connsiteY21" fmla="*/ 680237 h 13716000"/>
              <a:gd name="connsiteX22" fmla="*/ 23669356 w 24377650"/>
              <a:gd name="connsiteY22" fmla="*/ 681744 h 13716000"/>
              <a:gd name="connsiteX23" fmla="*/ 23584948 w 24377650"/>
              <a:gd name="connsiteY23" fmla="*/ 742180 h 13716000"/>
              <a:gd name="connsiteX24" fmla="*/ 23581174 w 24377650"/>
              <a:gd name="connsiteY24" fmla="*/ 771645 h 13716000"/>
              <a:gd name="connsiteX25" fmla="*/ 23608656 w 24377650"/>
              <a:gd name="connsiteY25" fmla="*/ 783099 h 13716000"/>
              <a:gd name="connsiteX26" fmla="*/ 23703334 w 24377650"/>
              <a:gd name="connsiteY26" fmla="*/ 740372 h 13716000"/>
              <a:gd name="connsiteX27" fmla="*/ 23711110 w 24377650"/>
              <a:gd name="connsiteY27" fmla="*/ 696815 h 13716000"/>
              <a:gd name="connsiteX28" fmla="*/ 23693064 w 24377650"/>
              <a:gd name="connsiteY28" fmla="*/ 680237 h 13716000"/>
              <a:gd name="connsiteX29" fmla="*/ 23359834 w 24377650"/>
              <a:gd name="connsiteY29" fmla="*/ 680237 h 13716000"/>
              <a:gd name="connsiteX30" fmla="*/ 23341760 w 24377650"/>
              <a:gd name="connsiteY30" fmla="*/ 696815 h 13716000"/>
              <a:gd name="connsiteX31" fmla="*/ 23349536 w 24377650"/>
              <a:gd name="connsiteY31" fmla="*/ 740448 h 13716000"/>
              <a:gd name="connsiteX32" fmla="*/ 23444214 w 24377650"/>
              <a:gd name="connsiteY32" fmla="*/ 783175 h 13716000"/>
              <a:gd name="connsiteX33" fmla="*/ 23471696 w 24377650"/>
              <a:gd name="connsiteY33" fmla="*/ 771721 h 13716000"/>
              <a:gd name="connsiteX34" fmla="*/ 23467922 w 24377650"/>
              <a:gd name="connsiteY34" fmla="*/ 742255 h 13716000"/>
              <a:gd name="connsiteX35" fmla="*/ 23383514 w 24377650"/>
              <a:gd name="connsiteY35" fmla="*/ 681744 h 13716000"/>
              <a:gd name="connsiteX36" fmla="*/ 23359834 w 24377650"/>
              <a:gd name="connsiteY36" fmla="*/ 680237 h 13716000"/>
              <a:gd name="connsiteX37" fmla="*/ 23526436 w 24377650"/>
              <a:gd name="connsiteY37" fmla="*/ 590412 h 13716000"/>
              <a:gd name="connsiteX38" fmla="*/ 23492458 w 24377650"/>
              <a:gd name="connsiteY38" fmla="*/ 618972 h 13716000"/>
              <a:gd name="connsiteX39" fmla="*/ 23502728 w 24377650"/>
              <a:gd name="connsiteY39" fmla="*/ 722137 h 13716000"/>
              <a:gd name="connsiteX40" fmla="*/ 23526436 w 24377650"/>
              <a:gd name="connsiteY40" fmla="*/ 740147 h 13716000"/>
              <a:gd name="connsiteX41" fmla="*/ 23550142 w 24377650"/>
              <a:gd name="connsiteY41" fmla="*/ 722137 h 13716000"/>
              <a:gd name="connsiteX42" fmla="*/ 23560410 w 24377650"/>
              <a:gd name="connsiteY42" fmla="*/ 618972 h 13716000"/>
              <a:gd name="connsiteX43" fmla="*/ 23526436 w 24377650"/>
              <a:gd name="connsiteY43" fmla="*/ 590412 h 13716000"/>
              <a:gd name="connsiteX44" fmla="*/ 0 w 24377650"/>
              <a:gd name="connsiteY44" fmla="*/ 0 h 13716000"/>
              <a:gd name="connsiteX45" fmla="*/ 24377650 w 24377650"/>
              <a:gd name="connsiteY45" fmla="*/ 0 h 13716000"/>
              <a:gd name="connsiteX46" fmla="*/ 24377650 w 24377650"/>
              <a:gd name="connsiteY46" fmla="*/ 13716000 h 13716000"/>
              <a:gd name="connsiteX47" fmla="*/ 0 w 24377650"/>
              <a:gd name="connsiteY4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4377650" h="13716000">
                <a:moveTo>
                  <a:pt x="23526436" y="866292"/>
                </a:moveTo>
                <a:cubicBezTo>
                  <a:pt x="23512240" y="866292"/>
                  <a:pt x="23504390" y="875787"/>
                  <a:pt x="23502728" y="884302"/>
                </a:cubicBezTo>
                <a:cubicBezTo>
                  <a:pt x="23497744" y="909545"/>
                  <a:pt x="23492234" y="948205"/>
                  <a:pt x="23492458" y="987465"/>
                </a:cubicBezTo>
                <a:cubicBezTo>
                  <a:pt x="23492610" y="1006004"/>
                  <a:pt x="23509222" y="1016026"/>
                  <a:pt x="23526436" y="1016026"/>
                </a:cubicBezTo>
                <a:cubicBezTo>
                  <a:pt x="23543648" y="1016026"/>
                  <a:pt x="23560334" y="1006004"/>
                  <a:pt x="23560410" y="987465"/>
                </a:cubicBezTo>
                <a:cubicBezTo>
                  <a:pt x="23560636" y="948205"/>
                  <a:pt x="23555124" y="909545"/>
                  <a:pt x="23550142" y="884302"/>
                </a:cubicBezTo>
                <a:cubicBezTo>
                  <a:pt x="23548480" y="875787"/>
                  <a:pt x="23540628" y="866292"/>
                  <a:pt x="23526436" y="866292"/>
                </a:cubicBezTo>
                <a:close/>
                <a:moveTo>
                  <a:pt x="23608656" y="823263"/>
                </a:moveTo>
                <a:cubicBezTo>
                  <a:pt x="23600426" y="820474"/>
                  <a:pt x="23588270" y="822509"/>
                  <a:pt x="23581174" y="834716"/>
                </a:cubicBezTo>
                <a:cubicBezTo>
                  <a:pt x="23574076" y="847001"/>
                  <a:pt x="23578454" y="858529"/>
                  <a:pt x="23584948" y="864181"/>
                </a:cubicBezTo>
                <a:cubicBezTo>
                  <a:pt x="23604352" y="881062"/>
                  <a:pt x="23635156" y="905251"/>
                  <a:pt x="23669356" y="924693"/>
                </a:cubicBezTo>
                <a:cubicBezTo>
                  <a:pt x="23685440" y="933887"/>
                  <a:pt x="23702502" y="924543"/>
                  <a:pt x="23711110" y="909621"/>
                </a:cubicBezTo>
                <a:cubicBezTo>
                  <a:pt x="23719716" y="894701"/>
                  <a:pt x="23719338" y="875335"/>
                  <a:pt x="23703334" y="865990"/>
                </a:cubicBezTo>
                <a:cubicBezTo>
                  <a:pt x="23669356" y="846171"/>
                  <a:pt x="23633042" y="831628"/>
                  <a:pt x="23608656" y="823263"/>
                </a:cubicBezTo>
                <a:close/>
                <a:moveTo>
                  <a:pt x="23444214" y="823263"/>
                </a:moveTo>
                <a:cubicBezTo>
                  <a:pt x="23419828" y="831628"/>
                  <a:pt x="23383514" y="846173"/>
                  <a:pt x="23349536" y="865990"/>
                </a:cubicBezTo>
                <a:cubicBezTo>
                  <a:pt x="23333532" y="875335"/>
                  <a:pt x="23333154" y="894777"/>
                  <a:pt x="23341760" y="909623"/>
                </a:cubicBezTo>
                <a:cubicBezTo>
                  <a:pt x="23350368" y="924543"/>
                  <a:pt x="23367354" y="933887"/>
                  <a:pt x="23383514" y="924695"/>
                </a:cubicBezTo>
                <a:cubicBezTo>
                  <a:pt x="23417714" y="905252"/>
                  <a:pt x="23448518" y="881138"/>
                  <a:pt x="23467922" y="864183"/>
                </a:cubicBezTo>
                <a:cubicBezTo>
                  <a:pt x="23474416" y="858531"/>
                  <a:pt x="23478794" y="846927"/>
                  <a:pt x="23471696" y="834718"/>
                </a:cubicBezTo>
                <a:cubicBezTo>
                  <a:pt x="23464600" y="822435"/>
                  <a:pt x="23452444" y="820476"/>
                  <a:pt x="23444214" y="823263"/>
                </a:cubicBezTo>
                <a:close/>
                <a:moveTo>
                  <a:pt x="23693064" y="680237"/>
                </a:moveTo>
                <a:cubicBezTo>
                  <a:pt x="23685724" y="677184"/>
                  <a:pt x="23677438" y="677147"/>
                  <a:pt x="23669356" y="681744"/>
                </a:cubicBezTo>
                <a:cubicBezTo>
                  <a:pt x="23635156" y="701186"/>
                  <a:pt x="23604352" y="725301"/>
                  <a:pt x="23584948" y="742180"/>
                </a:cubicBezTo>
                <a:cubicBezTo>
                  <a:pt x="23578454" y="747831"/>
                  <a:pt x="23574076" y="759438"/>
                  <a:pt x="23581174" y="771645"/>
                </a:cubicBezTo>
                <a:cubicBezTo>
                  <a:pt x="23588270" y="783927"/>
                  <a:pt x="23600426" y="785886"/>
                  <a:pt x="23608656" y="783099"/>
                </a:cubicBezTo>
                <a:cubicBezTo>
                  <a:pt x="23633042" y="774735"/>
                  <a:pt x="23669356" y="760190"/>
                  <a:pt x="23703334" y="740372"/>
                </a:cubicBezTo>
                <a:cubicBezTo>
                  <a:pt x="23719338" y="731102"/>
                  <a:pt x="23719716" y="711735"/>
                  <a:pt x="23711110" y="696815"/>
                </a:cubicBezTo>
                <a:cubicBezTo>
                  <a:pt x="23706804" y="689356"/>
                  <a:pt x="23700406" y="683289"/>
                  <a:pt x="23693064" y="680237"/>
                </a:cubicBezTo>
                <a:close/>
                <a:moveTo>
                  <a:pt x="23359834" y="680237"/>
                </a:moveTo>
                <a:cubicBezTo>
                  <a:pt x="23352482" y="683289"/>
                  <a:pt x="23346066" y="689356"/>
                  <a:pt x="23341760" y="696815"/>
                </a:cubicBezTo>
                <a:cubicBezTo>
                  <a:pt x="23333154" y="711735"/>
                  <a:pt x="23333532" y="731102"/>
                  <a:pt x="23349536" y="740448"/>
                </a:cubicBezTo>
                <a:cubicBezTo>
                  <a:pt x="23383514" y="760266"/>
                  <a:pt x="23419828" y="774811"/>
                  <a:pt x="23444214" y="783175"/>
                </a:cubicBezTo>
                <a:cubicBezTo>
                  <a:pt x="23452444" y="785962"/>
                  <a:pt x="23464600" y="783927"/>
                  <a:pt x="23471696" y="771721"/>
                </a:cubicBezTo>
                <a:cubicBezTo>
                  <a:pt x="23478794" y="759438"/>
                  <a:pt x="23474416" y="747907"/>
                  <a:pt x="23467922" y="742255"/>
                </a:cubicBezTo>
                <a:cubicBezTo>
                  <a:pt x="23448518" y="725301"/>
                  <a:pt x="23417714" y="701186"/>
                  <a:pt x="23383514" y="681744"/>
                </a:cubicBezTo>
                <a:cubicBezTo>
                  <a:pt x="23375472" y="677147"/>
                  <a:pt x="23367186" y="677184"/>
                  <a:pt x="23359834" y="680237"/>
                </a:cubicBezTo>
                <a:close/>
                <a:moveTo>
                  <a:pt x="23526436" y="590412"/>
                </a:moveTo>
                <a:cubicBezTo>
                  <a:pt x="23509222" y="590412"/>
                  <a:pt x="23492610" y="600435"/>
                  <a:pt x="23492458" y="618972"/>
                </a:cubicBezTo>
                <a:cubicBezTo>
                  <a:pt x="23492234" y="658233"/>
                  <a:pt x="23497744" y="696891"/>
                  <a:pt x="23502728" y="722137"/>
                </a:cubicBezTo>
                <a:cubicBezTo>
                  <a:pt x="23504390" y="730651"/>
                  <a:pt x="23512240" y="740147"/>
                  <a:pt x="23526436" y="740147"/>
                </a:cubicBezTo>
                <a:cubicBezTo>
                  <a:pt x="23540628" y="740147"/>
                  <a:pt x="23548480" y="730651"/>
                  <a:pt x="23550142" y="722137"/>
                </a:cubicBezTo>
                <a:cubicBezTo>
                  <a:pt x="23555124" y="696891"/>
                  <a:pt x="23560636" y="658233"/>
                  <a:pt x="23560410" y="618972"/>
                </a:cubicBezTo>
                <a:cubicBezTo>
                  <a:pt x="23560334" y="600435"/>
                  <a:pt x="23543648" y="590412"/>
                  <a:pt x="23526436" y="590412"/>
                </a:cubicBezTo>
                <a:close/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625888A-B925-5B51-4B08-4AA5B5E824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76363" y="2031152"/>
            <a:ext cx="22860000" cy="2518407"/>
          </a:xfrm>
          <a:prstGeom prst="rect">
            <a:avLst/>
          </a:prstGeom>
          <a:noFill/>
        </p:spPr>
        <p:txBody>
          <a:bodyPr lIns="0" anchor="t" anchorCtr="0"/>
          <a:lstStyle>
            <a:lvl1pPr marL="0" indent="0">
              <a:lnSpc>
                <a:spcPts val="12400"/>
              </a:lnSpc>
              <a:spcAft>
                <a:spcPts val="0"/>
              </a:spcAft>
              <a:buNone/>
              <a:defRPr sz="11000" b="0" i="0">
                <a:solidFill>
                  <a:schemeClr val="bg1"/>
                </a:solidFill>
                <a:latin typeface="Everyday Sans Light" pitchFamily="2" charset="77"/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A97EE-1435-8346-65E8-9C3EE762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2625" y="432006"/>
            <a:ext cx="5497513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</p:spTree>
    <p:extLst>
      <p:ext uri="{BB962C8B-B14F-4D97-AF65-F5344CB8AC3E}">
        <p14:creationId xmlns:p14="http://schemas.microsoft.com/office/powerpoint/2010/main" val="35749044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-bleed Image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07F5DBC0-96F7-CD7A-26CF-F443B3F30CCE}"/>
              </a:ext>
            </a:extLst>
          </p:cNvPr>
          <p:cNvSpPr/>
          <p:nvPr userDrawn="1"/>
        </p:nvSpPr>
        <p:spPr>
          <a:xfrm>
            <a:off x="23336162" y="590412"/>
            <a:ext cx="380546" cy="425614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72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EF40859-7466-4682-05EB-BE7782D03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50" cy="13716000"/>
          </a:xfrm>
          <a:custGeom>
            <a:avLst/>
            <a:gdLst>
              <a:gd name="connsiteX0" fmla="*/ 23526436 w 24377650"/>
              <a:gd name="connsiteY0" fmla="*/ 866292 h 13716000"/>
              <a:gd name="connsiteX1" fmla="*/ 23502728 w 24377650"/>
              <a:gd name="connsiteY1" fmla="*/ 884302 h 13716000"/>
              <a:gd name="connsiteX2" fmla="*/ 23492458 w 24377650"/>
              <a:gd name="connsiteY2" fmla="*/ 987465 h 13716000"/>
              <a:gd name="connsiteX3" fmla="*/ 23526436 w 24377650"/>
              <a:gd name="connsiteY3" fmla="*/ 1016026 h 13716000"/>
              <a:gd name="connsiteX4" fmla="*/ 23560410 w 24377650"/>
              <a:gd name="connsiteY4" fmla="*/ 987465 h 13716000"/>
              <a:gd name="connsiteX5" fmla="*/ 23550142 w 24377650"/>
              <a:gd name="connsiteY5" fmla="*/ 884302 h 13716000"/>
              <a:gd name="connsiteX6" fmla="*/ 23526436 w 24377650"/>
              <a:gd name="connsiteY6" fmla="*/ 866292 h 13716000"/>
              <a:gd name="connsiteX7" fmla="*/ 23608656 w 24377650"/>
              <a:gd name="connsiteY7" fmla="*/ 823263 h 13716000"/>
              <a:gd name="connsiteX8" fmla="*/ 23581174 w 24377650"/>
              <a:gd name="connsiteY8" fmla="*/ 834716 h 13716000"/>
              <a:gd name="connsiteX9" fmla="*/ 23584948 w 24377650"/>
              <a:gd name="connsiteY9" fmla="*/ 864181 h 13716000"/>
              <a:gd name="connsiteX10" fmla="*/ 23669356 w 24377650"/>
              <a:gd name="connsiteY10" fmla="*/ 924693 h 13716000"/>
              <a:gd name="connsiteX11" fmla="*/ 23711110 w 24377650"/>
              <a:gd name="connsiteY11" fmla="*/ 909621 h 13716000"/>
              <a:gd name="connsiteX12" fmla="*/ 23703334 w 24377650"/>
              <a:gd name="connsiteY12" fmla="*/ 865990 h 13716000"/>
              <a:gd name="connsiteX13" fmla="*/ 23608656 w 24377650"/>
              <a:gd name="connsiteY13" fmla="*/ 823263 h 13716000"/>
              <a:gd name="connsiteX14" fmla="*/ 23444214 w 24377650"/>
              <a:gd name="connsiteY14" fmla="*/ 823263 h 13716000"/>
              <a:gd name="connsiteX15" fmla="*/ 23349536 w 24377650"/>
              <a:gd name="connsiteY15" fmla="*/ 865990 h 13716000"/>
              <a:gd name="connsiteX16" fmla="*/ 23341760 w 24377650"/>
              <a:gd name="connsiteY16" fmla="*/ 909623 h 13716000"/>
              <a:gd name="connsiteX17" fmla="*/ 23383514 w 24377650"/>
              <a:gd name="connsiteY17" fmla="*/ 924695 h 13716000"/>
              <a:gd name="connsiteX18" fmla="*/ 23467922 w 24377650"/>
              <a:gd name="connsiteY18" fmla="*/ 864183 h 13716000"/>
              <a:gd name="connsiteX19" fmla="*/ 23471696 w 24377650"/>
              <a:gd name="connsiteY19" fmla="*/ 834718 h 13716000"/>
              <a:gd name="connsiteX20" fmla="*/ 23444214 w 24377650"/>
              <a:gd name="connsiteY20" fmla="*/ 823263 h 13716000"/>
              <a:gd name="connsiteX21" fmla="*/ 23693064 w 24377650"/>
              <a:gd name="connsiteY21" fmla="*/ 680237 h 13716000"/>
              <a:gd name="connsiteX22" fmla="*/ 23669356 w 24377650"/>
              <a:gd name="connsiteY22" fmla="*/ 681744 h 13716000"/>
              <a:gd name="connsiteX23" fmla="*/ 23584948 w 24377650"/>
              <a:gd name="connsiteY23" fmla="*/ 742180 h 13716000"/>
              <a:gd name="connsiteX24" fmla="*/ 23581174 w 24377650"/>
              <a:gd name="connsiteY24" fmla="*/ 771645 h 13716000"/>
              <a:gd name="connsiteX25" fmla="*/ 23608656 w 24377650"/>
              <a:gd name="connsiteY25" fmla="*/ 783099 h 13716000"/>
              <a:gd name="connsiteX26" fmla="*/ 23703334 w 24377650"/>
              <a:gd name="connsiteY26" fmla="*/ 740372 h 13716000"/>
              <a:gd name="connsiteX27" fmla="*/ 23711110 w 24377650"/>
              <a:gd name="connsiteY27" fmla="*/ 696815 h 13716000"/>
              <a:gd name="connsiteX28" fmla="*/ 23693064 w 24377650"/>
              <a:gd name="connsiteY28" fmla="*/ 680237 h 13716000"/>
              <a:gd name="connsiteX29" fmla="*/ 23359834 w 24377650"/>
              <a:gd name="connsiteY29" fmla="*/ 680237 h 13716000"/>
              <a:gd name="connsiteX30" fmla="*/ 23341760 w 24377650"/>
              <a:gd name="connsiteY30" fmla="*/ 696815 h 13716000"/>
              <a:gd name="connsiteX31" fmla="*/ 23349536 w 24377650"/>
              <a:gd name="connsiteY31" fmla="*/ 740448 h 13716000"/>
              <a:gd name="connsiteX32" fmla="*/ 23444214 w 24377650"/>
              <a:gd name="connsiteY32" fmla="*/ 783175 h 13716000"/>
              <a:gd name="connsiteX33" fmla="*/ 23471696 w 24377650"/>
              <a:gd name="connsiteY33" fmla="*/ 771721 h 13716000"/>
              <a:gd name="connsiteX34" fmla="*/ 23467922 w 24377650"/>
              <a:gd name="connsiteY34" fmla="*/ 742255 h 13716000"/>
              <a:gd name="connsiteX35" fmla="*/ 23383514 w 24377650"/>
              <a:gd name="connsiteY35" fmla="*/ 681744 h 13716000"/>
              <a:gd name="connsiteX36" fmla="*/ 23359834 w 24377650"/>
              <a:gd name="connsiteY36" fmla="*/ 680237 h 13716000"/>
              <a:gd name="connsiteX37" fmla="*/ 23526436 w 24377650"/>
              <a:gd name="connsiteY37" fmla="*/ 590412 h 13716000"/>
              <a:gd name="connsiteX38" fmla="*/ 23492458 w 24377650"/>
              <a:gd name="connsiteY38" fmla="*/ 618972 h 13716000"/>
              <a:gd name="connsiteX39" fmla="*/ 23502728 w 24377650"/>
              <a:gd name="connsiteY39" fmla="*/ 722137 h 13716000"/>
              <a:gd name="connsiteX40" fmla="*/ 23526436 w 24377650"/>
              <a:gd name="connsiteY40" fmla="*/ 740147 h 13716000"/>
              <a:gd name="connsiteX41" fmla="*/ 23550142 w 24377650"/>
              <a:gd name="connsiteY41" fmla="*/ 722137 h 13716000"/>
              <a:gd name="connsiteX42" fmla="*/ 23560410 w 24377650"/>
              <a:gd name="connsiteY42" fmla="*/ 618972 h 13716000"/>
              <a:gd name="connsiteX43" fmla="*/ 23526436 w 24377650"/>
              <a:gd name="connsiteY43" fmla="*/ 590412 h 13716000"/>
              <a:gd name="connsiteX44" fmla="*/ 0 w 24377650"/>
              <a:gd name="connsiteY44" fmla="*/ 0 h 13716000"/>
              <a:gd name="connsiteX45" fmla="*/ 24377650 w 24377650"/>
              <a:gd name="connsiteY45" fmla="*/ 0 h 13716000"/>
              <a:gd name="connsiteX46" fmla="*/ 24377650 w 24377650"/>
              <a:gd name="connsiteY46" fmla="*/ 13716000 h 13716000"/>
              <a:gd name="connsiteX47" fmla="*/ 0 w 24377650"/>
              <a:gd name="connsiteY4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4377650" h="13716000">
                <a:moveTo>
                  <a:pt x="23526436" y="866292"/>
                </a:moveTo>
                <a:cubicBezTo>
                  <a:pt x="23512240" y="866292"/>
                  <a:pt x="23504390" y="875787"/>
                  <a:pt x="23502728" y="884302"/>
                </a:cubicBezTo>
                <a:cubicBezTo>
                  <a:pt x="23497744" y="909545"/>
                  <a:pt x="23492234" y="948205"/>
                  <a:pt x="23492458" y="987465"/>
                </a:cubicBezTo>
                <a:cubicBezTo>
                  <a:pt x="23492610" y="1006004"/>
                  <a:pt x="23509222" y="1016026"/>
                  <a:pt x="23526436" y="1016026"/>
                </a:cubicBezTo>
                <a:cubicBezTo>
                  <a:pt x="23543648" y="1016026"/>
                  <a:pt x="23560334" y="1006004"/>
                  <a:pt x="23560410" y="987465"/>
                </a:cubicBezTo>
                <a:cubicBezTo>
                  <a:pt x="23560636" y="948205"/>
                  <a:pt x="23555124" y="909545"/>
                  <a:pt x="23550142" y="884302"/>
                </a:cubicBezTo>
                <a:cubicBezTo>
                  <a:pt x="23548480" y="875787"/>
                  <a:pt x="23540628" y="866292"/>
                  <a:pt x="23526436" y="866292"/>
                </a:cubicBezTo>
                <a:close/>
                <a:moveTo>
                  <a:pt x="23608656" y="823263"/>
                </a:moveTo>
                <a:cubicBezTo>
                  <a:pt x="23600426" y="820474"/>
                  <a:pt x="23588270" y="822509"/>
                  <a:pt x="23581174" y="834716"/>
                </a:cubicBezTo>
                <a:cubicBezTo>
                  <a:pt x="23574076" y="847001"/>
                  <a:pt x="23578454" y="858529"/>
                  <a:pt x="23584948" y="864181"/>
                </a:cubicBezTo>
                <a:cubicBezTo>
                  <a:pt x="23604352" y="881062"/>
                  <a:pt x="23635156" y="905251"/>
                  <a:pt x="23669356" y="924693"/>
                </a:cubicBezTo>
                <a:cubicBezTo>
                  <a:pt x="23685440" y="933887"/>
                  <a:pt x="23702502" y="924543"/>
                  <a:pt x="23711110" y="909621"/>
                </a:cubicBezTo>
                <a:cubicBezTo>
                  <a:pt x="23719716" y="894701"/>
                  <a:pt x="23719338" y="875335"/>
                  <a:pt x="23703334" y="865990"/>
                </a:cubicBezTo>
                <a:cubicBezTo>
                  <a:pt x="23669356" y="846171"/>
                  <a:pt x="23633042" y="831628"/>
                  <a:pt x="23608656" y="823263"/>
                </a:cubicBezTo>
                <a:close/>
                <a:moveTo>
                  <a:pt x="23444214" y="823263"/>
                </a:moveTo>
                <a:cubicBezTo>
                  <a:pt x="23419828" y="831628"/>
                  <a:pt x="23383514" y="846173"/>
                  <a:pt x="23349536" y="865990"/>
                </a:cubicBezTo>
                <a:cubicBezTo>
                  <a:pt x="23333532" y="875335"/>
                  <a:pt x="23333154" y="894777"/>
                  <a:pt x="23341760" y="909623"/>
                </a:cubicBezTo>
                <a:cubicBezTo>
                  <a:pt x="23350368" y="924543"/>
                  <a:pt x="23367354" y="933887"/>
                  <a:pt x="23383514" y="924695"/>
                </a:cubicBezTo>
                <a:cubicBezTo>
                  <a:pt x="23417714" y="905252"/>
                  <a:pt x="23448518" y="881138"/>
                  <a:pt x="23467922" y="864183"/>
                </a:cubicBezTo>
                <a:cubicBezTo>
                  <a:pt x="23474416" y="858531"/>
                  <a:pt x="23478794" y="846927"/>
                  <a:pt x="23471696" y="834718"/>
                </a:cubicBezTo>
                <a:cubicBezTo>
                  <a:pt x="23464600" y="822435"/>
                  <a:pt x="23452444" y="820476"/>
                  <a:pt x="23444214" y="823263"/>
                </a:cubicBezTo>
                <a:close/>
                <a:moveTo>
                  <a:pt x="23693064" y="680237"/>
                </a:moveTo>
                <a:cubicBezTo>
                  <a:pt x="23685724" y="677184"/>
                  <a:pt x="23677438" y="677147"/>
                  <a:pt x="23669356" y="681744"/>
                </a:cubicBezTo>
                <a:cubicBezTo>
                  <a:pt x="23635156" y="701186"/>
                  <a:pt x="23604352" y="725301"/>
                  <a:pt x="23584948" y="742180"/>
                </a:cubicBezTo>
                <a:cubicBezTo>
                  <a:pt x="23578454" y="747831"/>
                  <a:pt x="23574076" y="759438"/>
                  <a:pt x="23581174" y="771645"/>
                </a:cubicBezTo>
                <a:cubicBezTo>
                  <a:pt x="23588270" y="783927"/>
                  <a:pt x="23600426" y="785886"/>
                  <a:pt x="23608656" y="783099"/>
                </a:cubicBezTo>
                <a:cubicBezTo>
                  <a:pt x="23633042" y="774735"/>
                  <a:pt x="23669356" y="760190"/>
                  <a:pt x="23703334" y="740372"/>
                </a:cubicBezTo>
                <a:cubicBezTo>
                  <a:pt x="23719338" y="731102"/>
                  <a:pt x="23719716" y="711735"/>
                  <a:pt x="23711110" y="696815"/>
                </a:cubicBezTo>
                <a:cubicBezTo>
                  <a:pt x="23706804" y="689356"/>
                  <a:pt x="23700406" y="683289"/>
                  <a:pt x="23693064" y="680237"/>
                </a:cubicBezTo>
                <a:close/>
                <a:moveTo>
                  <a:pt x="23359834" y="680237"/>
                </a:moveTo>
                <a:cubicBezTo>
                  <a:pt x="23352482" y="683289"/>
                  <a:pt x="23346066" y="689356"/>
                  <a:pt x="23341760" y="696815"/>
                </a:cubicBezTo>
                <a:cubicBezTo>
                  <a:pt x="23333154" y="711735"/>
                  <a:pt x="23333532" y="731102"/>
                  <a:pt x="23349536" y="740448"/>
                </a:cubicBezTo>
                <a:cubicBezTo>
                  <a:pt x="23383514" y="760266"/>
                  <a:pt x="23419828" y="774811"/>
                  <a:pt x="23444214" y="783175"/>
                </a:cubicBezTo>
                <a:cubicBezTo>
                  <a:pt x="23452444" y="785962"/>
                  <a:pt x="23464600" y="783927"/>
                  <a:pt x="23471696" y="771721"/>
                </a:cubicBezTo>
                <a:cubicBezTo>
                  <a:pt x="23478794" y="759438"/>
                  <a:pt x="23474416" y="747907"/>
                  <a:pt x="23467922" y="742255"/>
                </a:cubicBezTo>
                <a:cubicBezTo>
                  <a:pt x="23448518" y="725301"/>
                  <a:pt x="23417714" y="701186"/>
                  <a:pt x="23383514" y="681744"/>
                </a:cubicBezTo>
                <a:cubicBezTo>
                  <a:pt x="23375472" y="677147"/>
                  <a:pt x="23367186" y="677184"/>
                  <a:pt x="23359834" y="680237"/>
                </a:cubicBezTo>
                <a:close/>
                <a:moveTo>
                  <a:pt x="23526436" y="590412"/>
                </a:moveTo>
                <a:cubicBezTo>
                  <a:pt x="23509222" y="590412"/>
                  <a:pt x="23492610" y="600435"/>
                  <a:pt x="23492458" y="618972"/>
                </a:cubicBezTo>
                <a:cubicBezTo>
                  <a:pt x="23492234" y="658233"/>
                  <a:pt x="23497744" y="696891"/>
                  <a:pt x="23502728" y="722137"/>
                </a:cubicBezTo>
                <a:cubicBezTo>
                  <a:pt x="23504390" y="730651"/>
                  <a:pt x="23512240" y="740147"/>
                  <a:pt x="23526436" y="740147"/>
                </a:cubicBezTo>
                <a:cubicBezTo>
                  <a:pt x="23540628" y="740147"/>
                  <a:pt x="23548480" y="730651"/>
                  <a:pt x="23550142" y="722137"/>
                </a:cubicBezTo>
                <a:cubicBezTo>
                  <a:pt x="23555124" y="696891"/>
                  <a:pt x="23560636" y="658233"/>
                  <a:pt x="23560410" y="618972"/>
                </a:cubicBezTo>
                <a:cubicBezTo>
                  <a:pt x="23560334" y="600435"/>
                  <a:pt x="23543648" y="590412"/>
                  <a:pt x="23526436" y="590412"/>
                </a:cubicBezTo>
                <a:close/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A97EE-1435-8346-65E8-9C3EE762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2625" y="432006"/>
            <a:ext cx="5497513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049E6F-37C1-F406-FAD5-E0086AD8B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6" y="2121408"/>
            <a:ext cx="11506199" cy="11887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879065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ull-bleed Image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623BC5BB-5BB1-EA29-E374-D1A483DF54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24387175" cy="13716000"/>
          </a:xfrm>
          <a:custGeom>
            <a:avLst/>
            <a:gdLst>
              <a:gd name="connsiteX0" fmla="*/ 466725 w 12192000"/>
              <a:gd name="connsiteY0" fmla="*/ 887005 h 6858000"/>
              <a:gd name="connsiteX1" fmla="*/ 339725 w 12192000"/>
              <a:gd name="connsiteY1" fmla="*/ 1014005 h 6858000"/>
              <a:gd name="connsiteX2" fmla="*/ 339725 w 12192000"/>
              <a:gd name="connsiteY2" fmla="*/ 1760765 h 6858000"/>
              <a:gd name="connsiteX3" fmla="*/ 466725 w 12192000"/>
              <a:gd name="connsiteY3" fmla="*/ 1887765 h 6858000"/>
              <a:gd name="connsiteX4" fmla="*/ 3895725 w 12192000"/>
              <a:gd name="connsiteY4" fmla="*/ 1887765 h 6858000"/>
              <a:gd name="connsiteX5" fmla="*/ 4022725 w 12192000"/>
              <a:gd name="connsiteY5" fmla="*/ 1760130 h 6858000"/>
              <a:gd name="connsiteX6" fmla="*/ 4022725 w 12192000"/>
              <a:gd name="connsiteY6" fmla="*/ 1014005 h 6858000"/>
              <a:gd name="connsiteX7" fmla="*/ 3895725 w 12192000"/>
              <a:gd name="connsiteY7" fmla="*/ 887005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466725" y="887005"/>
                </a:moveTo>
                <a:cubicBezTo>
                  <a:pt x="396875" y="887005"/>
                  <a:pt x="339725" y="944155"/>
                  <a:pt x="339725" y="1014005"/>
                </a:cubicBezTo>
                <a:lnTo>
                  <a:pt x="339725" y="1760765"/>
                </a:lnTo>
                <a:cubicBezTo>
                  <a:pt x="339725" y="1830615"/>
                  <a:pt x="396875" y="1887765"/>
                  <a:pt x="466725" y="1887765"/>
                </a:cubicBezTo>
                <a:lnTo>
                  <a:pt x="3895725" y="1887765"/>
                </a:lnTo>
                <a:cubicBezTo>
                  <a:pt x="3965575" y="1887765"/>
                  <a:pt x="4022725" y="1830615"/>
                  <a:pt x="4022725" y="1760130"/>
                </a:cubicBezTo>
                <a:lnTo>
                  <a:pt x="4022725" y="1014005"/>
                </a:lnTo>
                <a:cubicBezTo>
                  <a:pt x="4022725" y="944155"/>
                  <a:pt x="3965575" y="887005"/>
                  <a:pt x="3895725" y="88700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2800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625888A-B925-5B51-4B08-4AA5B5E824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76364" y="1773382"/>
            <a:ext cx="7375106" cy="1999013"/>
          </a:xfrm>
          <a:prstGeom prst="roundRect">
            <a:avLst>
              <a:gd name="adj" fmla="val 12698"/>
            </a:avLst>
          </a:prstGeom>
          <a:solidFill>
            <a:schemeClr val="accent4"/>
          </a:solidFill>
        </p:spPr>
        <p:txBody>
          <a:bodyPr lIns="393192" anchor="ctr" anchorCtr="0"/>
          <a:lstStyle>
            <a:lvl1pPr marL="0" indent="0">
              <a:lnSpc>
                <a:spcPts val="4200"/>
              </a:lnSpc>
              <a:spcAft>
                <a:spcPts val="0"/>
              </a:spcAft>
              <a:buNone/>
              <a:defRPr sz="4000" b="1" i="0">
                <a:latin typeface="Everyday Sans Semibold" pitchFamily="2" charset="77"/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9983705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Full-bleed Image Headlin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C0574F5-DF6F-51BE-ACF8-CB1347C43D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24377650" cy="13716000"/>
          </a:xfrm>
          <a:custGeom>
            <a:avLst/>
            <a:gdLst>
              <a:gd name="connsiteX0" fmla="*/ 23526436 w 24377650"/>
              <a:gd name="connsiteY0" fmla="*/ 945645 h 13716000"/>
              <a:gd name="connsiteX1" fmla="*/ 23502728 w 24377650"/>
              <a:gd name="connsiteY1" fmla="*/ 963655 h 13716000"/>
              <a:gd name="connsiteX2" fmla="*/ 23492458 w 24377650"/>
              <a:gd name="connsiteY2" fmla="*/ 1066818 h 13716000"/>
              <a:gd name="connsiteX3" fmla="*/ 23526436 w 24377650"/>
              <a:gd name="connsiteY3" fmla="*/ 1095379 h 13716000"/>
              <a:gd name="connsiteX4" fmla="*/ 23560410 w 24377650"/>
              <a:gd name="connsiteY4" fmla="*/ 1066818 h 13716000"/>
              <a:gd name="connsiteX5" fmla="*/ 23550142 w 24377650"/>
              <a:gd name="connsiteY5" fmla="*/ 963655 h 13716000"/>
              <a:gd name="connsiteX6" fmla="*/ 23526436 w 24377650"/>
              <a:gd name="connsiteY6" fmla="*/ 945645 h 13716000"/>
              <a:gd name="connsiteX7" fmla="*/ 23608656 w 24377650"/>
              <a:gd name="connsiteY7" fmla="*/ 902616 h 13716000"/>
              <a:gd name="connsiteX8" fmla="*/ 23581174 w 24377650"/>
              <a:gd name="connsiteY8" fmla="*/ 914069 h 13716000"/>
              <a:gd name="connsiteX9" fmla="*/ 23584948 w 24377650"/>
              <a:gd name="connsiteY9" fmla="*/ 943534 h 13716000"/>
              <a:gd name="connsiteX10" fmla="*/ 23669356 w 24377650"/>
              <a:gd name="connsiteY10" fmla="*/ 1004046 h 13716000"/>
              <a:gd name="connsiteX11" fmla="*/ 23711110 w 24377650"/>
              <a:gd name="connsiteY11" fmla="*/ 988974 h 13716000"/>
              <a:gd name="connsiteX12" fmla="*/ 23703334 w 24377650"/>
              <a:gd name="connsiteY12" fmla="*/ 945343 h 13716000"/>
              <a:gd name="connsiteX13" fmla="*/ 23608656 w 24377650"/>
              <a:gd name="connsiteY13" fmla="*/ 902616 h 13716000"/>
              <a:gd name="connsiteX14" fmla="*/ 23444214 w 24377650"/>
              <a:gd name="connsiteY14" fmla="*/ 902616 h 13716000"/>
              <a:gd name="connsiteX15" fmla="*/ 23349536 w 24377650"/>
              <a:gd name="connsiteY15" fmla="*/ 945343 h 13716000"/>
              <a:gd name="connsiteX16" fmla="*/ 23341760 w 24377650"/>
              <a:gd name="connsiteY16" fmla="*/ 988976 h 13716000"/>
              <a:gd name="connsiteX17" fmla="*/ 23383514 w 24377650"/>
              <a:gd name="connsiteY17" fmla="*/ 1004048 h 13716000"/>
              <a:gd name="connsiteX18" fmla="*/ 23467922 w 24377650"/>
              <a:gd name="connsiteY18" fmla="*/ 943536 h 13716000"/>
              <a:gd name="connsiteX19" fmla="*/ 23471696 w 24377650"/>
              <a:gd name="connsiteY19" fmla="*/ 914071 h 13716000"/>
              <a:gd name="connsiteX20" fmla="*/ 23444214 w 24377650"/>
              <a:gd name="connsiteY20" fmla="*/ 902616 h 13716000"/>
              <a:gd name="connsiteX21" fmla="*/ 23693064 w 24377650"/>
              <a:gd name="connsiteY21" fmla="*/ 759590 h 13716000"/>
              <a:gd name="connsiteX22" fmla="*/ 23669356 w 24377650"/>
              <a:gd name="connsiteY22" fmla="*/ 761097 h 13716000"/>
              <a:gd name="connsiteX23" fmla="*/ 23584948 w 24377650"/>
              <a:gd name="connsiteY23" fmla="*/ 821533 h 13716000"/>
              <a:gd name="connsiteX24" fmla="*/ 23581174 w 24377650"/>
              <a:gd name="connsiteY24" fmla="*/ 850998 h 13716000"/>
              <a:gd name="connsiteX25" fmla="*/ 23608656 w 24377650"/>
              <a:gd name="connsiteY25" fmla="*/ 862452 h 13716000"/>
              <a:gd name="connsiteX26" fmla="*/ 23703334 w 24377650"/>
              <a:gd name="connsiteY26" fmla="*/ 819725 h 13716000"/>
              <a:gd name="connsiteX27" fmla="*/ 23711110 w 24377650"/>
              <a:gd name="connsiteY27" fmla="*/ 776168 h 13716000"/>
              <a:gd name="connsiteX28" fmla="*/ 23693064 w 24377650"/>
              <a:gd name="connsiteY28" fmla="*/ 759590 h 13716000"/>
              <a:gd name="connsiteX29" fmla="*/ 23359834 w 24377650"/>
              <a:gd name="connsiteY29" fmla="*/ 759590 h 13716000"/>
              <a:gd name="connsiteX30" fmla="*/ 23341760 w 24377650"/>
              <a:gd name="connsiteY30" fmla="*/ 776168 h 13716000"/>
              <a:gd name="connsiteX31" fmla="*/ 23349536 w 24377650"/>
              <a:gd name="connsiteY31" fmla="*/ 819801 h 13716000"/>
              <a:gd name="connsiteX32" fmla="*/ 23444214 w 24377650"/>
              <a:gd name="connsiteY32" fmla="*/ 862528 h 13716000"/>
              <a:gd name="connsiteX33" fmla="*/ 23471696 w 24377650"/>
              <a:gd name="connsiteY33" fmla="*/ 851074 h 13716000"/>
              <a:gd name="connsiteX34" fmla="*/ 23467922 w 24377650"/>
              <a:gd name="connsiteY34" fmla="*/ 821608 h 13716000"/>
              <a:gd name="connsiteX35" fmla="*/ 23383514 w 24377650"/>
              <a:gd name="connsiteY35" fmla="*/ 761097 h 13716000"/>
              <a:gd name="connsiteX36" fmla="*/ 23359834 w 24377650"/>
              <a:gd name="connsiteY36" fmla="*/ 759590 h 13716000"/>
              <a:gd name="connsiteX37" fmla="*/ 23526436 w 24377650"/>
              <a:gd name="connsiteY37" fmla="*/ 669765 h 13716000"/>
              <a:gd name="connsiteX38" fmla="*/ 23492458 w 24377650"/>
              <a:gd name="connsiteY38" fmla="*/ 698324 h 13716000"/>
              <a:gd name="connsiteX39" fmla="*/ 23502728 w 24377650"/>
              <a:gd name="connsiteY39" fmla="*/ 801490 h 13716000"/>
              <a:gd name="connsiteX40" fmla="*/ 23526436 w 24377650"/>
              <a:gd name="connsiteY40" fmla="*/ 819500 h 13716000"/>
              <a:gd name="connsiteX41" fmla="*/ 23550142 w 24377650"/>
              <a:gd name="connsiteY41" fmla="*/ 801490 h 13716000"/>
              <a:gd name="connsiteX42" fmla="*/ 23560410 w 24377650"/>
              <a:gd name="connsiteY42" fmla="*/ 698324 h 13716000"/>
              <a:gd name="connsiteX43" fmla="*/ 23526436 w 24377650"/>
              <a:gd name="connsiteY43" fmla="*/ 669765 h 13716000"/>
              <a:gd name="connsiteX44" fmla="*/ 0 w 24377650"/>
              <a:gd name="connsiteY44" fmla="*/ 0 h 13716000"/>
              <a:gd name="connsiteX45" fmla="*/ 24377650 w 24377650"/>
              <a:gd name="connsiteY45" fmla="*/ 0 h 13716000"/>
              <a:gd name="connsiteX46" fmla="*/ 24377650 w 24377650"/>
              <a:gd name="connsiteY46" fmla="*/ 13716000 h 13716000"/>
              <a:gd name="connsiteX47" fmla="*/ 0 w 24377650"/>
              <a:gd name="connsiteY4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4377650" h="13716000">
                <a:moveTo>
                  <a:pt x="23526436" y="945645"/>
                </a:moveTo>
                <a:cubicBezTo>
                  <a:pt x="23512240" y="945645"/>
                  <a:pt x="23504390" y="955141"/>
                  <a:pt x="23502728" y="963655"/>
                </a:cubicBezTo>
                <a:cubicBezTo>
                  <a:pt x="23497744" y="988898"/>
                  <a:pt x="23492234" y="1027558"/>
                  <a:pt x="23492458" y="1066818"/>
                </a:cubicBezTo>
                <a:cubicBezTo>
                  <a:pt x="23492610" y="1085357"/>
                  <a:pt x="23509222" y="1095379"/>
                  <a:pt x="23526436" y="1095379"/>
                </a:cubicBezTo>
                <a:cubicBezTo>
                  <a:pt x="23543648" y="1095379"/>
                  <a:pt x="23560334" y="1085357"/>
                  <a:pt x="23560410" y="1066818"/>
                </a:cubicBezTo>
                <a:cubicBezTo>
                  <a:pt x="23560636" y="1027558"/>
                  <a:pt x="23555124" y="988898"/>
                  <a:pt x="23550142" y="963655"/>
                </a:cubicBezTo>
                <a:cubicBezTo>
                  <a:pt x="23548480" y="955141"/>
                  <a:pt x="23540628" y="945645"/>
                  <a:pt x="23526436" y="945645"/>
                </a:cubicBezTo>
                <a:close/>
                <a:moveTo>
                  <a:pt x="23608656" y="902616"/>
                </a:moveTo>
                <a:cubicBezTo>
                  <a:pt x="23600426" y="899827"/>
                  <a:pt x="23588270" y="901862"/>
                  <a:pt x="23581174" y="914069"/>
                </a:cubicBezTo>
                <a:cubicBezTo>
                  <a:pt x="23574076" y="926354"/>
                  <a:pt x="23578454" y="937882"/>
                  <a:pt x="23584948" y="943534"/>
                </a:cubicBezTo>
                <a:cubicBezTo>
                  <a:pt x="23604352" y="960415"/>
                  <a:pt x="23635156" y="984603"/>
                  <a:pt x="23669356" y="1004046"/>
                </a:cubicBezTo>
                <a:cubicBezTo>
                  <a:pt x="23685440" y="1013240"/>
                  <a:pt x="23702502" y="1003896"/>
                  <a:pt x="23711110" y="988974"/>
                </a:cubicBezTo>
                <a:cubicBezTo>
                  <a:pt x="23719716" y="974054"/>
                  <a:pt x="23719338" y="954688"/>
                  <a:pt x="23703334" y="945343"/>
                </a:cubicBezTo>
                <a:cubicBezTo>
                  <a:pt x="23669356" y="925524"/>
                  <a:pt x="23633042" y="910981"/>
                  <a:pt x="23608656" y="902616"/>
                </a:cubicBezTo>
                <a:close/>
                <a:moveTo>
                  <a:pt x="23444214" y="902616"/>
                </a:moveTo>
                <a:cubicBezTo>
                  <a:pt x="23419828" y="910981"/>
                  <a:pt x="23383514" y="925526"/>
                  <a:pt x="23349536" y="945343"/>
                </a:cubicBezTo>
                <a:cubicBezTo>
                  <a:pt x="23333532" y="954688"/>
                  <a:pt x="23333154" y="974130"/>
                  <a:pt x="23341760" y="988976"/>
                </a:cubicBezTo>
                <a:cubicBezTo>
                  <a:pt x="23350368" y="1003896"/>
                  <a:pt x="23367354" y="1013240"/>
                  <a:pt x="23383514" y="1004048"/>
                </a:cubicBezTo>
                <a:cubicBezTo>
                  <a:pt x="23417714" y="984605"/>
                  <a:pt x="23448518" y="960491"/>
                  <a:pt x="23467922" y="943536"/>
                </a:cubicBezTo>
                <a:cubicBezTo>
                  <a:pt x="23474416" y="937884"/>
                  <a:pt x="23478794" y="926280"/>
                  <a:pt x="23471696" y="914071"/>
                </a:cubicBezTo>
                <a:cubicBezTo>
                  <a:pt x="23464600" y="901788"/>
                  <a:pt x="23452444" y="899829"/>
                  <a:pt x="23444214" y="902616"/>
                </a:cubicBezTo>
                <a:close/>
                <a:moveTo>
                  <a:pt x="23693064" y="759590"/>
                </a:moveTo>
                <a:cubicBezTo>
                  <a:pt x="23685724" y="756537"/>
                  <a:pt x="23677438" y="756500"/>
                  <a:pt x="23669356" y="761097"/>
                </a:cubicBezTo>
                <a:cubicBezTo>
                  <a:pt x="23635156" y="780539"/>
                  <a:pt x="23604352" y="804654"/>
                  <a:pt x="23584948" y="821533"/>
                </a:cubicBezTo>
                <a:cubicBezTo>
                  <a:pt x="23578454" y="827184"/>
                  <a:pt x="23574076" y="838791"/>
                  <a:pt x="23581174" y="850998"/>
                </a:cubicBezTo>
                <a:cubicBezTo>
                  <a:pt x="23588270" y="863280"/>
                  <a:pt x="23600426" y="865239"/>
                  <a:pt x="23608656" y="862452"/>
                </a:cubicBezTo>
                <a:cubicBezTo>
                  <a:pt x="23633042" y="854088"/>
                  <a:pt x="23669356" y="839543"/>
                  <a:pt x="23703334" y="819725"/>
                </a:cubicBezTo>
                <a:cubicBezTo>
                  <a:pt x="23719338" y="810455"/>
                  <a:pt x="23719716" y="791088"/>
                  <a:pt x="23711110" y="776168"/>
                </a:cubicBezTo>
                <a:cubicBezTo>
                  <a:pt x="23706804" y="768709"/>
                  <a:pt x="23700406" y="762642"/>
                  <a:pt x="23693064" y="759590"/>
                </a:cubicBezTo>
                <a:close/>
                <a:moveTo>
                  <a:pt x="23359834" y="759590"/>
                </a:moveTo>
                <a:cubicBezTo>
                  <a:pt x="23352482" y="762642"/>
                  <a:pt x="23346066" y="768709"/>
                  <a:pt x="23341760" y="776168"/>
                </a:cubicBezTo>
                <a:cubicBezTo>
                  <a:pt x="23333154" y="791088"/>
                  <a:pt x="23333532" y="810455"/>
                  <a:pt x="23349536" y="819801"/>
                </a:cubicBezTo>
                <a:cubicBezTo>
                  <a:pt x="23383514" y="839619"/>
                  <a:pt x="23419828" y="854164"/>
                  <a:pt x="23444214" y="862528"/>
                </a:cubicBezTo>
                <a:cubicBezTo>
                  <a:pt x="23452444" y="865315"/>
                  <a:pt x="23464600" y="863280"/>
                  <a:pt x="23471696" y="851074"/>
                </a:cubicBezTo>
                <a:cubicBezTo>
                  <a:pt x="23478794" y="838791"/>
                  <a:pt x="23474416" y="827260"/>
                  <a:pt x="23467922" y="821608"/>
                </a:cubicBezTo>
                <a:cubicBezTo>
                  <a:pt x="23448518" y="804654"/>
                  <a:pt x="23417714" y="780539"/>
                  <a:pt x="23383514" y="761097"/>
                </a:cubicBezTo>
                <a:cubicBezTo>
                  <a:pt x="23375472" y="756500"/>
                  <a:pt x="23367186" y="756537"/>
                  <a:pt x="23359834" y="759590"/>
                </a:cubicBezTo>
                <a:close/>
                <a:moveTo>
                  <a:pt x="23526436" y="669765"/>
                </a:moveTo>
                <a:cubicBezTo>
                  <a:pt x="23509222" y="669765"/>
                  <a:pt x="23492610" y="679788"/>
                  <a:pt x="23492458" y="698324"/>
                </a:cubicBezTo>
                <a:cubicBezTo>
                  <a:pt x="23492234" y="737586"/>
                  <a:pt x="23497744" y="776244"/>
                  <a:pt x="23502728" y="801490"/>
                </a:cubicBezTo>
                <a:cubicBezTo>
                  <a:pt x="23504390" y="810004"/>
                  <a:pt x="23512240" y="819500"/>
                  <a:pt x="23526436" y="819500"/>
                </a:cubicBezTo>
                <a:cubicBezTo>
                  <a:pt x="23540628" y="819500"/>
                  <a:pt x="23548480" y="810004"/>
                  <a:pt x="23550142" y="801490"/>
                </a:cubicBezTo>
                <a:cubicBezTo>
                  <a:pt x="23555124" y="776244"/>
                  <a:pt x="23560636" y="737586"/>
                  <a:pt x="23560410" y="698324"/>
                </a:cubicBezTo>
                <a:cubicBezTo>
                  <a:pt x="23560334" y="679788"/>
                  <a:pt x="23543648" y="669765"/>
                  <a:pt x="23526436" y="669765"/>
                </a:cubicBezTo>
                <a:close/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625888A-B925-5B51-4B08-4AA5B5E824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76364" y="1773382"/>
            <a:ext cx="7375106" cy="1999013"/>
          </a:xfrm>
          <a:prstGeom prst="rect">
            <a:avLst/>
          </a:prstGeom>
          <a:noFill/>
        </p:spPr>
        <p:txBody>
          <a:bodyPr lIns="0" anchor="ctr" anchorCtr="0"/>
          <a:lstStyle>
            <a:lvl1pPr marL="0" indent="0" algn="l">
              <a:lnSpc>
                <a:spcPts val="4200"/>
              </a:lnSpc>
              <a:spcAft>
                <a:spcPts val="0"/>
              </a:spcAft>
              <a:buNone/>
              <a:defRPr sz="4000" b="1" i="0">
                <a:solidFill>
                  <a:schemeClr val="bg1"/>
                </a:solidFill>
                <a:latin typeface="Everyday Sans Semibold" pitchFamily="2" charset="77"/>
              </a:defRPr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EB081189-3B97-1062-8ABE-26151B77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2625" y="420432"/>
            <a:ext cx="5497513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82E9361-C005-EA47-9AFB-69DFC6F08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31737" y="12735753"/>
            <a:ext cx="548497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5754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/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8789" y="2985871"/>
            <a:ext cx="11873805" cy="6858217"/>
          </a:xfrm>
        </p:spPr>
        <p:txBody>
          <a:bodyPr/>
          <a:lstStyle>
            <a:lvl1pPr>
              <a:lnSpc>
                <a:spcPts val="9400"/>
              </a:lnSpc>
              <a:spcAft>
                <a:spcPts val="0"/>
              </a:spcAft>
              <a:defRPr sz="8000" b="0" i="0">
                <a:latin typeface="Everyday Sans Light" pitchFamily="2" charset="77"/>
              </a:defRPr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18741" y="10809016"/>
            <a:ext cx="11873805" cy="981076"/>
          </a:xfrm>
        </p:spPr>
        <p:txBody>
          <a:bodyPr/>
          <a:lstStyle>
            <a:lvl1pPr marL="0" indent="0">
              <a:lnSpc>
                <a:spcPts val="3400"/>
              </a:lnSpc>
              <a:spcAft>
                <a:spcPts val="0"/>
              </a:spcAft>
              <a:buNone/>
              <a:defRPr sz="2600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Professional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0B777-BE0B-A28F-4479-987F0E5099C7}"/>
              </a:ext>
            </a:extLst>
          </p:cNvPr>
          <p:cNvSpPr txBox="1"/>
          <p:nvPr userDrawn="1"/>
        </p:nvSpPr>
        <p:spPr>
          <a:xfrm>
            <a:off x="1284293" y="3053777"/>
            <a:ext cx="5207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8400"/>
              </a:lnSpc>
            </a:pPr>
            <a:r>
              <a:rPr lang="en-US" sz="8000" b="0" i="0">
                <a:solidFill>
                  <a:schemeClr val="accent1"/>
                </a:solidFill>
                <a:latin typeface="Everyday Sans Light" pitchFamily="2" charset="77"/>
              </a:rPr>
              <a:t>“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6A87A5E-9B1F-A793-1C5F-2B173C494C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310911" y="2214562"/>
            <a:ext cx="9379026" cy="10366701"/>
          </a:xfrm>
          <a:prstGeom prst="roundRect">
            <a:avLst>
              <a:gd name="adj" fmla="val 4161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FE37B2FC-39CF-4D72-DB7B-6CE63F190FB5}"/>
              </a:ext>
            </a:extLst>
          </p:cNvPr>
          <p:cNvSpPr/>
          <p:nvPr/>
        </p:nvSpPr>
        <p:spPr>
          <a:xfrm>
            <a:off x="712121" y="2239771"/>
            <a:ext cx="13268040" cy="10341492"/>
          </a:xfrm>
          <a:custGeom>
            <a:avLst/>
            <a:gdLst>
              <a:gd name="connsiteX0" fmla="*/ 4093464 w 4223003"/>
              <a:gd name="connsiteY0" fmla="*/ 0 h 3291530"/>
              <a:gd name="connsiteX1" fmla="*/ 4223004 w 4223003"/>
              <a:gd name="connsiteY1" fmla="*/ 129540 h 3291530"/>
              <a:gd name="connsiteX2" fmla="*/ 4223004 w 4223003"/>
              <a:gd name="connsiteY2" fmla="*/ 3161991 h 3291530"/>
              <a:gd name="connsiteX3" fmla="*/ 4093464 w 4223003"/>
              <a:gd name="connsiteY3" fmla="*/ 3291531 h 3291530"/>
              <a:gd name="connsiteX4" fmla="*/ 129540 w 4223003"/>
              <a:gd name="connsiteY4" fmla="*/ 3291531 h 3291530"/>
              <a:gd name="connsiteX5" fmla="*/ 0 w 4223003"/>
              <a:gd name="connsiteY5" fmla="*/ 3161991 h 3291530"/>
              <a:gd name="connsiteX6" fmla="*/ 0 w 4223003"/>
              <a:gd name="connsiteY6" fmla="*/ 129540 h 3291530"/>
              <a:gd name="connsiteX7" fmla="*/ 129540 w 4223003"/>
              <a:gd name="connsiteY7" fmla="*/ 0 h 329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23003" h="3291530">
                <a:moveTo>
                  <a:pt x="4093464" y="0"/>
                </a:moveTo>
                <a:cubicBezTo>
                  <a:pt x="4165007" y="0"/>
                  <a:pt x="4223004" y="57997"/>
                  <a:pt x="4223004" y="129540"/>
                </a:cubicBezTo>
                <a:lnTo>
                  <a:pt x="4223004" y="3161991"/>
                </a:lnTo>
                <a:cubicBezTo>
                  <a:pt x="4223004" y="3233533"/>
                  <a:pt x="4165007" y="3291531"/>
                  <a:pt x="4093464" y="3291531"/>
                </a:cubicBezTo>
                <a:lnTo>
                  <a:pt x="129540" y="3291531"/>
                </a:lnTo>
                <a:cubicBezTo>
                  <a:pt x="57997" y="3291531"/>
                  <a:pt x="0" y="3233533"/>
                  <a:pt x="0" y="3161991"/>
                </a:cubicBezTo>
                <a:lnTo>
                  <a:pt x="0" y="129540"/>
                </a:lnTo>
                <a:cubicBezTo>
                  <a:pt x="0" y="57997"/>
                  <a:pt x="57997" y="0"/>
                  <a:pt x="129540" y="0"/>
                </a:cubicBezTo>
                <a:close/>
              </a:path>
            </a:pathLst>
          </a:custGeom>
          <a:noFill/>
          <a:ln w="2222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2039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/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47C863-4D52-D414-6D6E-455138341C6F}"/>
              </a:ext>
            </a:extLst>
          </p:cNvPr>
          <p:cNvSpPr/>
          <p:nvPr/>
        </p:nvSpPr>
        <p:spPr>
          <a:xfrm>
            <a:off x="685621" y="2216863"/>
            <a:ext cx="23006407" cy="10357252"/>
          </a:xfrm>
          <a:prstGeom prst="roundRect">
            <a:avLst>
              <a:gd name="adj" fmla="val 3962"/>
            </a:avLst>
          </a:prstGeom>
          <a:solidFill>
            <a:srgbClr val="A9DDF7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334459" y="3082729"/>
            <a:ext cx="21945600" cy="7223760"/>
          </a:xfrm>
        </p:spPr>
        <p:txBody>
          <a:bodyPr/>
          <a:lstStyle>
            <a:lvl1pPr marL="633413" indent="-633413">
              <a:lnSpc>
                <a:spcPts val="12400"/>
              </a:lnSpc>
              <a:spcAft>
                <a:spcPts val="0"/>
              </a:spcAft>
              <a:tabLst/>
              <a:defRPr sz="11000" b="0" i="0">
                <a:latin typeface="Everyday Sans Light" pitchFamily="2" charset="77"/>
              </a:defRPr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“Click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15477" y="10538800"/>
            <a:ext cx="20065755" cy="1280160"/>
          </a:xfrm>
        </p:spPr>
        <p:txBody>
          <a:bodyPr/>
          <a:lstStyle>
            <a:lvl1pPr marL="0" indent="0">
              <a:lnSpc>
                <a:spcPts val="4600"/>
              </a:lnSpc>
              <a:spcAft>
                <a:spcPts val="0"/>
              </a:spcAft>
              <a:buNone/>
              <a:defRPr sz="3600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Name, Surname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2057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Quote/Ide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7325C6-9CEF-68F7-3876-013AB66FDC8B}"/>
              </a:ext>
            </a:extLst>
          </p:cNvPr>
          <p:cNvSpPr/>
          <p:nvPr/>
        </p:nvSpPr>
        <p:spPr>
          <a:xfrm>
            <a:off x="1958236" y="3089753"/>
            <a:ext cx="20444564" cy="7948361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033612" y="3558697"/>
            <a:ext cx="11704320" cy="5006129"/>
          </a:xfrm>
        </p:spPr>
        <p:txBody>
          <a:bodyPr/>
          <a:lstStyle>
            <a:lvl1pPr marL="298450" indent="-298450">
              <a:lnSpc>
                <a:spcPts val="9400"/>
              </a:lnSpc>
              <a:spcAft>
                <a:spcPts val="0"/>
              </a:spcAft>
              <a:tabLst/>
              <a:defRPr sz="8000" b="0" i="0">
                <a:latin typeface="Everyday Sans Light" pitchFamily="2" charset="77"/>
              </a:defRPr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“Click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394146" y="9815499"/>
            <a:ext cx="11343786" cy="72390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Aft>
                <a:spcPts val="0"/>
              </a:spcAft>
              <a:buNone/>
              <a:defRPr sz="1800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Name</a:t>
            </a:r>
          </a:p>
          <a:p>
            <a:pPr marL="0" marR="0" lvl="0" indent="0" algn="l" defTabSz="1828343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rgbClr val="001E60"/>
                </a:solidFill>
                <a:effectLst/>
                <a:latin typeface="Everyday Sans" pitchFamily="2" charset="77"/>
              </a:rPr>
              <a:t>Professional Title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C0771-71AD-2A64-70CB-57463E84EE60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chemeClr val="tx1">
                    <a:lumMod val="50000"/>
                    <a:lumOff val="50000"/>
                  </a:schemeClr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B1F8FFC-9273-18AF-91AB-3ED452136B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32509" y="3744227"/>
            <a:ext cx="6858000" cy="6652311"/>
          </a:xfrm>
          <a:prstGeom prst="roundRect">
            <a:avLst>
              <a:gd name="adj" fmla="val 5309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8331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/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03595" y="3003383"/>
            <a:ext cx="22991430" cy="6977277"/>
          </a:xfrm>
        </p:spPr>
        <p:txBody>
          <a:bodyPr/>
          <a:lstStyle>
            <a:lvl1pPr algn="ctr">
              <a:lnSpc>
                <a:spcPts val="12400"/>
              </a:lnSpc>
              <a:spcAft>
                <a:spcPts val="0"/>
              </a:spcAft>
              <a:defRPr sz="11000" b="0" i="0">
                <a:latin typeface="Everyday Sans Light" pitchFamily="2" charset="77"/>
              </a:defRPr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74311" y="10713677"/>
            <a:ext cx="23034083" cy="981076"/>
          </a:xfrm>
        </p:spPr>
        <p:txBody>
          <a:bodyPr/>
          <a:lstStyle>
            <a:lvl1pPr marL="0" indent="0" algn="ctr">
              <a:lnSpc>
                <a:spcPts val="2600"/>
              </a:lnSpc>
              <a:spcAft>
                <a:spcPts val="0"/>
              </a:spcAft>
              <a:buNone/>
              <a:defRPr sz="1800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Professional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4943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46CF0F20-DC9D-7EAA-6C06-E42704C327A9}"/>
              </a:ext>
            </a:extLst>
          </p:cNvPr>
          <p:cNvSpPr/>
          <p:nvPr/>
        </p:nvSpPr>
        <p:spPr>
          <a:xfrm>
            <a:off x="682625" y="3767379"/>
            <a:ext cx="23009404" cy="8796144"/>
          </a:xfrm>
          <a:custGeom>
            <a:avLst/>
            <a:gdLst>
              <a:gd name="connsiteX0" fmla="*/ 406347 w 23009404"/>
              <a:gd name="connsiteY0" fmla="*/ 0 h 8796144"/>
              <a:gd name="connsiteX1" fmla="*/ 0 w 23009404"/>
              <a:gd name="connsiteY1" fmla="*/ 406347 h 8796144"/>
              <a:gd name="connsiteX2" fmla="*/ 0 w 23009404"/>
              <a:gd name="connsiteY2" fmla="*/ 8389798 h 8796144"/>
              <a:gd name="connsiteX3" fmla="*/ 406347 w 23009404"/>
              <a:gd name="connsiteY3" fmla="*/ 8796145 h 8796144"/>
              <a:gd name="connsiteX4" fmla="*/ 22603058 w 23009404"/>
              <a:gd name="connsiteY4" fmla="*/ 8796145 h 8796144"/>
              <a:gd name="connsiteX5" fmla="*/ 23009404 w 23009404"/>
              <a:gd name="connsiteY5" fmla="*/ 8389798 h 8796144"/>
              <a:gd name="connsiteX6" fmla="*/ 23009404 w 23009404"/>
              <a:gd name="connsiteY6" fmla="*/ 406347 h 8796144"/>
              <a:gd name="connsiteX7" fmla="*/ 22603058 w 23009404"/>
              <a:gd name="connsiteY7" fmla="*/ 0 h 8796144"/>
              <a:gd name="connsiteX8" fmla="*/ 406347 w 23009404"/>
              <a:gd name="connsiteY8" fmla="*/ 0 h 879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09404" h="8796144">
                <a:moveTo>
                  <a:pt x="406347" y="0"/>
                </a:moveTo>
                <a:cubicBezTo>
                  <a:pt x="181586" y="0"/>
                  <a:pt x="0" y="181586"/>
                  <a:pt x="0" y="406347"/>
                </a:cubicBezTo>
                <a:lnTo>
                  <a:pt x="0" y="8389798"/>
                </a:lnTo>
                <a:cubicBezTo>
                  <a:pt x="0" y="8614558"/>
                  <a:pt x="181586" y="8796145"/>
                  <a:pt x="406347" y="8796145"/>
                </a:cubicBezTo>
                <a:lnTo>
                  <a:pt x="22603058" y="8796145"/>
                </a:lnTo>
                <a:cubicBezTo>
                  <a:pt x="22827818" y="8796145"/>
                  <a:pt x="23009404" y="8614558"/>
                  <a:pt x="23009404" y="8389798"/>
                </a:cubicBezTo>
                <a:lnTo>
                  <a:pt x="23009404" y="406347"/>
                </a:lnTo>
                <a:cubicBezTo>
                  <a:pt x="23009404" y="181586"/>
                  <a:pt x="22827818" y="0"/>
                  <a:pt x="22603058" y="0"/>
                </a:cubicBezTo>
                <a:lnTo>
                  <a:pt x="406347" y="0"/>
                </a:ln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4640EA0-7E41-686A-8918-2A5C6A0B50BA}"/>
              </a:ext>
            </a:extLst>
          </p:cNvPr>
          <p:cNvSpPr/>
          <p:nvPr/>
        </p:nvSpPr>
        <p:spPr>
          <a:xfrm>
            <a:off x="682625" y="3767379"/>
            <a:ext cx="23009404" cy="5933937"/>
          </a:xfrm>
          <a:custGeom>
            <a:avLst/>
            <a:gdLst>
              <a:gd name="connsiteX0" fmla="*/ 406347 w 23009404"/>
              <a:gd name="connsiteY0" fmla="*/ 0 h 5933937"/>
              <a:gd name="connsiteX1" fmla="*/ 0 w 23009404"/>
              <a:gd name="connsiteY1" fmla="*/ 406347 h 5933937"/>
              <a:gd name="connsiteX2" fmla="*/ 0 w 23009404"/>
              <a:gd name="connsiteY2" fmla="*/ 5527590 h 5933937"/>
              <a:gd name="connsiteX3" fmla="*/ 406347 w 23009404"/>
              <a:gd name="connsiteY3" fmla="*/ 5933938 h 5933937"/>
              <a:gd name="connsiteX4" fmla="*/ 22603058 w 23009404"/>
              <a:gd name="connsiteY4" fmla="*/ 5933938 h 5933937"/>
              <a:gd name="connsiteX5" fmla="*/ 23009404 w 23009404"/>
              <a:gd name="connsiteY5" fmla="*/ 5527590 h 5933937"/>
              <a:gd name="connsiteX6" fmla="*/ 23009404 w 23009404"/>
              <a:gd name="connsiteY6" fmla="*/ 406347 h 5933937"/>
              <a:gd name="connsiteX7" fmla="*/ 22603058 w 23009404"/>
              <a:gd name="connsiteY7" fmla="*/ 0 h 5933937"/>
              <a:gd name="connsiteX8" fmla="*/ 406347 w 23009404"/>
              <a:gd name="connsiteY8" fmla="*/ 0 h 5933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09404" h="5933937">
                <a:moveTo>
                  <a:pt x="406347" y="0"/>
                </a:moveTo>
                <a:cubicBezTo>
                  <a:pt x="181586" y="0"/>
                  <a:pt x="0" y="181586"/>
                  <a:pt x="0" y="406347"/>
                </a:cubicBezTo>
                <a:lnTo>
                  <a:pt x="0" y="5527590"/>
                </a:lnTo>
                <a:cubicBezTo>
                  <a:pt x="0" y="5752351"/>
                  <a:pt x="181586" y="5933938"/>
                  <a:pt x="406347" y="5933938"/>
                </a:cubicBezTo>
                <a:lnTo>
                  <a:pt x="22603058" y="5933938"/>
                </a:lnTo>
                <a:cubicBezTo>
                  <a:pt x="22827818" y="5933938"/>
                  <a:pt x="23009404" y="5752351"/>
                  <a:pt x="23009404" y="5527590"/>
                </a:cubicBezTo>
                <a:lnTo>
                  <a:pt x="23009404" y="406347"/>
                </a:lnTo>
                <a:cubicBezTo>
                  <a:pt x="23009404" y="181586"/>
                  <a:pt x="22827818" y="0"/>
                  <a:pt x="22603058" y="0"/>
                </a:cubicBezTo>
                <a:lnTo>
                  <a:pt x="406347" y="0"/>
                </a:ln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E5EB2463-2A7A-8E8D-A8C9-8D065FCBBF8B}"/>
              </a:ext>
            </a:extLst>
          </p:cNvPr>
          <p:cNvSpPr/>
          <p:nvPr/>
        </p:nvSpPr>
        <p:spPr>
          <a:xfrm>
            <a:off x="682625" y="3767379"/>
            <a:ext cx="23009404" cy="2850778"/>
          </a:xfrm>
          <a:custGeom>
            <a:avLst/>
            <a:gdLst>
              <a:gd name="connsiteX0" fmla="*/ 406347 w 23009404"/>
              <a:gd name="connsiteY0" fmla="*/ 0 h 2850778"/>
              <a:gd name="connsiteX1" fmla="*/ 0 w 23009404"/>
              <a:gd name="connsiteY1" fmla="*/ 406347 h 2850778"/>
              <a:gd name="connsiteX2" fmla="*/ 0 w 23009404"/>
              <a:gd name="connsiteY2" fmla="*/ 2444432 h 2850778"/>
              <a:gd name="connsiteX3" fmla="*/ 406347 w 23009404"/>
              <a:gd name="connsiteY3" fmla="*/ 2850779 h 2850778"/>
              <a:gd name="connsiteX4" fmla="*/ 22603058 w 23009404"/>
              <a:gd name="connsiteY4" fmla="*/ 2850779 h 2850778"/>
              <a:gd name="connsiteX5" fmla="*/ 23009404 w 23009404"/>
              <a:gd name="connsiteY5" fmla="*/ 2444432 h 2850778"/>
              <a:gd name="connsiteX6" fmla="*/ 23009404 w 23009404"/>
              <a:gd name="connsiteY6" fmla="*/ 406347 h 2850778"/>
              <a:gd name="connsiteX7" fmla="*/ 22603058 w 23009404"/>
              <a:gd name="connsiteY7" fmla="*/ 0 h 2850778"/>
              <a:gd name="connsiteX8" fmla="*/ 406347 w 23009404"/>
              <a:gd name="connsiteY8" fmla="*/ 0 h 285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09404" h="2850778">
                <a:moveTo>
                  <a:pt x="406347" y="0"/>
                </a:moveTo>
                <a:cubicBezTo>
                  <a:pt x="181586" y="0"/>
                  <a:pt x="0" y="181586"/>
                  <a:pt x="0" y="406347"/>
                </a:cubicBezTo>
                <a:lnTo>
                  <a:pt x="0" y="2444432"/>
                </a:lnTo>
                <a:cubicBezTo>
                  <a:pt x="0" y="2669192"/>
                  <a:pt x="181586" y="2850779"/>
                  <a:pt x="406347" y="2850779"/>
                </a:cubicBezTo>
                <a:lnTo>
                  <a:pt x="22603058" y="2850779"/>
                </a:lnTo>
                <a:cubicBezTo>
                  <a:pt x="22827818" y="2850779"/>
                  <a:pt x="23009404" y="2669192"/>
                  <a:pt x="23009404" y="2444432"/>
                </a:cubicBezTo>
                <a:lnTo>
                  <a:pt x="23009404" y="406347"/>
                </a:lnTo>
                <a:cubicBezTo>
                  <a:pt x="23009404" y="181586"/>
                  <a:pt x="22827818" y="0"/>
                  <a:pt x="22603058" y="0"/>
                </a:cubicBezTo>
                <a:lnTo>
                  <a:pt x="406347" y="0"/>
                </a:ln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5" y="2121408"/>
            <a:ext cx="23034083" cy="1169989"/>
          </a:xfrm>
        </p:spPr>
        <p:txBody>
          <a:bodyPr/>
          <a:lstStyle>
            <a:lvl1pPr>
              <a:lnSpc>
                <a:spcPts val="4600"/>
              </a:lnSpc>
              <a:defRPr sz="3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2694" y="4203591"/>
            <a:ext cx="7442200" cy="2022306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 marL="465138" indent="-446088">
              <a:lnSpc>
                <a:spcPts val="2600"/>
              </a:lnSpc>
              <a:spcAft>
                <a:spcPts val="0"/>
              </a:spcAft>
              <a:tabLst/>
              <a:defRPr sz="1800"/>
            </a:lvl2pPr>
            <a:lvl3pPr marL="915988" indent="-433388">
              <a:lnSpc>
                <a:spcPts val="2600"/>
              </a:lnSpc>
              <a:spcAft>
                <a:spcPts val="0"/>
              </a:spcAft>
              <a:tabLst/>
              <a:defRPr sz="1800"/>
            </a:lvl3pPr>
            <a:lvl4pPr marL="1543050" indent="-474663">
              <a:lnSpc>
                <a:spcPts val="2600"/>
              </a:lnSpc>
              <a:spcAft>
                <a:spcPts val="0"/>
              </a:spcAft>
              <a:tabLst/>
              <a:defRPr sz="1800"/>
            </a:lvl4pPr>
            <a:lvl5pPr marL="2008188" indent="-457200">
              <a:lnSpc>
                <a:spcPts val="2600"/>
              </a:lnSpc>
              <a:spcAft>
                <a:spcPts val="0"/>
              </a:spcAft>
              <a:tabLst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8A5E909-E38B-A912-083F-7C976D2201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40108" y="4048329"/>
            <a:ext cx="6872586" cy="1953182"/>
          </a:xfrm>
        </p:spPr>
        <p:txBody>
          <a:bodyPr anchor="t" anchorCtr="0"/>
          <a:lstStyle>
            <a:lvl1pPr marL="298450" indent="-298450">
              <a:lnSpc>
                <a:spcPts val="9400"/>
              </a:lnSpc>
              <a:spcAft>
                <a:spcPts val="0"/>
              </a:spcAft>
              <a:tabLst/>
              <a:defRPr sz="8000" b="0" i="0">
                <a:latin typeface="Everyday Sans Light" pitchFamily="2" charset="77"/>
              </a:defRPr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What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7295CA6-29DE-9DE8-AC51-916B847A3CC3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140108" y="6910695"/>
            <a:ext cx="6872586" cy="1953182"/>
          </a:xfrm>
        </p:spPr>
        <p:txBody>
          <a:bodyPr anchor="t" anchorCtr="0"/>
          <a:lstStyle>
            <a:lvl1pPr marL="298450" indent="-298450">
              <a:lnSpc>
                <a:spcPts val="9400"/>
              </a:lnSpc>
              <a:spcAft>
                <a:spcPts val="0"/>
              </a:spcAft>
              <a:tabLst/>
              <a:defRPr sz="8000" b="0" i="0">
                <a:latin typeface="Everyday Sans Light" pitchFamily="2" charset="77"/>
              </a:defRPr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Why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12F75E1-4DAC-A91D-941E-51F697A08DC2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149071" y="9980778"/>
            <a:ext cx="6863623" cy="1953182"/>
          </a:xfrm>
        </p:spPr>
        <p:txBody>
          <a:bodyPr anchor="t" anchorCtr="0"/>
          <a:lstStyle>
            <a:lvl1pPr marL="298450" indent="-298450">
              <a:lnSpc>
                <a:spcPts val="9400"/>
              </a:lnSpc>
              <a:spcAft>
                <a:spcPts val="0"/>
              </a:spcAft>
              <a:tabLst/>
              <a:defRPr sz="8000" b="0" i="0">
                <a:solidFill>
                  <a:schemeClr val="bg1"/>
                </a:solidFill>
                <a:latin typeface="Everyday Sans Light" pitchFamily="2" charset="77"/>
              </a:defRPr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How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A86B16A-F5ED-69EA-6C43-B4DD70940AE0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15794173" y="4203591"/>
            <a:ext cx="7442200" cy="2022306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 marL="465138" indent="-446088">
              <a:lnSpc>
                <a:spcPts val="2600"/>
              </a:lnSpc>
              <a:spcAft>
                <a:spcPts val="0"/>
              </a:spcAft>
              <a:tabLst/>
              <a:defRPr sz="1800"/>
            </a:lvl2pPr>
            <a:lvl3pPr marL="915988" indent="-433388">
              <a:lnSpc>
                <a:spcPts val="2600"/>
              </a:lnSpc>
              <a:spcAft>
                <a:spcPts val="0"/>
              </a:spcAft>
              <a:tabLst/>
              <a:defRPr sz="1800"/>
            </a:lvl3pPr>
            <a:lvl4pPr marL="1543050" indent="-474663">
              <a:lnSpc>
                <a:spcPts val="2600"/>
              </a:lnSpc>
              <a:spcAft>
                <a:spcPts val="0"/>
              </a:spcAft>
              <a:tabLst/>
              <a:defRPr sz="1800"/>
            </a:lvl4pPr>
            <a:lvl5pPr marL="2008188" indent="-457200">
              <a:lnSpc>
                <a:spcPts val="2600"/>
              </a:lnSpc>
              <a:spcAft>
                <a:spcPts val="0"/>
              </a:spcAft>
              <a:tabLst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CBD9413-2BED-241F-1C55-D28124793BE3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8012695" y="7075957"/>
            <a:ext cx="7442200" cy="2022306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solidFill>
                  <a:schemeClr val="accent1"/>
                </a:solidFill>
              </a:defRPr>
            </a:lvl1pPr>
            <a:lvl2pPr marL="465138" indent="-4460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2pPr>
            <a:lvl3pPr marL="915988" indent="-4333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3pPr>
            <a:lvl4pPr marL="1543050" indent="-474663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4pPr>
            <a:lvl5pPr marL="2008188" indent="-457200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D4BB6A2-87B9-FB84-2043-5453BE6D384A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15794173" y="7075957"/>
            <a:ext cx="7442200" cy="2022306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solidFill>
                  <a:schemeClr val="accent1"/>
                </a:solidFill>
              </a:defRPr>
            </a:lvl1pPr>
            <a:lvl2pPr marL="465138" indent="-4460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2pPr>
            <a:lvl3pPr marL="915988" indent="-4333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3pPr>
            <a:lvl4pPr marL="1543050" indent="-474663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4pPr>
            <a:lvl5pPr marL="2008188" indent="-457200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C1F334-948C-A982-AE8F-84A19F261C5A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8012694" y="10156043"/>
            <a:ext cx="7442200" cy="2022306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65138" indent="-4460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2pPr>
            <a:lvl3pPr marL="915988" indent="-4333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4pPr>
            <a:lvl5pPr marL="2008188" indent="-457200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9A8A26C1-D934-E4DC-7DC9-6141EE94AAE7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15794173" y="10156043"/>
            <a:ext cx="7442200" cy="2022306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65138" indent="-4460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2pPr>
            <a:lvl3pPr marL="915988" indent="-4333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4pPr>
            <a:lvl5pPr marL="2008188" indent="-457200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289275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3BF24EAC-114E-3C78-2D98-B11EBEEA5433}"/>
              </a:ext>
            </a:extLst>
          </p:cNvPr>
          <p:cNvSpPr/>
          <p:nvPr userDrawn="1"/>
        </p:nvSpPr>
        <p:spPr>
          <a:xfrm>
            <a:off x="8468360" y="3758749"/>
            <a:ext cx="7442200" cy="8829040"/>
          </a:xfrm>
          <a:custGeom>
            <a:avLst/>
            <a:gdLst>
              <a:gd name="connsiteX0" fmla="*/ 7035801 w 7442200"/>
              <a:gd name="connsiteY0" fmla="*/ 0 h 8829040"/>
              <a:gd name="connsiteX1" fmla="*/ 7442201 w 7442200"/>
              <a:gd name="connsiteY1" fmla="*/ 406400 h 8829040"/>
              <a:gd name="connsiteX2" fmla="*/ 7442201 w 7442200"/>
              <a:gd name="connsiteY2" fmla="*/ 8422640 h 8829040"/>
              <a:gd name="connsiteX3" fmla="*/ 7035801 w 7442200"/>
              <a:gd name="connsiteY3" fmla="*/ 8829040 h 8829040"/>
              <a:gd name="connsiteX4" fmla="*/ 406401 w 7442200"/>
              <a:gd name="connsiteY4" fmla="*/ 8829040 h 8829040"/>
              <a:gd name="connsiteX5" fmla="*/ 1 w 7442200"/>
              <a:gd name="connsiteY5" fmla="*/ 8422640 h 8829040"/>
              <a:gd name="connsiteX6" fmla="*/ 1 w 7442200"/>
              <a:gd name="connsiteY6" fmla="*/ 406400 h 8829040"/>
              <a:gd name="connsiteX7" fmla="*/ 406401 w 7442200"/>
              <a:gd name="connsiteY7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2200" h="8829040">
                <a:moveTo>
                  <a:pt x="7035801" y="0"/>
                </a:moveTo>
                <a:cubicBezTo>
                  <a:pt x="7260249" y="0"/>
                  <a:pt x="7442201" y="181951"/>
                  <a:pt x="7442201" y="406400"/>
                </a:cubicBezTo>
                <a:lnTo>
                  <a:pt x="7442201" y="8422640"/>
                </a:lnTo>
                <a:cubicBezTo>
                  <a:pt x="7442201" y="8647088"/>
                  <a:pt x="7260249" y="8829040"/>
                  <a:pt x="7035801" y="8829040"/>
                </a:cubicBezTo>
                <a:lnTo>
                  <a:pt x="406401" y="8829040"/>
                </a:lnTo>
                <a:cubicBezTo>
                  <a:pt x="181952" y="8829040"/>
                  <a:pt x="1" y="8647088"/>
                  <a:pt x="1" y="8422640"/>
                </a:cubicBezTo>
                <a:lnTo>
                  <a:pt x="1" y="406400"/>
                </a:lnTo>
                <a:cubicBezTo>
                  <a:pt x="1" y="181952"/>
                  <a:pt x="181952" y="0"/>
                  <a:pt x="406401" y="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DB162576-5237-23F6-B8A8-B35BCACFF988}"/>
              </a:ext>
            </a:extLst>
          </p:cNvPr>
          <p:cNvSpPr/>
          <p:nvPr userDrawn="1"/>
        </p:nvSpPr>
        <p:spPr>
          <a:xfrm>
            <a:off x="16253460" y="3758749"/>
            <a:ext cx="7442200" cy="8829040"/>
          </a:xfrm>
          <a:custGeom>
            <a:avLst/>
            <a:gdLst>
              <a:gd name="connsiteX0" fmla="*/ 7035801 w 7442200"/>
              <a:gd name="connsiteY0" fmla="*/ 0 h 8829040"/>
              <a:gd name="connsiteX1" fmla="*/ 7442201 w 7442200"/>
              <a:gd name="connsiteY1" fmla="*/ 406400 h 8829040"/>
              <a:gd name="connsiteX2" fmla="*/ 7442201 w 7442200"/>
              <a:gd name="connsiteY2" fmla="*/ 8422640 h 8829040"/>
              <a:gd name="connsiteX3" fmla="*/ 7035801 w 7442200"/>
              <a:gd name="connsiteY3" fmla="*/ 8829040 h 8829040"/>
              <a:gd name="connsiteX4" fmla="*/ 406401 w 7442200"/>
              <a:gd name="connsiteY4" fmla="*/ 8829040 h 8829040"/>
              <a:gd name="connsiteX5" fmla="*/ 1 w 7442200"/>
              <a:gd name="connsiteY5" fmla="*/ 8422640 h 8829040"/>
              <a:gd name="connsiteX6" fmla="*/ 1 w 7442200"/>
              <a:gd name="connsiteY6" fmla="*/ 406400 h 8829040"/>
              <a:gd name="connsiteX7" fmla="*/ 406401 w 7442200"/>
              <a:gd name="connsiteY7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2200" h="8829040">
                <a:moveTo>
                  <a:pt x="7035801" y="0"/>
                </a:moveTo>
                <a:cubicBezTo>
                  <a:pt x="7260249" y="0"/>
                  <a:pt x="7442201" y="181951"/>
                  <a:pt x="7442201" y="406400"/>
                </a:cubicBezTo>
                <a:lnTo>
                  <a:pt x="7442201" y="8422640"/>
                </a:lnTo>
                <a:cubicBezTo>
                  <a:pt x="7442201" y="8647088"/>
                  <a:pt x="7260249" y="8829040"/>
                  <a:pt x="7035801" y="8829040"/>
                </a:cubicBezTo>
                <a:lnTo>
                  <a:pt x="406401" y="8829040"/>
                </a:lnTo>
                <a:cubicBezTo>
                  <a:pt x="181952" y="8829040"/>
                  <a:pt x="1" y="8647088"/>
                  <a:pt x="1" y="8422640"/>
                </a:cubicBezTo>
                <a:lnTo>
                  <a:pt x="1" y="406400"/>
                </a:lnTo>
                <a:cubicBezTo>
                  <a:pt x="1" y="181952"/>
                  <a:pt x="181952" y="0"/>
                  <a:pt x="406401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3996561F-2B8C-958B-C0E3-9F0443CEC147}"/>
              </a:ext>
            </a:extLst>
          </p:cNvPr>
          <p:cNvSpPr/>
          <p:nvPr userDrawn="1"/>
        </p:nvSpPr>
        <p:spPr>
          <a:xfrm>
            <a:off x="683260" y="3758749"/>
            <a:ext cx="7442200" cy="8829040"/>
          </a:xfrm>
          <a:custGeom>
            <a:avLst/>
            <a:gdLst>
              <a:gd name="connsiteX0" fmla="*/ 7035800 w 7442200"/>
              <a:gd name="connsiteY0" fmla="*/ 0 h 8829040"/>
              <a:gd name="connsiteX1" fmla="*/ 7442200 w 7442200"/>
              <a:gd name="connsiteY1" fmla="*/ 406400 h 8829040"/>
              <a:gd name="connsiteX2" fmla="*/ 7442200 w 7442200"/>
              <a:gd name="connsiteY2" fmla="*/ 8422640 h 8829040"/>
              <a:gd name="connsiteX3" fmla="*/ 7035800 w 7442200"/>
              <a:gd name="connsiteY3" fmla="*/ 8829040 h 8829040"/>
              <a:gd name="connsiteX4" fmla="*/ 406400 w 7442200"/>
              <a:gd name="connsiteY4" fmla="*/ 8829040 h 8829040"/>
              <a:gd name="connsiteX5" fmla="*/ 0 w 7442200"/>
              <a:gd name="connsiteY5" fmla="*/ 8422640 h 8829040"/>
              <a:gd name="connsiteX6" fmla="*/ 0 w 7442200"/>
              <a:gd name="connsiteY6" fmla="*/ 406400 h 8829040"/>
              <a:gd name="connsiteX7" fmla="*/ 406400 w 7442200"/>
              <a:gd name="connsiteY7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2200" h="8829040">
                <a:moveTo>
                  <a:pt x="7035800" y="0"/>
                </a:moveTo>
                <a:cubicBezTo>
                  <a:pt x="7260248" y="0"/>
                  <a:pt x="7442200" y="181951"/>
                  <a:pt x="7442200" y="406400"/>
                </a:cubicBezTo>
                <a:lnTo>
                  <a:pt x="7442200" y="8422640"/>
                </a:lnTo>
                <a:cubicBezTo>
                  <a:pt x="7442200" y="8647088"/>
                  <a:pt x="7260248" y="8829040"/>
                  <a:pt x="7035800" y="8829040"/>
                </a:cubicBezTo>
                <a:lnTo>
                  <a:pt x="406400" y="8829040"/>
                </a:lnTo>
                <a:cubicBezTo>
                  <a:pt x="181951" y="8829040"/>
                  <a:pt x="0" y="8647088"/>
                  <a:pt x="0" y="8422640"/>
                </a:cubicBezTo>
                <a:lnTo>
                  <a:pt x="0" y="406400"/>
                </a:lnTo>
                <a:cubicBezTo>
                  <a:pt x="0" y="181952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3585" y="4457648"/>
            <a:ext cx="6400800" cy="635027"/>
          </a:xfrm>
        </p:spPr>
        <p:txBody>
          <a:bodyPr anchor="t" anchorCtr="0"/>
          <a:lstStyle>
            <a:lvl1pPr marL="0" indent="0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None/>
              <a:defRPr sz="36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0333" y="5392895"/>
            <a:ext cx="6400800" cy="6858000"/>
          </a:xfrm>
        </p:spPr>
        <p:txBody>
          <a:bodyPr/>
          <a:lstStyle>
            <a:lvl1pPr>
              <a:lnSpc>
                <a:spcPts val="2600"/>
              </a:lnSpc>
              <a:spcAft>
                <a:spcPts val="2000"/>
              </a:spcAft>
              <a:defRPr sz="1800">
                <a:solidFill>
                  <a:schemeClr val="bg1"/>
                </a:solidFill>
              </a:defRPr>
            </a:lvl1pPr>
            <a:lvl2pPr marL="465138" indent="-446088">
              <a:lnSpc>
                <a:spcPts val="2600"/>
              </a:lnSpc>
              <a:spcAft>
                <a:spcPts val="2000"/>
              </a:spcAft>
              <a:tabLst/>
              <a:defRPr sz="1800">
                <a:solidFill>
                  <a:schemeClr val="bg1"/>
                </a:solidFill>
              </a:defRPr>
            </a:lvl2pPr>
            <a:lvl3pPr marL="915988" indent="-433388">
              <a:lnSpc>
                <a:spcPts val="2600"/>
              </a:lnSpc>
              <a:spcAft>
                <a:spcPts val="2000"/>
              </a:spcAft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600"/>
              </a:lnSpc>
              <a:spcAft>
                <a:spcPts val="2000"/>
              </a:spcAft>
              <a:tabLst/>
              <a:defRPr sz="1800">
                <a:solidFill>
                  <a:schemeClr val="bg1"/>
                </a:solidFill>
              </a:defRPr>
            </a:lvl4pPr>
            <a:lvl5pPr marL="2008188" indent="-457200">
              <a:lnSpc>
                <a:spcPts val="2600"/>
              </a:lnSpc>
              <a:spcAft>
                <a:spcPts val="20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52335" y="4457648"/>
            <a:ext cx="6400800" cy="635027"/>
          </a:xfrm>
        </p:spPr>
        <p:txBody>
          <a:bodyPr anchor="t" anchorCtr="0"/>
          <a:lstStyle>
            <a:lvl1pPr marL="0" indent="0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None/>
              <a:defRPr sz="36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59083" y="5392896"/>
            <a:ext cx="6400800" cy="6858000"/>
          </a:xfrm>
        </p:spPr>
        <p:txBody>
          <a:bodyPr/>
          <a:lstStyle>
            <a:lvl1pPr>
              <a:lnSpc>
                <a:spcPts val="2600"/>
              </a:lnSpc>
              <a:spcAft>
                <a:spcPts val="2000"/>
              </a:spcAft>
              <a:defRPr sz="1800">
                <a:solidFill>
                  <a:schemeClr val="bg1"/>
                </a:solidFill>
              </a:defRPr>
            </a:lvl1pPr>
            <a:lvl2pPr marL="465138" indent="-446088">
              <a:lnSpc>
                <a:spcPts val="2600"/>
              </a:lnSpc>
              <a:spcAft>
                <a:spcPts val="2000"/>
              </a:spcAft>
              <a:tabLst/>
              <a:defRPr sz="1800">
                <a:solidFill>
                  <a:schemeClr val="bg1"/>
                </a:solidFill>
              </a:defRPr>
            </a:lvl2pPr>
            <a:lvl3pPr marL="979488" indent="-496888">
              <a:lnSpc>
                <a:spcPts val="2600"/>
              </a:lnSpc>
              <a:spcAft>
                <a:spcPts val="2000"/>
              </a:spcAft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600"/>
              </a:lnSpc>
              <a:spcAft>
                <a:spcPts val="2000"/>
              </a:spcAft>
              <a:tabLst/>
              <a:defRPr sz="1800">
                <a:solidFill>
                  <a:schemeClr val="bg1"/>
                </a:solidFill>
              </a:defRPr>
            </a:lvl4pPr>
            <a:lvl5pPr marL="2008188" indent="-457200">
              <a:lnSpc>
                <a:spcPts val="2600"/>
              </a:lnSpc>
              <a:spcAft>
                <a:spcPts val="20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945516" y="4457648"/>
            <a:ext cx="6400800" cy="635027"/>
          </a:xfrm>
        </p:spPr>
        <p:txBody>
          <a:bodyPr anchor="t" anchorCtr="0"/>
          <a:lstStyle>
            <a:lvl1pPr marL="0" indent="0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None/>
              <a:defRPr sz="3600" b="0" i="0"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6952264" y="5392896"/>
            <a:ext cx="6400800" cy="6858000"/>
          </a:xfrm>
        </p:spPr>
        <p:txBody>
          <a:bodyPr/>
          <a:lstStyle>
            <a:lvl1pPr>
              <a:lnSpc>
                <a:spcPts val="2600"/>
              </a:lnSpc>
              <a:spcAft>
                <a:spcPts val="2000"/>
              </a:spcAft>
              <a:defRPr sz="1800"/>
            </a:lvl1pPr>
            <a:lvl2pPr marL="465138" indent="-446088">
              <a:lnSpc>
                <a:spcPts val="2600"/>
              </a:lnSpc>
              <a:spcAft>
                <a:spcPts val="2000"/>
              </a:spcAft>
              <a:tabLst/>
              <a:defRPr sz="1800"/>
            </a:lvl2pPr>
            <a:lvl3pPr marL="979488" indent="-496888">
              <a:lnSpc>
                <a:spcPts val="2600"/>
              </a:lnSpc>
              <a:spcAft>
                <a:spcPts val="2000"/>
              </a:spcAft>
              <a:tabLst/>
              <a:defRPr sz="1800"/>
            </a:lvl3pPr>
            <a:lvl4pPr marL="1543050" indent="-474663">
              <a:lnSpc>
                <a:spcPts val="2600"/>
              </a:lnSpc>
              <a:spcAft>
                <a:spcPts val="2000"/>
              </a:spcAft>
              <a:tabLst/>
              <a:defRPr sz="1800"/>
            </a:lvl4pPr>
            <a:lvl5pPr marL="2008188" indent="-457200">
              <a:lnSpc>
                <a:spcPts val="2600"/>
              </a:lnSpc>
              <a:spcAft>
                <a:spcPts val="2000"/>
              </a:spcAft>
              <a:tabLst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3F0BC3-0A4E-5D8C-AA99-69064BDC8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5" y="2121408"/>
            <a:ext cx="23034083" cy="1169989"/>
          </a:xfrm>
        </p:spPr>
        <p:txBody>
          <a:bodyPr/>
          <a:lstStyle>
            <a:lvl1pPr>
              <a:lnSpc>
                <a:spcPts val="4600"/>
              </a:lnSpc>
              <a:defRPr sz="3600"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5768056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8799E358-3EB9-C878-C5B4-41F12EF92822}"/>
              </a:ext>
            </a:extLst>
          </p:cNvPr>
          <p:cNvSpPr/>
          <p:nvPr/>
        </p:nvSpPr>
        <p:spPr>
          <a:xfrm>
            <a:off x="683259" y="3739199"/>
            <a:ext cx="23012400" cy="8826499"/>
          </a:xfrm>
          <a:custGeom>
            <a:avLst/>
            <a:gdLst>
              <a:gd name="connsiteX0" fmla="*/ 406400 w 23012400"/>
              <a:gd name="connsiteY0" fmla="*/ 0 h 8826499"/>
              <a:gd name="connsiteX1" fmla="*/ 0 w 23012400"/>
              <a:gd name="connsiteY1" fmla="*/ 406400 h 8826499"/>
              <a:gd name="connsiteX2" fmla="*/ 0 w 23012400"/>
              <a:gd name="connsiteY2" fmla="*/ 8420100 h 8826499"/>
              <a:gd name="connsiteX3" fmla="*/ 406400 w 23012400"/>
              <a:gd name="connsiteY3" fmla="*/ 8826500 h 8826499"/>
              <a:gd name="connsiteX4" fmla="*/ 22606000 w 23012400"/>
              <a:gd name="connsiteY4" fmla="*/ 8826500 h 8826499"/>
              <a:gd name="connsiteX5" fmla="*/ 23012400 w 23012400"/>
              <a:gd name="connsiteY5" fmla="*/ 8420100 h 8826499"/>
              <a:gd name="connsiteX6" fmla="*/ 23012400 w 23012400"/>
              <a:gd name="connsiteY6" fmla="*/ 406400 h 8826499"/>
              <a:gd name="connsiteX7" fmla="*/ 22606000 w 23012400"/>
              <a:gd name="connsiteY7" fmla="*/ 0 h 8826499"/>
              <a:gd name="connsiteX8" fmla="*/ 406400 w 23012400"/>
              <a:gd name="connsiteY8" fmla="*/ 0 h 8826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2400" h="8826499">
                <a:moveTo>
                  <a:pt x="406400" y="0"/>
                </a:moveTo>
                <a:cubicBezTo>
                  <a:pt x="181610" y="0"/>
                  <a:pt x="0" y="181610"/>
                  <a:pt x="0" y="406400"/>
                </a:cubicBezTo>
                <a:lnTo>
                  <a:pt x="0" y="8420100"/>
                </a:lnTo>
                <a:cubicBezTo>
                  <a:pt x="0" y="8644890"/>
                  <a:pt x="181610" y="8826500"/>
                  <a:pt x="406400" y="8826500"/>
                </a:cubicBezTo>
                <a:lnTo>
                  <a:pt x="22606000" y="8826500"/>
                </a:lnTo>
                <a:cubicBezTo>
                  <a:pt x="22830790" y="8826500"/>
                  <a:pt x="23012400" y="8644890"/>
                  <a:pt x="23012400" y="8420100"/>
                </a:cubicBezTo>
                <a:lnTo>
                  <a:pt x="23012400" y="406400"/>
                </a:lnTo>
                <a:cubicBezTo>
                  <a:pt x="23012400" y="181610"/>
                  <a:pt x="22830790" y="0"/>
                  <a:pt x="22606000" y="0"/>
                </a:cubicBezTo>
                <a:lnTo>
                  <a:pt x="406400" y="0"/>
                </a:lnTo>
                <a:close/>
              </a:path>
            </a:pathLst>
          </a:custGeom>
          <a:solidFill>
            <a:srgbClr val="005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32E04EF-857A-0FCE-1765-5C409475DB06}"/>
              </a:ext>
            </a:extLst>
          </p:cNvPr>
          <p:cNvSpPr/>
          <p:nvPr/>
        </p:nvSpPr>
        <p:spPr>
          <a:xfrm>
            <a:off x="683259" y="3739199"/>
            <a:ext cx="23012400" cy="5953760"/>
          </a:xfrm>
          <a:custGeom>
            <a:avLst/>
            <a:gdLst>
              <a:gd name="connsiteX0" fmla="*/ 406400 w 23012400"/>
              <a:gd name="connsiteY0" fmla="*/ 0 h 5953760"/>
              <a:gd name="connsiteX1" fmla="*/ 0 w 23012400"/>
              <a:gd name="connsiteY1" fmla="*/ 406400 h 5953760"/>
              <a:gd name="connsiteX2" fmla="*/ 0 w 23012400"/>
              <a:gd name="connsiteY2" fmla="*/ 5547360 h 5953760"/>
              <a:gd name="connsiteX3" fmla="*/ 406400 w 23012400"/>
              <a:gd name="connsiteY3" fmla="*/ 5953760 h 5953760"/>
              <a:gd name="connsiteX4" fmla="*/ 22606000 w 23012400"/>
              <a:gd name="connsiteY4" fmla="*/ 5953760 h 5953760"/>
              <a:gd name="connsiteX5" fmla="*/ 23012400 w 23012400"/>
              <a:gd name="connsiteY5" fmla="*/ 5547360 h 5953760"/>
              <a:gd name="connsiteX6" fmla="*/ 23012400 w 23012400"/>
              <a:gd name="connsiteY6" fmla="*/ 406400 h 5953760"/>
              <a:gd name="connsiteX7" fmla="*/ 22606000 w 23012400"/>
              <a:gd name="connsiteY7" fmla="*/ 0 h 5953760"/>
              <a:gd name="connsiteX8" fmla="*/ 406400 w 23012400"/>
              <a:gd name="connsiteY8" fmla="*/ 0 h 5953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2400" h="5953760">
                <a:moveTo>
                  <a:pt x="406400" y="0"/>
                </a:moveTo>
                <a:cubicBezTo>
                  <a:pt x="181610" y="0"/>
                  <a:pt x="0" y="181610"/>
                  <a:pt x="0" y="406400"/>
                </a:cubicBezTo>
                <a:lnTo>
                  <a:pt x="0" y="5547360"/>
                </a:lnTo>
                <a:cubicBezTo>
                  <a:pt x="0" y="5772150"/>
                  <a:pt x="181610" y="5953760"/>
                  <a:pt x="406400" y="5953760"/>
                </a:cubicBezTo>
                <a:lnTo>
                  <a:pt x="22606000" y="5953760"/>
                </a:lnTo>
                <a:cubicBezTo>
                  <a:pt x="22830790" y="5953760"/>
                  <a:pt x="23012400" y="5772150"/>
                  <a:pt x="23012400" y="5547360"/>
                </a:cubicBezTo>
                <a:lnTo>
                  <a:pt x="23012400" y="406400"/>
                </a:lnTo>
                <a:cubicBezTo>
                  <a:pt x="23012400" y="181610"/>
                  <a:pt x="22830790" y="0"/>
                  <a:pt x="22606000" y="0"/>
                </a:cubicBezTo>
                <a:lnTo>
                  <a:pt x="406400" y="0"/>
                </a:lnTo>
                <a:close/>
              </a:path>
            </a:pathLst>
          </a:custGeom>
          <a:solidFill>
            <a:srgbClr val="4DBDF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A1025D47-A4FC-3962-9ECB-EA85A875EB92}"/>
              </a:ext>
            </a:extLst>
          </p:cNvPr>
          <p:cNvSpPr/>
          <p:nvPr/>
        </p:nvSpPr>
        <p:spPr>
          <a:xfrm>
            <a:off x="683259" y="3739199"/>
            <a:ext cx="23012400" cy="2860039"/>
          </a:xfrm>
          <a:custGeom>
            <a:avLst/>
            <a:gdLst>
              <a:gd name="connsiteX0" fmla="*/ 406400 w 23012400"/>
              <a:gd name="connsiteY0" fmla="*/ 0 h 2860039"/>
              <a:gd name="connsiteX1" fmla="*/ 0 w 23012400"/>
              <a:gd name="connsiteY1" fmla="*/ 406400 h 2860039"/>
              <a:gd name="connsiteX2" fmla="*/ 0 w 23012400"/>
              <a:gd name="connsiteY2" fmla="*/ 2453640 h 2860039"/>
              <a:gd name="connsiteX3" fmla="*/ 406400 w 23012400"/>
              <a:gd name="connsiteY3" fmla="*/ 2860040 h 2860039"/>
              <a:gd name="connsiteX4" fmla="*/ 22606000 w 23012400"/>
              <a:gd name="connsiteY4" fmla="*/ 2860040 h 2860039"/>
              <a:gd name="connsiteX5" fmla="*/ 23012400 w 23012400"/>
              <a:gd name="connsiteY5" fmla="*/ 2453640 h 2860039"/>
              <a:gd name="connsiteX6" fmla="*/ 23012400 w 23012400"/>
              <a:gd name="connsiteY6" fmla="*/ 406400 h 2860039"/>
              <a:gd name="connsiteX7" fmla="*/ 22606000 w 23012400"/>
              <a:gd name="connsiteY7" fmla="*/ 0 h 2860039"/>
              <a:gd name="connsiteX8" fmla="*/ 406400 w 23012400"/>
              <a:gd name="connsiteY8" fmla="*/ 0 h 2860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2400" h="2860039">
                <a:moveTo>
                  <a:pt x="406400" y="0"/>
                </a:moveTo>
                <a:cubicBezTo>
                  <a:pt x="181610" y="0"/>
                  <a:pt x="0" y="181610"/>
                  <a:pt x="0" y="406400"/>
                </a:cubicBezTo>
                <a:lnTo>
                  <a:pt x="0" y="2453640"/>
                </a:lnTo>
                <a:cubicBezTo>
                  <a:pt x="0" y="2677160"/>
                  <a:pt x="181610" y="2860040"/>
                  <a:pt x="406400" y="2860040"/>
                </a:cubicBezTo>
                <a:lnTo>
                  <a:pt x="22606000" y="2860040"/>
                </a:lnTo>
                <a:cubicBezTo>
                  <a:pt x="22830790" y="2860040"/>
                  <a:pt x="23012400" y="2677160"/>
                  <a:pt x="23012400" y="2453640"/>
                </a:cubicBezTo>
                <a:lnTo>
                  <a:pt x="23012400" y="406400"/>
                </a:lnTo>
                <a:cubicBezTo>
                  <a:pt x="23012400" y="181610"/>
                  <a:pt x="22830790" y="0"/>
                  <a:pt x="22606000" y="0"/>
                </a:cubicBezTo>
                <a:lnTo>
                  <a:pt x="406400" y="0"/>
                </a:lnTo>
                <a:close/>
              </a:path>
            </a:pathLst>
          </a:custGeom>
          <a:solidFill>
            <a:srgbClr val="A9DDF7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5" y="2121408"/>
            <a:ext cx="23034083" cy="116998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83990" y="4223301"/>
            <a:ext cx="14633575" cy="2022306"/>
          </a:xfrm>
        </p:spPr>
        <p:txBody>
          <a:bodyPr/>
          <a:lstStyle>
            <a:lvl1pPr>
              <a:lnSpc>
                <a:spcPts val="4600"/>
              </a:lnSpc>
              <a:spcAft>
                <a:spcPts val="1500"/>
              </a:spcAft>
              <a:defRPr sz="3600"/>
            </a:lvl1pPr>
            <a:lvl2pPr marL="465138" indent="-446088">
              <a:lnSpc>
                <a:spcPts val="4600"/>
              </a:lnSpc>
              <a:spcAft>
                <a:spcPts val="1500"/>
              </a:spcAft>
              <a:tabLst/>
              <a:defRPr sz="3600"/>
            </a:lvl2pPr>
            <a:lvl3pPr marL="915988" indent="-433388">
              <a:lnSpc>
                <a:spcPts val="4600"/>
              </a:lnSpc>
              <a:spcAft>
                <a:spcPts val="1500"/>
              </a:spcAft>
              <a:tabLst/>
              <a:defRPr sz="3600"/>
            </a:lvl3pPr>
            <a:lvl4pPr marL="1543050" indent="-474663">
              <a:lnSpc>
                <a:spcPts val="4600"/>
              </a:lnSpc>
              <a:spcAft>
                <a:spcPts val="1500"/>
              </a:spcAft>
              <a:tabLst/>
              <a:defRPr sz="3600"/>
            </a:lvl4pPr>
            <a:lvl5pPr marL="2008188" indent="-457200">
              <a:lnSpc>
                <a:spcPts val="4600"/>
              </a:lnSpc>
              <a:spcAft>
                <a:spcPts val="1500"/>
              </a:spcAft>
              <a:tabLst/>
              <a:defRPr sz="3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0C7DA97-0326-9EC1-4C3E-1815D45D2B1F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483990" y="7085072"/>
            <a:ext cx="14633575" cy="2022306"/>
          </a:xfrm>
        </p:spPr>
        <p:txBody>
          <a:bodyPr/>
          <a:lstStyle>
            <a:lvl1pPr>
              <a:lnSpc>
                <a:spcPts val="4600"/>
              </a:lnSpc>
              <a:spcAft>
                <a:spcPts val="1500"/>
              </a:spcAft>
              <a:defRPr sz="3600"/>
            </a:lvl1pPr>
            <a:lvl2pPr marL="465138" indent="-446088">
              <a:lnSpc>
                <a:spcPts val="4600"/>
              </a:lnSpc>
              <a:spcAft>
                <a:spcPts val="1500"/>
              </a:spcAft>
              <a:tabLst/>
              <a:defRPr sz="3600"/>
            </a:lvl2pPr>
            <a:lvl3pPr marL="915988" indent="-433388">
              <a:lnSpc>
                <a:spcPts val="4600"/>
              </a:lnSpc>
              <a:spcAft>
                <a:spcPts val="1500"/>
              </a:spcAft>
              <a:tabLst/>
              <a:defRPr sz="3600"/>
            </a:lvl3pPr>
            <a:lvl4pPr marL="1543050" indent="-474663">
              <a:lnSpc>
                <a:spcPts val="4600"/>
              </a:lnSpc>
              <a:spcAft>
                <a:spcPts val="1500"/>
              </a:spcAft>
              <a:tabLst/>
              <a:defRPr sz="3600"/>
            </a:lvl4pPr>
            <a:lvl5pPr marL="2008188" indent="-457200">
              <a:lnSpc>
                <a:spcPts val="4600"/>
              </a:lnSpc>
              <a:spcAft>
                <a:spcPts val="1500"/>
              </a:spcAft>
              <a:tabLst/>
              <a:defRPr sz="3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8D6179A-69FE-CCB2-253D-E5AFD8676B2C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8483990" y="10188575"/>
            <a:ext cx="14633575" cy="2022306"/>
          </a:xfrm>
        </p:spPr>
        <p:txBody>
          <a:bodyPr/>
          <a:lstStyle>
            <a:lvl1pPr>
              <a:lnSpc>
                <a:spcPts val="4600"/>
              </a:lnSpc>
              <a:spcAft>
                <a:spcPts val="1500"/>
              </a:spcAft>
              <a:defRPr sz="3600">
                <a:solidFill>
                  <a:schemeClr val="bg1"/>
                </a:solidFill>
              </a:defRPr>
            </a:lvl1pPr>
            <a:lvl2pPr marL="465138" indent="-446088">
              <a:lnSpc>
                <a:spcPts val="4600"/>
              </a:lnSpc>
              <a:spcAft>
                <a:spcPts val="1500"/>
              </a:spcAft>
              <a:tabLst/>
              <a:defRPr sz="3600">
                <a:solidFill>
                  <a:schemeClr val="bg1"/>
                </a:solidFill>
              </a:defRPr>
            </a:lvl2pPr>
            <a:lvl3pPr marL="915988" indent="-433388">
              <a:lnSpc>
                <a:spcPts val="4600"/>
              </a:lnSpc>
              <a:spcAft>
                <a:spcPts val="1500"/>
              </a:spcAft>
              <a:tabLst/>
              <a:defRPr sz="3600">
                <a:solidFill>
                  <a:schemeClr val="bg1"/>
                </a:solidFill>
              </a:defRPr>
            </a:lvl3pPr>
            <a:lvl4pPr marL="1543050" indent="-474663">
              <a:lnSpc>
                <a:spcPts val="4600"/>
              </a:lnSpc>
              <a:spcAft>
                <a:spcPts val="1500"/>
              </a:spcAft>
              <a:tabLst/>
              <a:defRPr sz="3600">
                <a:solidFill>
                  <a:schemeClr val="bg2"/>
                </a:solidFill>
              </a:defRPr>
            </a:lvl4pPr>
            <a:lvl5pPr marL="2008188" indent="-457200">
              <a:lnSpc>
                <a:spcPts val="4600"/>
              </a:lnSpc>
              <a:spcAft>
                <a:spcPts val="1500"/>
              </a:spcAft>
              <a:tabLst/>
              <a:defRPr sz="3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8A5E909-E38B-A912-083F-7C976D2201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2280" y="4089650"/>
            <a:ext cx="6954110" cy="1953182"/>
          </a:xfrm>
        </p:spPr>
        <p:txBody>
          <a:bodyPr anchor="t" anchorCtr="0"/>
          <a:lstStyle>
            <a:lvl1pPr marL="298450" indent="-298450">
              <a:lnSpc>
                <a:spcPts val="9000"/>
              </a:lnSpc>
              <a:spcAft>
                <a:spcPts val="0"/>
              </a:spcAft>
              <a:tabLst/>
              <a:defRPr lang="en-US" sz="8000" b="0" i="0" kern="1200" dirty="0">
                <a:solidFill>
                  <a:schemeClr val="accent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Get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C3713A6-37E0-06F6-C2DE-2C8C054510D4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1152280" y="6951251"/>
            <a:ext cx="6954110" cy="1953182"/>
          </a:xfrm>
        </p:spPr>
        <p:txBody>
          <a:bodyPr anchor="t" anchorCtr="0"/>
          <a:lstStyle>
            <a:lvl1pPr marL="298450" indent="-298450">
              <a:lnSpc>
                <a:spcPts val="9000"/>
              </a:lnSpc>
              <a:spcAft>
                <a:spcPts val="0"/>
              </a:spcAft>
              <a:tabLst/>
              <a:defRPr lang="en-US" sz="8000" b="0" i="0" kern="1200" dirty="0">
                <a:solidFill>
                  <a:schemeClr val="accent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To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3B9984BB-AC74-EB5A-8483-27C4BC9AC92A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1152280" y="10025499"/>
            <a:ext cx="6954110" cy="1953182"/>
          </a:xfrm>
        </p:spPr>
        <p:txBody>
          <a:bodyPr anchor="t" anchorCtr="0"/>
          <a:lstStyle>
            <a:lvl1pPr marL="298450" indent="-298450">
              <a:lnSpc>
                <a:spcPts val="9000"/>
              </a:lnSpc>
              <a:spcAft>
                <a:spcPts val="0"/>
              </a:spcAft>
              <a:tabLst/>
              <a:defRPr lang="en-US" sz="8000" b="0" i="0" kern="1200" dirty="0">
                <a:solidFill>
                  <a:schemeClr val="bg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By</a:t>
            </a:r>
          </a:p>
        </p:txBody>
      </p:sp>
    </p:spTree>
    <p:extLst>
      <p:ext uri="{BB962C8B-B14F-4D97-AF65-F5344CB8AC3E}">
        <p14:creationId xmlns:p14="http://schemas.microsoft.com/office/powerpoint/2010/main" val="399916273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A26C0E9A-C62F-5444-3052-EC6FBE921780}"/>
              </a:ext>
            </a:extLst>
          </p:cNvPr>
          <p:cNvSpPr/>
          <p:nvPr/>
        </p:nvSpPr>
        <p:spPr>
          <a:xfrm>
            <a:off x="8466154" y="3761560"/>
            <a:ext cx="4870451" cy="8826740"/>
          </a:xfrm>
          <a:custGeom>
            <a:avLst/>
            <a:gdLst>
              <a:gd name="connsiteX0" fmla="*/ 4464158 w 4870451"/>
              <a:gd name="connsiteY0" fmla="*/ 0 h 8826740"/>
              <a:gd name="connsiteX1" fmla="*/ 4870452 w 4870451"/>
              <a:gd name="connsiteY1" fmla="*/ 406294 h 8826740"/>
              <a:gd name="connsiteX2" fmla="*/ 4870452 w 4870451"/>
              <a:gd name="connsiteY2" fmla="*/ 8420447 h 8826740"/>
              <a:gd name="connsiteX3" fmla="*/ 4464158 w 4870451"/>
              <a:gd name="connsiteY3" fmla="*/ 8826741 h 8826740"/>
              <a:gd name="connsiteX4" fmla="*/ 406295 w 4870451"/>
              <a:gd name="connsiteY4" fmla="*/ 8826741 h 8826740"/>
              <a:gd name="connsiteX5" fmla="*/ 1 w 4870451"/>
              <a:gd name="connsiteY5" fmla="*/ 8420447 h 8826740"/>
              <a:gd name="connsiteX6" fmla="*/ 1 w 4870451"/>
              <a:gd name="connsiteY6" fmla="*/ 406294 h 8826740"/>
              <a:gd name="connsiteX7" fmla="*/ 406295 w 487045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0451" h="8826740">
                <a:moveTo>
                  <a:pt x="4464158" y="0"/>
                </a:moveTo>
                <a:cubicBezTo>
                  <a:pt x="4688548" y="0"/>
                  <a:pt x="4870452" y="181904"/>
                  <a:pt x="4870452" y="406294"/>
                </a:cubicBezTo>
                <a:lnTo>
                  <a:pt x="4870452" y="8420447"/>
                </a:lnTo>
                <a:cubicBezTo>
                  <a:pt x="4870452" y="8644837"/>
                  <a:pt x="4688548" y="8826741"/>
                  <a:pt x="4464158" y="8826741"/>
                </a:cubicBezTo>
                <a:lnTo>
                  <a:pt x="406295" y="8826741"/>
                </a:lnTo>
                <a:cubicBezTo>
                  <a:pt x="181905" y="8826741"/>
                  <a:pt x="1" y="8644837"/>
                  <a:pt x="1" y="8420447"/>
                </a:cubicBezTo>
                <a:lnTo>
                  <a:pt x="1" y="406294"/>
                </a:lnTo>
                <a:cubicBezTo>
                  <a:pt x="1" y="181904"/>
                  <a:pt x="181905" y="0"/>
                  <a:pt x="406295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C3C3B2E-6AEB-3B3A-E92D-EF27FCAB1646}"/>
              </a:ext>
            </a:extLst>
          </p:cNvPr>
          <p:cNvSpPr/>
          <p:nvPr/>
        </p:nvSpPr>
        <p:spPr>
          <a:xfrm>
            <a:off x="18858397" y="3761560"/>
            <a:ext cx="4831091" cy="8826740"/>
          </a:xfrm>
          <a:custGeom>
            <a:avLst/>
            <a:gdLst>
              <a:gd name="connsiteX0" fmla="*/ 4424798 w 4831091"/>
              <a:gd name="connsiteY0" fmla="*/ 0 h 8826740"/>
              <a:gd name="connsiteX1" fmla="*/ 4831092 w 4831091"/>
              <a:gd name="connsiteY1" fmla="*/ 406294 h 8826740"/>
              <a:gd name="connsiteX2" fmla="*/ 4831092 w 4831091"/>
              <a:gd name="connsiteY2" fmla="*/ 8420447 h 8826740"/>
              <a:gd name="connsiteX3" fmla="*/ 4424798 w 4831091"/>
              <a:gd name="connsiteY3" fmla="*/ 8826741 h 8826740"/>
              <a:gd name="connsiteX4" fmla="*/ 406295 w 4831091"/>
              <a:gd name="connsiteY4" fmla="*/ 8826741 h 8826740"/>
              <a:gd name="connsiteX5" fmla="*/ 1 w 4831091"/>
              <a:gd name="connsiteY5" fmla="*/ 8420447 h 8826740"/>
              <a:gd name="connsiteX6" fmla="*/ 1 w 4831091"/>
              <a:gd name="connsiteY6" fmla="*/ 406294 h 8826740"/>
              <a:gd name="connsiteX7" fmla="*/ 406295 w 483109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1091" h="8826740">
                <a:moveTo>
                  <a:pt x="4424798" y="0"/>
                </a:moveTo>
                <a:cubicBezTo>
                  <a:pt x="4649188" y="0"/>
                  <a:pt x="4831092" y="181904"/>
                  <a:pt x="4831092" y="406294"/>
                </a:cubicBezTo>
                <a:lnTo>
                  <a:pt x="4831092" y="8420447"/>
                </a:lnTo>
                <a:cubicBezTo>
                  <a:pt x="4831092" y="8644837"/>
                  <a:pt x="4649188" y="8826741"/>
                  <a:pt x="4424798" y="8826741"/>
                </a:cubicBezTo>
                <a:lnTo>
                  <a:pt x="406295" y="8826741"/>
                </a:lnTo>
                <a:cubicBezTo>
                  <a:pt x="181905" y="8826741"/>
                  <a:pt x="1" y="8644837"/>
                  <a:pt x="1" y="8420447"/>
                </a:cubicBezTo>
                <a:lnTo>
                  <a:pt x="1" y="406294"/>
                </a:lnTo>
                <a:cubicBezTo>
                  <a:pt x="1" y="181904"/>
                  <a:pt x="181905" y="0"/>
                  <a:pt x="406295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1592CA5-ACEF-3366-DFF1-A865EF2625D4}"/>
              </a:ext>
            </a:extLst>
          </p:cNvPr>
          <p:cNvSpPr/>
          <p:nvPr/>
        </p:nvSpPr>
        <p:spPr>
          <a:xfrm>
            <a:off x="13684495" y="3761560"/>
            <a:ext cx="4831091" cy="8826740"/>
          </a:xfrm>
          <a:custGeom>
            <a:avLst/>
            <a:gdLst>
              <a:gd name="connsiteX0" fmla="*/ 4424798 w 4831091"/>
              <a:gd name="connsiteY0" fmla="*/ 0 h 8826740"/>
              <a:gd name="connsiteX1" fmla="*/ 4831092 w 4831091"/>
              <a:gd name="connsiteY1" fmla="*/ 406294 h 8826740"/>
              <a:gd name="connsiteX2" fmla="*/ 4831092 w 4831091"/>
              <a:gd name="connsiteY2" fmla="*/ 8420447 h 8826740"/>
              <a:gd name="connsiteX3" fmla="*/ 4424798 w 4831091"/>
              <a:gd name="connsiteY3" fmla="*/ 8826741 h 8826740"/>
              <a:gd name="connsiteX4" fmla="*/ 406295 w 4831091"/>
              <a:gd name="connsiteY4" fmla="*/ 8826741 h 8826740"/>
              <a:gd name="connsiteX5" fmla="*/ 1 w 4831091"/>
              <a:gd name="connsiteY5" fmla="*/ 8420447 h 8826740"/>
              <a:gd name="connsiteX6" fmla="*/ 1 w 4831091"/>
              <a:gd name="connsiteY6" fmla="*/ 406294 h 8826740"/>
              <a:gd name="connsiteX7" fmla="*/ 406295 w 483109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1091" h="8826740">
                <a:moveTo>
                  <a:pt x="4424798" y="0"/>
                </a:moveTo>
                <a:cubicBezTo>
                  <a:pt x="4649188" y="0"/>
                  <a:pt x="4831092" y="181904"/>
                  <a:pt x="4831092" y="406294"/>
                </a:cubicBezTo>
                <a:lnTo>
                  <a:pt x="4831092" y="8420447"/>
                </a:lnTo>
                <a:cubicBezTo>
                  <a:pt x="4831092" y="8644837"/>
                  <a:pt x="4649188" y="8826741"/>
                  <a:pt x="4424798" y="8826741"/>
                </a:cubicBezTo>
                <a:lnTo>
                  <a:pt x="406295" y="8826741"/>
                </a:lnTo>
                <a:cubicBezTo>
                  <a:pt x="181905" y="8826741"/>
                  <a:pt x="1" y="8644837"/>
                  <a:pt x="1" y="8420447"/>
                </a:cubicBezTo>
                <a:lnTo>
                  <a:pt x="1" y="406294"/>
                </a:lnTo>
                <a:cubicBezTo>
                  <a:pt x="1" y="181904"/>
                  <a:pt x="181905" y="0"/>
                  <a:pt x="406295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5223D35-2533-6DD7-1CC1-AD39AD0E3FB5}"/>
              </a:ext>
            </a:extLst>
          </p:cNvPr>
          <p:cNvSpPr/>
          <p:nvPr/>
        </p:nvSpPr>
        <p:spPr>
          <a:xfrm>
            <a:off x="683082" y="3761560"/>
            <a:ext cx="7440261" cy="8826740"/>
          </a:xfrm>
          <a:custGeom>
            <a:avLst/>
            <a:gdLst>
              <a:gd name="connsiteX0" fmla="*/ 7033968 w 7440261"/>
              <a:gd name="connsiteY0" fmla="*/ 0 h 8826740"/>
              <a:gd name="connsiteX1" fmla="*/ 7440262 w 7440261"/>
              <a:gd name="connsiteY1" fmla="*/ 406294 h 8826740"/>
              <a:gd name="connsiteX2" fmla="*/ 7440262 w 7440261"/>
              <a:gd name="connsiteY2" fmla="*/ 8420447 h 8826740"/>
              <a:gd name="connsiteX3" fmla="*/ 7033968 w 7440261"/>
              <a:gd name="connsiteY3" fmla="*/ 8826741 h 8826740"/>
              <a:gd name="connsiteX4" fmla="*/ 406294 w 7440261"/>
              <a:gd name="connsiteY4" fmla="*/ 8826741 h 8826740"/>
              <a:gd name="connsiteX5" fmla="*/ 0 w 7440261"/>
              <a:gd name="connsiteY5" fmla="*/ 8420447 h 8826740"/>
              <a:gd name="connsiteX6" fmla="*/ 0 w 7440261"/>
              <a:gd name="connsiteY6" fmla="*/ 406294 h 8826740"/>
              <a:gd name="connsiteX7" fmla="*/ 406294 w 744026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8826740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8420447"/>
                </a:lnTo>
                <a:cubicBezTo>
                  <a:pt x="7440262" y="8644837"/>
                  <a:pt x="7258358" y="8826741"/>
                  <a:pt x="7033968" y="8826741"/>
                </a:cubicBezTo>
                <a:lnTo>
                  <a:pt x="406294" y="8826741"/>
                </a:lnTo>
                <a:cubicBezTo>
                  <a:pt x="181904" y="8826741"/>
                  <a:pt x="0" y="8644837"/>
                  <a:pt x="0" y="8420447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4EF1FB69-1C30-5A75-2F7E-730A88B7A678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3589" y="4452542"/>
            <a:ext cx="6400800" cy="635027"/>
          </a:xfrm>
        </p:spPr>
        <p:txBody>
          <a:bodyPr anchor="t" anchorCtr="0"/>
          <a:lstStyle>
            <a:lvl1pPr marL="0" indent="0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None/>
              <a:defRPr sz="36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3589" y="5432124"/>
            <a:ext cx="6400800" cy="6858000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65138" indent="-4460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2pPr>
            <a:lvl3pPr marL="915988" indent="-4333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4pPr>
            <a:lvl5pPr marL="2008188" indent="-457200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1080" y="4452542"/>
            <a:ext cx="3931920" cy="635027"/>
          </a:xfrm>
        </p:spPr>
        <p:txBody>
          <a:bodyPr anchor="t" anchorCtr="0"/>
          <a:lstStyle>
            <a:lvl1pPr marL="0" indent="0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None/>
              <a:defRPr sz="36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26212" y="5432124"/>
            <a:ext cx="3931920" cy="6858000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solidFill>
                  <a:schemeClr val="accent1"/>
                </a:solidFill>
              </a:defRPr>
            </a:lvl1pPr>
            <a:lvl2pPr marL="465138" indent="-4460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2pPr>
            <a:lvl3pPr marL="979488" indent="-4968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3pPr>
            <a:lvl4pPr marL="1543050" indent="-474663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4pPr>
            <a:lvl5pPr marL="2008188" indent="-457200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88569" y="4452542"/>
            <a:ext cx="3931920" cy="635027"/>
          </a:xfrm>
        </p:spPr>
        <p:txBody>
          <a:bodyPr anchor="t" anchorCtr="0"/>
          <a:lstStyle>
            <a:lvl1pPr marL="0" indent="0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None/>
              <a:defRPr sz="36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4388569" y="5432124"/>
            <a:ext cx="3931920" cy="6858000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solidFill>
                  <a:schemeClr val="accent1"/>
                </a:solidFill>
              </a:defRPr>
            </a:lvl1pPr>
            <a:lvl2pPr marL="465138" indent="-4460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2pPr>
            <a:lvl3pPr marL="979488" indent="-4968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3pPr>
            <a:lvl4pPr marL="1543050" indent="-474663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4pPr>
            <a:lvl5pPr marL="2008188" indent="-457200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3F0BC3-0A4E-5D8C-AA99-69064BDC8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5" y="2121408"/>
            <a:ext cx="23034083" cy="1169989"/>
          </a:xfrm>
        </p:spPr>
        <p:txBody>
          <a:bodyPr/>
          <a:lstStyle>
            <a:lvl1pPr>
              <a:lnSpc>
                <a:spcPts val="4600"/>
              </a:lnSpc>
              <a:defRPr sz="3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DE080769-04DA-4B32-E642-465F5B9F05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35333" y="4452542"/>
            <a:ext cx="3931920" cy="635027"/>
          </a:xfrm>
        </p:spPr>
        <p:txBody>
          <a:bodyPr anchor="t" anchorCtr="0"/>
          <a:lstStyle>
            <a:lvl1pPr marL="0" indent="0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None/>
              <a:defRPr sz="36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EDB33D3-4FCE-E94C-3607-BD9BC716D66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19535333" y="5432124"/>
            <a:ext cx="3931920" cy="6858000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>
                <a:solidFill>
                  <a:schemeClr val="accent1"/>
                </a:solidFill>
              </a:defRPr>
            </a:lvl1pPr>
            <a:lvl2pPr marL="465138" indent="-4460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2pPr>
            <a:lvl3pPr marL="979488" indent="-4968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3pPr>
            <a:lvl4pPr marL="1543050" indent="-474663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4pPr>
            <a:lvl5pPr marL="2008188" indent="-457200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33815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1">
            <a:extLst>
              <a:ext uri="{FF2B5EF4-FFF2-40B4-BE49-F238E27FC236}">
                <a16:creationId xmlns:a16="http://schemas.microsoft.com/office/drawing/2014/main" id="{4B083D97-9731-5C43-F01D-BC2C2976AF9D}"/>
              </a:ext>
            </a:extLst>
          </p:cNvPr>
          <p:cNvSpPr/>
          <p:nvPr/>
        </p:nvSpPr>
        <p:spPr>
          <a:xfrm>
            <a:off x="683170" y="3727126"/>
            <a:ext cx="11333274" cy="2714906"/>
          </a:xfrm>
          <a:custGeom>
            <a:avLst/>
            <a:gdLst>
              <a:gd name="connsiteX0" fmla="*/ 10926927 w 11333274"/>
              <a:gd name="connsiteY0" fmla="*/ 0 h 2714906"/>
              <a:gd name="connsiteX1" fmla="*/ 11333274 w 11333274"/>
              <a:gd name="connsiteY1" fmla="*/ 406347 h 2714906"/>
              <a:gd name="connsiteX2" fmla="*/ 11333274 w 11333274"/>
              <a:gd name="connsiteY2" fmla="*/ 2308559 h 2714906"/>
              <a:gd name="connsiteX3" fmla="*/ 10926927 w 11333274"/>
              <a:gd name="connsiteY3" fmla="*/ 2714906 h 2714906"/>
              <a:gd name="connsiteX4" fmla="*/ 406347 w 11333274"/>
              <a:gd name="connsiteY4" fmla="*/ 2714906 h 2714906"/>
              <a:gd name="connsiteX5" fmla="*/ 0 w 11333274"/>
              <a:gd name="connsiteY5" fmla="*/ 2308559 h 2714906"/>
              <a:gd name="connsiteX6" fmla="*/ 0 w 11333274"/>
              <a:gd name="connsiteY6" fmla="*/ 406347 h 2714906"/>
              <a:gd name="connsiteX7" fmla="*/ 406347 w 1133327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3274" h="2714906">
                <a:moveTo>
                  <a:pt x="10926927" y="0"/>
                </a:moveTo>
                <a:cubicBezTo>
                  <a:pt x="11151346" y="0"/>
                  <a:pt x="11333274" y="181928"/>
                  <a:pt x="11333274" y="406347"/>
                </a:cubicBezTo>
                <a:lnTo>
                  <a:pt x="11333274" y="2308559"/>
                </a:lnTo>
                <a:cubicBezTo>
                  <a:pt x="11333274" y="2532979"/>
                  <a:pt x="11151346" y="2714906"/>
                  <a:pt x="10926927" y="2714906"/>
                </a:cubicBezTo>
                <a:lnTo>
                  <a:pt x="406347" y="2714906"/>
                </a:lnTo>
                <a:cubicBezTo>
                  <a:pt x="181928" y="2714906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1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987B3B11-0D6D-EBD6-471E-36FBEAEFEB80}"/>
              </a:ext>
            </a:extLst>
          </p:cNvPr>
          <p:cNvSpPr/>
          <p:nvPr/>
        </p:nvSpPr>
        <p:spPr>
          <a:xfrm>
            <a:off x="683170" y="6783618"/>
            <a:ext cx="11333274" cy="2713636"/>
          </a:xfrm>
          <a:custGeom>
            <a:avLst/>
            <a:gdLst>
              <a:gd name="connsiteX0" fmla="*/ 10926927 w 11333274"/>
              <a:gd name="connsiteY0" fmla="*/ 0 h 2713636"/>
              <a:gd name="connsiteX1" fmla="*/ 11333274 w 11333274"/>
              <a:gd name="connsiteY1" fmla="*/ 406347 h 2713636"/>
              <a:gd name="connsiteX2" fmla="*/ 11333274 w 11333274"/>
              <a:gd name="connsiteY2" fmla="*/ 2307290 h 2713636"/>
              <a:gd name="connsiteX3" fmla="*/ 10926927 w 11333274"/>
              <a:gd name="connsiteY3" fmla="*/ 2713637 h 2713636"/>
              <a:gd name="connsiteX4" fmla="*/ 406347 w 11333274"/>
              <a:gd name="connsiteY4" fmla="*/ 2713637 h 2713636"/>
              <a:gd name="connsiteX5" fmla="*/ 0 w 11333274"/>
              <a:gd name="connsiteY5" fmla="*/ 2307290 h 2713636"/>
              <a:gd name="connsiteX6" fmla="*/ 0 w 11333274"/>
              <a:gd name="connsiteY6" fmla="*/ 406347 h 2713636"/>
              <a:gd name="connsiteX7" fmla="*/ 406347 w 11333274"/>
              <a:gd name="connsiteY7" fmla="*/ 0 h 2713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3274" h="2713636">
                <a:moveTo>
                  <a:pt x="10926927" y="0"/>
                </a:moveTo>
                <a:cubicBezTo>
                  <a:pt x="11151346" y="0"/>
                  <a:pt x="11333274" y="181928"/>
                  <a:pt x="11333274" y="406347"/>
                </a:cubicBezTo>
                <a:lnTo>
                  <a:pt x="11333274" y="2307290"/>
                </a:lnTo>
                <a:cubicBezTo>
                  <a:pt x="11333274" y="2531709"/>
                  <a:pt x="11151346" y="2713637"/>
                  <a:pt x="10926927" y="2713637"/>
                </a:cubicBezTo>
                <a:lnTo>
                  <a:pt x="406347" y="2713637"/>
                </a:lnTo>
                <a:cubicBezTo>
                  <a:pt x="181928" y="2713637"/>
                  <a:pt x="0" y="2531709"/>
                  <a:pt x="0" y="2307290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9CE28D9D-A45C-44B9-D8C5-919FD57229A3}"/>
              </a:ext>
            </a:extLst>
          </p:cNvPr>
          <p:cNvSpPr/>
          <p:nvPr/>
        </p:nvSpPr>
        <p:spPr>
          <a:xfrm>
            <a:off x="12359299" y="3727126"/>
            <a:ext cx="5495844" cy="2714906"/>
          </a:xfrm>
          <a:custGeom>
            <a:avLst/>
            <a:gdLst>
              <a:gd name="connsiteX0" fmla="*/ 5089497 w 5495844"/>
              <a:gd name="connsiteY0" fmla="*/ 0 h 2714906"/>
              <a:gd name="connsiteX1" fmla="*/ 5495844 w 5495844"/>
              <a:gd name="connsiteY1" fmla="*/ 406347 h 2714906"/>
              <a:gd name="connsiteX2" fmla="*/ 5495844 w 5495844"/>
              <a:gd name="connsiteY2" fmla="*/ 2308559 h 2714906"/>
              <a:gd name="connsiteX3" fmla="*/ 5089497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2308559"/>
                </a:lnTo>
                <a:cubicBezTo>
                  <a:pt x="5495844" y="2532979"/>
                  <a:pt x="5313916" y="2714906"/>
                  <a:pt x="5089497" y="2714906"/>
                </a:cubicBezTo>
                <a:lnTo>
                  <a:pt x="406347" y="2714906"/>
                </a:lnTo>
                <a:cubicBezTo>
                  <a:pt x="181928" y="2714906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1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1087E5B5-A0E8-FCE8-1D9A-F7BEB4CC4C2A}"/>
              </a:ext>
            </a:extLst>
          </p:cNvPr>
          <p:cNvSpPr/>
          <p:nvPr/>
        </p:nvSpPr>
        <p:spPr>
          <a:xfrm>
            <a:off x="12359299" y="6783618"/>
            <a:ext cx="5495844" cy="2713636"/>
          </a:xfrm>
          <a:custGeom>
            <a:avLst/>
            <a:gdLst>
              <a:gd name="connsiteX0" fmla="*/ 5089497 w 5495844"/>
              <a:gd name="connsiteY0" fmla="*/ 0 h 2713636"/>
              <a:gd name="connsiteX1" fmla="*/ 5495844 w 5495844"/>
              <a:gd name="connsiteY1" fmla="*/ 406347 h 2713636"/>
              <a:gd name="connsiteX2" fmla="*/ 5495844 w 5495844"/>
              <a:gd name="connsiteY2" fmla="*/ 2307290 h 2713636"/>
              <a:gd name="connsiteX3" fmla="*/ 5089497 w 5495844"/>
              <a:gd name="connsiteY3" fmla="*/ 2713637 h 2713636"/>
              <a:gd name="connsiteX4" fmla="*/ 406347 w 5495844"/>
              <a:gd name="connsiteY4" fmla="*/ 2713637 h 2713636"/>
              <a:gd name="connsiteX5" fmla="*/ 0 w 5495844"/>
              <a:gd name="connsiteY5" fmla="*/ 2307290 h 2713636"/>
              <a:gd name="connsiteX6" fmla="*/ 0 w 5495844"/>
              <a:gd name="connsiteY6" fmla="*/ 406347 h 2713636"/>
              <a:gd name="connsiteX7" fmla="*/ 406347 w 5495844"/>
              <a:gd name="connsiteY7" fmla="*/ 0 h 2713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3636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2307290"/>
                </a:lnTo>
                <a:cubicBezTo>
                  <a:pt x="5495844" y="2531709"/>
                  <a:pt x="5313916" y="2713637"/>
                  <a:pt x="5089497" y="2713637"/>
                </a:cubicBezTo>
                <a:lnTo>
                  <a:pt x="406347" y="2713637"/>
                </a:lnTo>
                <a:cubicBezTo>
                  <a:pt x="181928" y="2713637"/>
                  <a:pt x="0" y="2531709"/>
                  <a:pt x="0" y="2307290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AFB25E71-AAF1-2CEE-56EE-8D24022DE474}"/>
              </a:ext>
            </a:extLst>
          </p:cNvPr>
          <p:cNvSpPr/>
          <p:nvPr/>
        </p:nvSpPr>
        <p:spPr>
          <a:xfrm>
            <a:off x="12359299" y="9841380"/>
            <a:ext cx="5495844" cy="2714906"/>
          </a:xfrm>
          <a:custGeom>
            <a:avLst/>
            <a:gdLst>
              <a:gd name="connsiteX0" fmla="*/ 5089497 w 5495844"/>
              <a:gd name="connsiteY0" fmla="*/ 0 h 2714906"/>
              <a:gd name="connsiteX1" fmla="*/ 5495844 w 5495844"/>
              <a:gd name="connsiteY1" fmla="*/ 406347 h 2714906"/>
              <a:gd name="connsiteX2" fmla="*/ 5495844 w 5495844"/>
              <a:gd name="connsiteY2" fmla="*/ 2308559 h 2714906"/>
              <a:gd name="connsiteX3" fmla="*/ 5089497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2308559"/>
                </a:lnTo>
                <a:cubicBezTo>
                  <a:pt x="5495844" y="2532978"/>
                  <a:pt x="5313916" y="2714906"/>
                  <a:pt x="5089497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3853F9A9-5CFB-1659-634E-D25C70B66601}"/>
              </a:ext>
            </a:extLst>
          </p:cNvPr>
          <p:cNvSpPr/>
          <p:nvPr/>
        </p:nvSpPr>
        <p:spPr>
          <a:xfrm>
            <a:off x="18197999" y="3727126"/>
            <a:ext cx="5495844" cy="2714906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9"/>
                  <a:pt x="5313917" y="2714906"/>
                  <a:pt x="5089498" y="2714906"/>
                </a:cubicBezTo>
                <a:lnTo>
                  <a:pt x="406347" y="2714906"/>
                </a:lnTo>
                <a:cubicBezTo>
                  <a:pt x="181928" y="2714906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1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CF301E6F-33B6-895F-ABF1-CA10EB8937E7}"/>
              </a:ext>
            </a:extLst>
          </p:cNvPr>
          <p:cNvSpPr/>
          <p:nvPr/>
        </p:nvSpPr>
        <p:spPr>
          <a:xfrm>
            <a:off x="18197999" y="6783618"/>
            <a:ext cx="5495844" cy="2713636"/>
          </a:xfrm>
          <a:custGeom>
            <a:avLst/>
            <a:gdLst>
              <a:gd name="connsiteX0" fmla="*/ 5089498 w 5495844"/>
              <a:gd name="connsiteY0" fmla="*/ 0 h 2713636"/>
              <a:gd name="connsiteX1" fmla="*/ 5495845 w 5495844"/>
              <a:gd name="connsiteY1" fmla="*/ 406347 h 2713636"/>
              <a:gd name="connsiteX2" fmla="*/ 5495845 w 5495844"/>
              <a:gd name="connsiteY2" fmla="*/ 2307290 h 2713636"/>
              <a:gd name="connsiteX3" fmla="*/ 5089498 w 5495844"/>
              <a:gd name="connsiteY3" fmla="*/ 2713637 h 2713636"/>
              <a:gd name="connsiteX4" fmla="*/ 406347 w 5495844"/>
              <a:gd name="connsiteY4" fmla="*/ 2713637 h 2713636"/>
              <a:gd name="connsiteX5" fmla="*/ 0 w 5495844"/>
              <a:gd name="connsiteY5" fmla="*/ 2307290 h 2713636"/>
              <a:gd name="connsiteX6" fmla="*/ 0 w 5495844"/>
              <a:gd name="connsiteY6" fmla="*/ 406347 h 2713636"/>
              <a:gd name="connsiteX7" fmla="*/ 406347 w 5495844"/>
              <a:gd name="connsiteY7" fmla="*/ 0 h 2713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363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7290"/>
                </a:lnTo>
                <a:cubicBezTo>
                  <a:pt x="5495845" y="2531709"/>
                  <a:pt x="5313917" y="2713637"/>
                  <a:pt x="5089498" y="2713637"/>
                </a:cubicBezTo>
                <a:lnTo>
                  <a:pt x="406347" y="2713637"/>
                </a:lnTo>
                <a:cubicBezTo>
                  <a:pt x="181928" y="2713637"/>
                  <a:pt x="0" y="2531709"/>
                  <a:pt x="0" y="2307290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AE3E5C82-89ED-E1CE-E4A0-6229184CC132}"/>
              </a:ext>
            </a:extLst>
          </p:cNvPr>
          <p:cNvSpPr/>
          <p:nvPr/>
        </p:nvSpPr>
        <p:spPr>
          <a:xfrm>
            <a:off x="18197999" y="9841380"/>
            <a:ext cx="5495844" cy="2714906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8"/>
                  <a:pt x="5313917" y="2714906"/>
                  <a:pt x="5089498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21D5FFC1-7666-00BD-5941-5CEC48B3F91B}"/>
              </a:ext>
            </a:extLst>
          </p:cNvPr>
          <p:cNvSpPr/>
          <p:nvPr/>
        </p:nvSpPr>
        <p:spPr>
          <a:xfrm>
            <a:off x="683170" y="9841380"/>
            <a:ext cx="11333274" cy="2714906"/>
          </a:xfrm>
          <a:custGeom>
            <a:avLst/>
            <a:gdLst>
              <a:gd name="connsiteX0" fmla="*/ 10926927 w 11333274"/>
              <a:gd name="connsiteY0" fmla="*/ 0 h 2714906"/>
              <a:gd name="connsiteX1" fmla="*/ 11333274 w 11333274"/>
              <a:gd name="connsiteY1" fmla="*/ 406347 h 2714906"/>
              <a:gd name="connsiteX2" fmla="*/ 11333274 w 11333274"/>
              <a:gd name="connsiteY2" fmla="*/ 2308559 h 2714906"/>
              <a:gd name="connsiteX3" fmla="*/ 10926927 w 11333274"/>
              <a:gd name="connsiteY3" fmla="*/ 2714906 h 2714906"/>
              <a:gd name="connsiteX4" fmla="*/ 406347 w 11333274"/>
              <a:gd name="connsiteY4" fmla="*/ 2714906 h 2714906"/>
              <a:gd name="connsiteX5" fmla="*/ 0 w 11333274"/>
              <a:gd name="connsiteY5" fmla="*/ 2308559 h 2714906"/>
              <a:gd name="connsiteX6" fmla="*/ 0 w 11333274"/>
              <a:gd name="connsiteY6" fmla="*/ 406347 h 2714906"/>
              <a:gd name="connsiteX7" fmla="*/ 406347 w 1133327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3274" h="2714906">
                <a:moveTo>
                  <a:pt x="10926927" y="0"/>
                </a:moveTo>
                <a:cubicBezTo>
                  <a:pt x="11151346" y="0"/>
                  <a:pt x="11333274" y="181928"/>
                  <a:pt x="11333274" y="406347"/>
                </a:cubicBezTo>
                <a:lnTo>
                  <a:pt x="11333274" y="2308559"/>
                </a:lnTo>
                <a:cubicBezTo>
                  <a:pt x="11333274" y="2532978"/>
                  <a:pt x="11151346" y="2714906"/>
                  <a:pt x="10926927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31755" y="4185303"/>
            <a:ext cx="10563861" cy="45720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1451E89-ADFB-7D4F-3A7F-D236E195DC3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31756" y="4800527"/>
            <a:ext cx="10563860" cy="1500659"/>
          </a:xfrm>
        </p:spPr>
        <p:txBody>
          <a:bodyPr/>
          <a:lstStyle>
            <a:lvl1pPr>
              <a:lnSpc>
                <a:spcPts val="24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7625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2pPr>
            <a:lvl3pPr marL="93980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2799352" y="4185303"/>
            <a:ext cx="4818743" cy="45720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65E814B-08B4-86D7-6553-7DC1A31EA2AB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12799353" y="4800527"/>
            <a:ext cx="4818743" cy="1500659"/>
          </a:xfrm>
        </p:spPr>
        <p:txBody>
          <a:bodyPr/>
          <a:lstStyle>
            <a:lvl1pPr>
              <a:lnSpc>
                <a:spcPts val="24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7625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2pPr>
            <a:lvl3pPr marL="93980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8641352" y="4185303"/>
            <a:ext cx="4818743" cy="45720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EA6CD2B-D123-2C14-9723-448B379B5544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18641353" y="4800527"/>
            <a:ext cx="4818743" cy="1500659"/>
          </a:xfrm>
        </p:spPr>
        <p:txBody>
          <a:bodyPr/>
          <a:lstStyle>
            <a:lvl1pPr>
              <a:lnSpc>
                <a:spcPts val="24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7625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2pPr>
            <a:lvl3pPr marL="93980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1131755" y="7244048"/>
            <a:ext cx="10563861" cy="45720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1FFD59F3-77D2-D2C8-2F19-BD9113A275BF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1131756" y="7859272"/>
            <a:ext cx="10563860" cy="1500659"/>
          </a:xfrm>
        </p:spPr>
        <p:txBody>
          <a:bodyPr/>
          <a:lstStyle>
            <a:lvl1pPr>
              <a:lnSpc>
                <a:spcPts val="24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7625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2pPr>
            <a:lvl3pPr marL="93980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2799352" y="7244048"/>
            <a:ext cx="4818743" cy="45720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26D39E8F-FBB7-0B22-C607-1108989A8CEF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12799353" y="7859272"/>
            <a:ext cx="4818743" cy="1500659"/>
          </a:xfrm>
        </p:spPr>
        <p:txBody>
          <a:bodyPr/>
          <a:lstStyle>
            <a:lvl1pPr>
              <a:lnSpc>
                <a:spcPts val="24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7625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2pPr>
            <a:lvl3pPr marL="93980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8B418BC-90B0-23E0-2220-34D6197C3C4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8641352" y="7244048"/>
            <a:ext cx="4818743" cy="45720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11FD9D42-D8DA-281E-81D3-53DD7E3DF633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18641353" y="7859272"/>
            <a:ext cx="4818743" cy="1500659"/>
          </a:xfrm>
        </p:spPr>
        <p:txBody>
          <a:bodyPr/>
          <a:lstStyle>
            <a:lvl1pPr>
              <a:lnSpc>
                <a:spcPts val="24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7625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2pPr>
            <a:lvl3pPr marL="93980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63C4465-1E34-295F-C8BB-C2F81A5DD82C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1131755" y="10304748"/>
            <a:ext cx="10563861" cy="45720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497019FC-B529-C965-CB58-D45F5568B155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1131756" y="10934039"/>
            <a:ext cx="10563860" cy="1500659"/>
          </a:xfrm>
        </p:spPr>
        <p:txBody>
          <a:bodyPr/>
          <a:lstStyle>
            <a:lvl1pPr>
              <a:lnSpc>
                <a:spcPts val="24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7625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2pPr>
            <a:lvl3pPr marL="93980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D38F891-1E5D-66DB-9980-81F5CB466869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2799352" y="10304748"/>
            <a:ext cx="4818743" cy="45720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E494372B-8E54-41EE-0612-6DCE32259AFC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12799353" y="10934039"/>
            <a:ext cx="4818743" cy="1500659"/>
          </a:xfrm>
        </p:spPr>
        <p:txBody>
          <a:bodyPr/>
          <a:lstStyle>
            <a:lvl1pPr>
              <a:lnSpc>
                <a:spcPts val="24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7625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2pPr>
            <a:lvl3pPr marL="93980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66793BA-B89A-E934-036C-6112BD05FE4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8641352" y="10304748"/>
            <a:ext cx="4818743" cy="45720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0F01C2F0-28DA-59C4-4CBC-E153EF56A346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18641353" y="10934039"/>
            <a:ext cx="4818743" cy="1500659"/>
          </a:xfrm>
        </p:spPr>
        <p:txBody>
          <a:bodyPr/>
          <a:lstStyle>
            <a:lvl1pPr>
              <a:lnSpc>
                <a:spcPts val="24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7625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2pPr>
            <a:lvl3pPr marL="939800" indent="-457200">
              <a:lnSpc>
                <a:spcPts val="2400"/>
              </a:lnSpc>
              <a:spcAft>
                <a:spcPts val="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132287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5497511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2627" y="3941763"/>
            <a:ext cx="3543298" cy="274320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82627" y="4753308"/>
            <a:ext cx="3543298" cy="274320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82627" y="5568028"/>
            <a:ext cx="3543298" cy="274320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82627" y="6391275"/>
            <a:ext cx="3543298" cy="274320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82627" y="7207898"/>
            <a:ext cx="3543298" cy="274320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8B418BC-90B0-23E0-2220-34D6197C3C4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82627" y="8019318"/>
            <a:ext cx="3543298" cy="274320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63C4465-1E34-295F-C8BB-C2F81A5DD82C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82627" y="8833913"/>
            <a:ext cx="3543298" cy="274320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D38F891-1E5D-66DB-9980-81F5CB466869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82627" y="9648403"/>
            <a:ext cx="3543298" cy="274320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66793BA-B89A-E934-036C-6112BD05FE4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82627" y="10466068"/>
            <a:ext cx="3543298" cy="274320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FF90FBA-B43C-8B8D-5A9D-3AC8981B7C3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82627" y="11282043"/>
            <a:ext cx="3543298" cy="274320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F2BB94E5-2B26-F5C5-546B-D2E708EE9D6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82627" y="12098018"/>
            <a:ext cx="3543298" cy="274320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92400316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E028735-1B73-6561-5090-937C3B5E6E55}"/>
              </a:ext>
            </a:extLst>
          </p:cNvPr>
          <p:cNvSpPr/>
          <p:nvPr/>
        </p:nvSpPr>
        <p:spPr>
          <a:xfrm>
            <a:off x="692145" y="3750454"/>
            <a:ext cx="22997519" cy="8814043"/>
          </a:xfrm>
          <a:custGeom>
            <a:avLst/>
            <a:gdLst>
              <a:gd name="connsiteX0" fmla="*/ 22591226 w 22997519"/>
              <a:gd name="connsiteY0" fmla="*/ 0 h 8814043"/>
              <a:gd name="connsiteX1" fmla="*/ 22997520 w 22997519"/>
              <a:gd name="connsiteY1" fmla="*/ 406294 h 8814043"/>
              <a:gd name="connsiteX2" fmla="*/ 22997520 w 22997519"/>
              <a:gd name="connsiteY2" fmla="*/ 8407750 h 8814043"/>
              <a:gd name="connsiteX3" fmla="*/ 22591226 w 22997519"/>
              <a:gd name="connsiteY3" fmla="*/ 8814044 h 8814043"/>
              <a:gd name="connsiteX4" fmla="*/ 406294 w 22997519"/>
              <a:gd name="connsiteY4" fmla="*/ 8814044 h 8814043"/>
              <a:gd name="connsiteX5" fmla="*/ 0 w 22997519"/>
              <a:gd name="connsiteY5" fmla="*/ 8407750 h 8814043"/>
              <a:gd name="connsiteX6" fmla="*/ 0 w 22997519"/>
              <a:gd name="connsiteY6" fmla="*/ 406295 h 8814043"/>
              <a:gd name="connsiteX7" fmla="*/ 406294 w 22997519"/>
              <a:gd name="connsiteY7" fmla="*/ 0 h 8814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7519" h="8814043">
                <a:moveTo>
                  <a:pt x="22591226" y="0"/>
                </a:moveTo>
                <a:cubicBezTo>
                  <a:pt x="22815616" y="0"/>
                  <a:pt x="22997520" y="181904"/>
                  <a:pt x="22997520" y="406294"/>
                </a:cubicBezTo>
                <a:lnTo>
                  <a:pt x="22997520" y="8407750"/>
                </a:lnTo>
                <a:cubicBezTo>
                  <a:pt x="22997520" y="8632140"/>
                  <a:pt x="22815616" y="8814044"/>
                  <a:pt x="22591226" y="8814044"/>
                </a:cubicBezTo>
                <a:lnTo>
                  <a:pt x="406294" y="8814044"/>
                </a:lnTo>
                <a:cubicBezTo>
                  <a:pt x="181904" y="8814044"/>
                  <a:pt x="0" y="8632140"/>
                  <a:pt x="0" y="8407750"/>
                </a:cubicBezTo>
                <a:lnTo>
                  <a:pt x="0" y="406295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rgbClr val="DDF1FC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B328B85-F3AB-2268-AEED-59A43699043C}"/>
              </a:ext>
            </a:extLst>
          </p:cNvPr>
          <p:cNvSpPr/>
          <p:nvPr/>
        </p:nvSpPr>
        <p:spPr>
          <a:xfrm>
            <a:off x="692145" y="3749184"/>
            <a:ext cx="22996249" cy="7053012"/>
          </a:xfrm>
          <a:custGeom>
            <a:avLst/>
            <a:gdLst>
              <a:gd name="connsiteX0" fmla="*/ 22589956 w 22996249"/>
              <a:gd name="connsiteY0" fmla="*/ 0 h 7053012"/>
              <a:gd name="connsiteX1" fmla="*/ 22996250 w 22996249"/>
              <a:gd name="connsiteY1" fmla="*/ 406294 h 7053012"/>
              <a:gd name="connsiteX2" fmla="*/ 22996250 w 22996249"/>
              <a:gd name="connsiteY2" fmla="*/ 6646719 h 7053012"/>
              <a:gd name="connsiteX3" fmla="*/ 22589956 w 22996249"/>
              <a:gd name="connsiteY3" fmla="*/ 7053013 h 7053012"/>
              <a:gd name="connsiteX4" fmla="*/ 406295 w 22996249"/>
              <a:gd name="connsiteY4" fmla="*/ 7053013 h 7053012"/>
              <a:gd name="connsiteX5" fmla="*/ 0 w 22996249"/>
              <a:gd name="connsiteY5" fmla="*/ 6646719 h 7053012"/>
              <a:gd name="connsiteX6" fmla="*/ 0 w 22996249"/>
              <a:gd name="connsiteY6" fmla="*/ 406294 h 7053012"/>
              <a:gd name="connsiteX7" fmla="*/ 406295 w 22996249"/>
              <a:gd name="connsiteY7" fmla="*/ 0 h 705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7053012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6646719"/>
                </a:lnTo>
                <a:cubicBezTo>
                  <a:pt x="22996250" y="6871108"/>
                  <a:pt x="22814346" y="7053013"/>
                  <a:pt x="22589956" y="7053013"/>
                </a:cubicBezTo>
                <a:lnTo>
                  <a:pt x="406295" y="7053013"/>
                </a:lnTo>
                <a:cubicBezTo>
                  <a:pt x="181904" y="7053013"/>
                  <a:pt x="0" y="6871108"/>
                  <a:pt x="0" y="6646719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A9DDF7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2C82719-8F52-C277-5D3E-28422B8CA7F9}"/>
              </a:ext>
            </a:extLst>
          </p:cNvPr>
          <p:cNvSpPr/>
          <p:nvPr/>
        </p:nvSpPr>
        <p:spPr>
          <a:xfrm>
            <a:off x="692145" y="3749184"/>
            <a:ext cx="22996249" cy="5290711"/>
          </a:xfrm>
          <a:custGeom>
            <a:avLst/>
            <a:gdLst>
              <a:gd name="connsiteX0" fmla="*/ 22589956 w 22996249"/>
              <a:gd name="connsiteY0" fmla="*/ 0 h 5290711"/>
              <a:gd name="connsiteX1" fmla="*/ 22996250 w 22996249"/>
              <a:gd name="connsiteY1" fmla="*/ 406294 h 5290711"/>
              <a:gd name="connsiteX2" fmla="*/ 22996250 w 22996249"/>
              <a:gd name="connsiteY2" fmla="*/ 4884418 h 5290711"/>
              <a:gd name="connsiteX3" fmla="*/ 22589956 w 22996249"/>
              <a:gd name="connsiteY3" fmla="*/ 5290712 h 5290711"/>
              <a:gd name="connsiteX4" fmla="*/ 406295 w 22996249"/>
              <a:gd name="connsiteY4" fmla="*/ 5290712 h 5290711"/>
              <a:gd name="connsiteX5" fmla="*/ 0 w 22996249"/>
              <a:gd name="connsiteY5" fmla="*/ 4884418 h 5290711"/>
              <a:gd name="connsiteX6" fmla="*/ 0 w 22996249"/>
              <a:gd name="connsiteY6" fmla="*/ 406294 h 5290711"/>
              <a:gd name="connsiteX7" fmla="*/ 406295 w 22996249"/>
              <a:gd name="connsiteY7" fmla="*/ 0 h 5290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5290711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4884418"/>
                </a:lnTo>
                <a:cubicBezTo>
                  <a:pt x="22996250" y="5108808"/>
                  <a:pt x="22814346" y="5290712"/>
                  <a:pt x="22589956" y="5290712"/>
                </a:cubicBezTo>
                <a:lnTo>
                  <a:pt x="406295" y="5290712"/>
                </a:lnTo>
                <a:cubicBezTo>
                  <a:pt x="181904" y="5290712"/>
                  <a:pt x="0" y="5108808"/>
                  <a:pt x="0" y="4884418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35CF2921-996D-823F-319F-DC142F7CC49F}"/>
              </a:ext>
            </a:extLst>
          </p:cNvPr>
          <p:cNvSpPr/>
          <p:nvPr/>
        </p:nvSpPr>
        <p:spPr>
          <a:xfrm>
            <a:off x="692145" y="3749184"/>
            <a:ext cx="22996249" cy="3527141"/>
          </a:xfrm>
          <a:custGeom>
            <a:avLst/>
            <a:gdLst>
              <a:gd name="connsiteX0" fmla="*/ 22589956 w 22996249"/>
              <a:gd name="connsiteY0" fmla="*/ 0 h 3527141"/>
              <a:gd name="connsiteX1" fmla="*/ 22996250 w 22996249"/>
              <a:gd name="connsiteY1" fmla="*/ 406294 h 3527141"/>
              <a:gd name="connsiteX2" fmla="*/ 22996250 w 22996249"/>
              <a:gd name="connsiteY2" fmla="*/ 3120847 h 3527141"/>
              <a:gd name="connsiteX3" fmla="*/ 22589956 w 22996249"/>
              <a:gd name="connsiteY3" fmla="*/ 3527141 h 3527141"/>
              <a:gd name="connsiteX4" fmla="*/ 406295 w 22996249"/>
              <a:gd name="connsiteY4" fmla="*/ 3527141 h 3527141"/>
              <a:gd name="connsiteX5" fmla="*/ 0 w 22996249"/>
              <a:gd name="connsiteY5" fmla="*/ 3120847 h 3527141"/>
              <a:gd name="connsiteX6" fmla="*/ 0 w 22996249"/>
              <a:gd name="connsiteY6" fmla="*/ 406294 h 3527141"/>
              <a:gd name="connsiteX7" fmla="*/ 406295 w 22996249"/>
              <a:gd name="connsiteY7" fmla="*/ 0 h 3527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3527141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3120847"/>
                </a:lnTo>
                <a:cubicBezTo>
                  <a:pt x="22996250" y="3345237"/>
                  <a:pt x="22814346" y="3527141"/>
                  <a:pt x="22589956" y="3527141"/>
                </a:cubicBezTo>
                <a:lnTo>
                  <a:pt x="406295" y="3527141"/>
                </a:lnTo>
                <a:cubicBezTo>
                  <a:pt x="181904" y="3527141"/>
                  <a:pt x="0" y="3345237"/>
                  <a:pt x="0" y="3120847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0053E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18B74B37-1135-7B02-7F6E-8F7B816C4DA2}"/>
              </a:ext>
            </a:extLst>
          </p:cNvPr>
          <p:cNvSpPr/>
          <p:nvPr/>
        </p:nvSpPr>
        <p:spPr>
          <a:xfrm>
            <a:off x="692145" y="3749184"/>
            <a:ext cx="22996249" cy="1763570"/>
          </a:xfrm>
          <a:custGeom>
            <a:avLst/>
            <a:gdLst>
              <a:gd name="connsiteX0" fmla="*/ 22589956 w 22996249"/>
              <a:gd name="connsiteY0" fmla="*/ 0 h 1763570"/>
              <a:gd name="connsiteX1" fmla="*/ 22996250 w 22996249"/>
              <a:gd name="connsiteY1" fmla="*/ 406294 h 1763570"/>
              <a:gd name="connsiteX2" fmla="*/ 22996250 w 22996249"/>
              <a:gd name="connsiteY2" fmla="*/ 1357277 h 1763570"/>
              <a:gd name="connsiteX3" fmla="*/ 22589956 w 22996249"/>
              <a:gd name="connsiteY3" fmla="*/ 1763571 h 1763570"/>
              <a:gd name="connsiteX4" fmla="*/ 406295 w 22996249"/>
              <a:gd name="connsiteY4" fmla="*/ 1763571 h 1763570"/>
              <a:gd name="connsiteX5" fmla="*/ 0 w 22996249"/>
              <a:gd name="connsiteY5" fmla="*/ 1357277 h 1763570"/>
              <a:gd name="connsiteX6" fmla="*/ 0 w 22996249"/>
              <a:gd name="connsiteY6" fmla="*/ 406294 h 1763570"/>
              <a:gd name="connsiteX7" fmla="*/ 406295 w 22996249"/>
              <a:gd name="connsiteY7" fmla="*/ 0 h 176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1763570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1357277"/>
                </a:lnTo>
                <a:cubicBezTo>
                  <a:pt x="22996250" y="1581667"/>
                  <a:pt x="22814346" y="1763571"/>
                  <a:pt x="22589956" y="1763571"/>
                </a:cubicBezTo>
                <a:lnTo>
                  <a:pt x="406295" y="1763571"/>
                </a:lnTo>
                <a:cubicBezTo>
                  <a:pt x="181904" y="1763571"/>
                  <a:pt x="0" y="1581667"/>
                  <a:pt x="0" y="1357277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E0EE3FA-E433-1405-A7C7-4DEA1973E895}"/>
              </a:ext>
            </a:extLst>
          </p:cNvPr>
          <p:cNvSpPr/>
          <p:nvPr/>
        </p:nvSpPr>
        <p:spPr>
          <a:xfrm>
            <a:off x="12073407" y="12484129"/>
            <a:ext cx="54596" cy="49517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chemeClr val="accent6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ts val="3400"/>
              </a:lnSpc>
            </a:pPr>
            <a:endParaRPr lang="en-US" sz="260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6891B90-B047-A049-1E65-4E2C54CDF206}"/>
              </a:ext>
            </a:extLst>
          </p:cNvPr>
          <p:cNvSpPr/>
          <p:nvPr/>
        </p:nvSpPr>
        <p:spPr>
          <a:xfrm>
            <a:off x="12073407" y="12484129"/>
            <a:ext cx="54596" cy="49517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ts val="3400"/>
              </a:lnSpc>
            </a:pPr>
            <a:endParaRPr lang="en-US" sz="260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77476" y="3747991"/>
            <a:ext cx="3048449" cy="1764165"/>
          </a:xfrm>
        </p:spPr>
        <p:txBody>
          <a:bodyPr anchor="ctr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177476" y="5512158"/>
            <a:ext cx="3048449" cy="1764166"/>
          </a:xfrm>
        </p:spPr>
        <p:txBody>
          <a:bodyPr anchor="ctr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77476" y="7276325"/>
            <a:ext cx="3048449" cy="1763569"/>
          </a:xfrm>
        </p:spPr>
        <p:txBody>
          <a:bodyPr anchor="ctr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1177476" y="9082162"/>
            <a:ext cx="3048449" cy="1720033"/>
          </a:xfrm>
        </p:spPr>
        <p:txBody>
          <a:bodyPr anchor="ctr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77476" y="10802196"/>
            <a:ext cx="3048449" cy="1762301"/>
          </a:xfrm>
        </p:spPr>
        <p:txBody>
          <a:bodyPr anchor="ctr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1953FA91-080A-511B-B3A9-1059B460A6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5" y="2121408"/>
            <a:ext cx="23034083" cy="1169989"/>
          </a:xfrm>
        </p:spPr>
        <p:txBody>
          <a:bodyPr/>
          <a:lstStyle>
            <a:lvl1pPr>
              <a:lnSpc>
                <a:spcPts val="4600"/>
              </a:lnSpc>
              <a:defRPr sz="3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4A3CD952-8412-21C1-1684-ACB312EB0C2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572000" y="3747991"/>
            <a:ext cx="15222538" cy="1764165"/>
          </a:xfrm>
        </p:spPr>
        <p:txBody>
          <a:bodyPr anchor="ctr" anchorCtr="0"/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FCB2AF5D-3767-56F1-848E-6AEAA3FB1826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572000" y="5512158"/>
            <a:ext cx="15222538" cy="1764166"/>
          </a:xfrm>
        </p:spPr>
        <p:txBody>
          <a:bodyPr anchor="ctr" anchorCtr="0"/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D492B2C-FCAD-AB61-1C18-8654E59D0D66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572000" y="7276325"/>
            <a:ext cx="15222538" cy="1763569"/>
          </a:xfrm>
        </p:spPr>
        <p:txBody>
          <a:bodyPr anchor="ctr" anchorCtr="0"/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981186DC-1FB8-4595-221E-D070CBAA2F47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572000" y="9082162"/>
            <a:ext cx="15222538" cy="1720033"/>
          </a:xfrm>
        </p:spPr>
        <p:txBody>
          <a:bodyPr anchor="ctr" anchorCtr="0"/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3E24224B-E6DF-CE12-7521-1C06B7A2F8E9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572000" y="10802196"/>
            <a:ext cx="15222538" cy="1762301"/>
          </a:xfrm>
        </p:spPr>
        <p:txBody>
          <a:bodyPr anchor="ctr" anchorCtr="0"/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0276D9C4-C583-DA8F-8EC4-5FAC1C85F5D1}"/>
              </a:ext>
            </a:extLst>
          </p:cNvPr>
          <p:cNvSpPr/>
          <p:nvPr userDrawn="1"/>
        </p:nvSpPr>
        <p:spPr>
          <a:xfrm>
            <a:off x="20785412" y="12484129"/>
            <a:ext cx="45719" cy="49517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chemeClr val="accent6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r">
              <a:lnSpc>
                <a:spcPts val="2600"/>
              </a:lnSpc>
            </a:pPr>
            <a:endParaRPr lang="en-US" sz="18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098B2A91-D2FB-3CB2-01A6-2889BCBFDA9F}"/>
              </a:ext>
            </a:extLst>
          </p:cNvPr>
          <p:cNvSpPr/>
          <p:nvPr userDrawn="1"/>
        </p:nvSpPr>
        <p:spPr>
          <a:xfrm>
            <a:off x="20785412" y="12484129"/>
            <a:ext cx="45719" cy="49517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r">
              <a:lnSpc>
                <a:spcPts val="2600"/>
              </a:lnSpc>
            </a:pPr>
            <a:endParaRPr lang="en-US" sz="18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DE6E6AC-3AE2-B676-FC33-048A6385D957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20137437" y="3747991"/>
            <a:ext cx="3167727" cy="1764165"/>
          </a:xfrm>
        </p:spPr>
        <p:txBody>
          <a:bodyPr anchor="ctr" anchorCtr="0"/>
          <a:lstStyle>
            <a:lvl1pPr marL="0" indent="0" algn="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6BE4680E-4CEA-2790-CC75-E47FD44802F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20137437" y="5512158"/>
            <a:ext cx="3167727" cy="1764166"/>
          </a:xfrm>
        </p:spPr>
        <p:txBody>
          <a:bodyPr anchor="ctr" anchorCtr="0"/>
          <a:lstStyle>
            <a:lvl1pPr marL="0" indent="0" algn="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F7F61455-C894-30EF-9026-57957BD5FD21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20137437" y="7276325"/>
            <a:ext cx="3167727" cy="1763569"/>
          </a:xfrm>
        </p:spPr>
        <p:txBody>
          <a:bodyPr anchor="ctr" anchorCtr="0"/>
          <a:lstStyle>
            <a:lvl1pPr marL="0" indent="0" algn="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355067EC-DA27-F524-3896-A87A10D2B8E4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0137437" y="9082162"/>
            <a:ext cx="3167727" cy="1720033"/>
          </a:xfrm>
        </p:spPr>
        <p:txBody>
          <a:bodyPr anchor="ctr" anchorCtr="0"/>
          <a:lstStyle>
            <a:lvl1pPr marL="0" indent="0" algn="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3CF80B2E-26EC-32E3-72EB-12969083E099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0137437" y="10802196"/>
            <a:ext cx="3167727" cy="1762301"/>
          </a:xfrm>
        </p:spPr>
        <p:txBody>
          <a:bodyPr anchor="ctr" anchorCtr="0"/>
          <a:lstStyle>
            <a:lvl1pPr marL="0" indent="0" algn="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328433169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CE95C143-E358-353C-E936-4ECDC1E5DECB}"/>
              </a:ext>
            </a:extLst>
          </p:cNvPr>
          <p:cNvSpPr/>
          <p:nvPr/>
        </p:nvSpPr>
        <p:spPr>
          <a:xfrm>
            <a:off x="8098790" y="3755734"/>
            <a:ext cx="8276590" cy="8818880"/>
          </a:xfrm>
          <a:custGeom>
            <a:avLst/>
            <a:gdLst>
              <a:gd name="connsiteX0" fmla="*/ 7870191 w 8276590"/>
              <a:gd name="connsiteY0" fmla="*/ 0 h 8818880"/>
              <a:gd name="connsiteX1" fmla="*/ 8276591 w 8276590"/>
              <a:gd name="connsiteY1" fmla="*/ 406400 h 8818880"/>
              <a:gd name="connsiteX2" fmla="*/ 8276591 w 8276590"/>
              <a:gd name="connsiteY2" fmla="*/ 8412480 h 8818880"/>
              <a:gd name="connsiteX3" fmla="*/ 7870191 w 8276590"/>
              <a:gd name="connsiteY3" fmla="*/ 8818880 h 8818880"/>
              <a:gd name="connsiteX4" fmla="*/ 406400 w 8276590"/>
              <a:gd name="connsiteY4" fmla="*/ 8818880 h 8818880"/>
              <a:gd name="connsiteX5" fmla="*/ 0 w 8276590"/>
              <a:gd name="connsiteY5" fmla="*/ 8412480 h 8818880"/>
              <a:gd name="connsiteX6" fmla="*/ 0 w 8276590"/>
              <a:gd name="connsiteY6" fmla="*/ 406400 h 8818880"/>
              <a:gd name="connsiteX7" fmla="*/ 406400 w 8276590"/>
              <a:gd name="connsiteY7" fmla="*/ 0 h 881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6590" h="8818880">
                <a:moveTo>
                  <a:pt x="7870191" y="0"/>
                </a:moveTo>
                <a:cubicBezTo>
                  <a:pt x="8094639" y="0"/>
                  <a:pt x="8276591" y="181951"/>
                  <a:pt x="8276591" y="406400"/>
                </a:cubicBezTo>
                <a:lnTo>
                  <a:pt x="8276591" y="8412480"/>
                </a:lnTo>
                <a:cubicBezTo>
                  <a:pt x="8276591" y="8636928"/>
                  <a:pt x="8094639" y="8818880"/>
                  <a:pt x="7870191" y="8818880"/>
                </a:cubicBezTo>
                <a:lnTo>
                  <a:pt x="406400" y="8818880"/>
                </a:lnTo>
                <a:cubicBezTo>
                  <a:pt x="181952" y="8818880"/>
                  <a:pt x="0" y="8636928"/>
                  <a:pt x="0" y="8412480"/>
                </a:cubicBezTo>
                <a:lnTo>
                  <a:pt x="0" y="406400"/>
                </a:lnTo>
                <a:cubicBezTo>
                  <a:pt x="0" y="181951"/>
                  <a:pt x="181952" y="0"/>
                  <a:pt x="40640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D8AE1D5-2788-9675-A2FB-2CA21215A4A4}"/>
              </a:ext>
            </a:extLst>
          </p:cNvPr>
          <p:cNvSpPr/>
          <p:nvPr/>
        </p:nvSpPr>
        <p:spPr>
          <a:xfrm>
            <a:off x="6142990" y="3755734"/>
            <a:ext cx="12189460" cy="7054850"/>
          </a:xfrm>
          <a:custGeom>
            <a:avLst/>
            <a:gdLst>
              <a:gd name="connsiteX0" fmla="*/ 11783060 w 12189460"/>
              <a:gd name="connsiteY0" fmla="*/ 0 h 7054850"/>
              <a:gd name="connsiteX1" fmla="*/ 12189460 w 12189460"/>
              <a:gd name="connsiteY1" fmla="*/ 406400 h 7054850"/>
              <a:gd name="connsiteX2" fmla="*/ 12189460 w 12189460"/>
              <a:gd name="connsiteY2" fmla="*/ 6648450 h 7054850"/>
              <a:gd name="connsiteX3" fmla="*/ 11783060 w 12189460"/>
              <a:gd name="connsiteY3" fmla="*/ 7054850 h 7054850"/>
              <a:gd name="connsiteX4" fmla="*/ 406400 w 12189460"/>
              <a:gd name="connsiteY4" fmla="*/ 7054850 h 7054850"/>
              <a:gd name="connsiteX5" fmla="*/ 0 w 12189460"/>
              <a:gd name="connsiteY5" fmla="*/ 6648450 h 7054850"/>
              <a:gd name="connsiteX6" fmla="*/ 0 w 12189460"/>
              <a:gd name="connsiteY6" fmla="*/ 406400 h 7054850"/>
              <a:gd name="connsiteX7" fmla="*/ 406400 w 12189460"/>
              <a:gd name="connsiteY7" fmla="*/ 0 h 705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9460" h="7054850">
                <a:moveTo>
                  <a:pt x="11783060" y="0"/>
                </a:moveTo>
                <a:cubicBezTo>
                  <a:pt x="12007508" y="0"/>
                  <a:pt x="12189460" y="181951"/>
                  <a:pt x="12189460" y="406400"/>
                </a:cubicBezTo>
                <a:lnTo>
                  <a:pt x="12189460" y="6648450"/>
                </a:lnTo>
                <a:cubicBezTo>
                  <a:pt x="12189460" y="6872898"/>
                  <a:pt x="12007508" y="7054850"/>
                  <a:pt x="11783060" y="7054850"/>
                </a:cubicBezTo>
                <a:lnTo>
                  <a:pt x="406400" y="7054850"/>
                </a:lnTo>
                <a:cubicBezTo>
                  <a:pt x="181951" y="7054850"/>
                  <a:pt x="0" y="6872898"/>
                  <a:pt x="0" y="6648450"/>
                </a:cubicBezTo>
                <a:lnTo>
                  <a:pt x="0" y="406400"/>
                </a:lnTo>
                <a:cubicBezTo>
                  <a:pt x="0" y="181951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BCCD4085-4424-AD8F-2065-2F78D41B6DE1}"/>
              </a:ext>
            </a:extLst>
          </p:cNvPr>
          <p:cNvSpPr/>
          <p:nvPr/>
        </p:nvSpPr>
        <p:spPr>
          <a:xfrm>
            <a:off x="4187189" y="3755734"/>
            <a:ext cx="16101060" cy="5292089"/>
          </a:xfrm>
          <a:custGeom>
            <a:avLst/>
            <a:gdLst>
              <a:gd name="connsiteX0" fmla="*/ 15694660 w 16101060"/>
              <a:gd name="connsiteY0" fmla="*/ 0 h 5292089"/>
              <a:gd name="connsiteX1" fmla="*/ 16101060 w 16101060"/>
              <a:gd name="connsiteY1" fmla="*/ 406400 h 5292089"/>
              <a:gd name="connsiteX2" fmla="*/ 16101060 w 16101060"/>
              <a:gd name="connsiteY2" fmla="*/ 4885690 h 5292089"/>
              <a:gd name="connsiteX3" fmla="*/ 15694660 w 16101060"/>
              <a:gd name="connsiteY3" fmla="*/ 5292090 h 5292089"/>
              <a:gd name="connsiteX4" fmla="*/ 406400 w 16101060"/>
              <a:gd name="connsiteY4" fmla="*/ 5292090 h 5292089"/>
              <a:gd name="connsiteX5" fmla="*/ 0 w 16101060"/>
              <a:gd name="connsiteY5" fmla="*/ 4885690 h 5292089"/>
              <a:gd name="connsiteX6" fmla="*/ 0 w 16101060"/>
              <a:gd name="connsiteY6" fmla="*/ 406400 h 5292089"/>
              <a:gd name="connsiteX7" fmla="*/ 406400 w 16101060"/>
              <a:gd name="connsiteY7" fmla="*/ 0 h 529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01060" h="5292089">
                <a:moveTo>
                  <a:pt x="15694660" y="0"/>
                </a:moveTo>
                <a:cubicBezTo>
                  <a:pt x="15919108" y="0"/>
                  <a:pt x="16101060" y="181951"/>
                  <a:pt x="16101060" y="406400"/>
                </a:cubicBezTo>
                <a:lnTo>
                  <a:pt x="16101060" y="4885690"/>
                </a:lnTo>
                <a:cubicBezTo>
                  <a:pt x="16101060" y="5110138"/>
                  <a:pt x="15919108" y="5292090"/>
                  <a:pt x="15694660" y="5292090"/>
                </a:cubicBezTo>
                <a:lnTo>
                  <a:pt x="406400" y="5292090"/>
                </a:lnTo>
                <a:cubicBezTo>
                  <a:pt x="181951" y="5292090"/>
                  <a:pt x="0" y="5110138"/>
                  <a:pt x="0" y="4885690"/>
                </a:cubicBezTo>
                <a:lnTo>
                  <a:pt x="0" y="406400"/>
                </a:lnTo>
                <a:cubicBezTo>
                  <a:pt x="0" y="181951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143516D-0AF0-DCEE-F4DB-46DE9731D21E}"/>
              </a:ext>
            </a:extLst>
          </p:cNvPr>
          <p:cNvSpPr/>
          <p:nvPr/>
        </p:nvSpPr>
        <p:spPr>
          <a:xfrm>
            <a:off x="2231389" y="3755734"/>
            <a:ext cx="20012660" cy="3528060"/>
          </a:xfrm>
          <a:custGeom>
            <a:avLst/>
            <a:gdLst>
              <a:gd name="connsiteX0" fmla="*/ 19606260 w 20012660"/>
              <a:gd name="connsiteY0" fmla="*/ 0 h 3528060"/>
              <a:gd name="connsiteX1" fmla="*/ 20012660 w 20012660"/>
              <a:gd name="connsiteY1" fmla="*/ 406400 h 3528060"/>
              <a:gd name="connsiteX2" fmla="*/ 20012660 w 20012660"/>
              <a:gd name="connsiteY2" fmla="*/ 3121660 h 3528060"/>
              <a:gd name="connsiteX3" fmla="*/ 19606260 w 20012660"/>
              <a:gd name="connsiteY3" fmla="*/ 3528060 h 3528060"/>
              <a:gd name="connsiteX4" fmla="*/ 406400 w 20012660"/>
              <a:gd name="connsiteY4" fmla="*/ 3528060 h 3528060"/>
              <a:gd name="connsiteX5" fmla="*/ 0 w 20012660"/>
              <a:gd name="connsiteY5" fmla="*/ 3121660 h 3528060"/>
              <a:gd name="connsiteX6" fmla="*/ 0 w 20012660"/>
              <a:gd name="connsiteY6" fmla="*/ 406400 h 3528060"/>
              <a:gd name="connsiteX7" fmla="*/ 406400 w 20012660"/>
              <a:gd name="connsiteY7" fmla="*/ 0 h 3528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012660" h="3528060">
                <a:moveTo>
                  <a:pt x="19606260" y="0"/>
                </a:moveTo>
                <a:cubicBezTo>
                  <a:pt x="19830708" y="0"/>
                  <a:pt x="20012660" y="181951"/>
                  <a:pt x="20012660" y="406400"/>
                </a:cubicBezTo>
                <a:lnTo>
                  <a:pt x="20012660" y="3121660"/>
                </a:lnTo>
                <a:cubicBezTo>
                  <a:pt x="20012660" y="3346109"/>
                  <a:pt x="19830708" y="3528060"/>
                  <a:pt x="19606260" y="3528060"/>
                </a:cubicBezTo>
                <a:lnTo>
                  <a:pt x="406400" y="3528060"/>
                </a:lnTo>
                <a:cubicBezTo>
                  <a:pt x="181951" y="3528060"/>
                  <a:pt x="0" y="3346109"/>
                  <a:pt x="0" y="3121660"/>
                </a:cubicBezTo>
                <a:lnTo>
                  <a:pt x="0" y="406400"/>
                </a:lnTo>
                <a:cubicBezTo>
                  <a:pt x="0" y="181952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F8A71EA6-17F7-BDE8-AC58-04E234979D75}"/>
              </a:ext>
            </a:extLst>
          </p:cNvPr>
          <p:cNvSpPr/>
          <p:nvPr/>
        </p:nvSpPr>
        <p:spPr>
          <a:xfrm>
            <a:off x="736600" y="3755734"/>
            <a:ext cx="23002240" cy="1764029"/>
          </a:xfrm>
          <a:custGeom>
            <a:avLst/>
            <a:gdLst>
              <a:gd name="connsiteX0" fmla="*/ 22595840 w 23002240"/>
              <a:gd name="connsiteY0" fmla="*/ 0 h 1764029"/>
              <a:gd name="connsiteX1" fmla="*/ 23002240 w 23002240"/>
              <a:gd name="connsiteY1" fmla="*/ 406400 h 1764029"/>
              <a:gd name="connsiteX2" fmla="*/ 23002240 w 23002240"/>
              <a:gd name="connsiteY2" fmla="*/ 1357630 h 1764029"/>
              <a:gd name="connsiteX3" fmla="*/ 22595840 w 23002240"/>
              <a:gd name="connsiteY3" fmla="*/ 1764030 h 1764029"/>
              <a:gd name="connsiteX4" fmla="*/ 406399 w 23002240"/>
              <a:gd name="connsiteY4" fmla="*/ 1764030 h 1764029"/>
              <a:gd name="connsiteX5" fmla="*/ -1 w 23002240"/>
              <a:gd name="connsiteY5" fmla="*/ 1357630 h 1764029"/>
              <a:gd name="connsiteX6" fmla="*/ -1 w 23002240"/>
              <a:gd name="connsiteY6" fmla="*/ 406400 h 1764029"/>
              <a:gd name="connsiteX7" fmla="*/ 406399 w 23002240"/>
              <a:gd name="connsiteY7" fmla="*/ 0 h 1764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002240" h="1764029">
                <a:moveTo>
                  <a:pt x="22595840" y="0"/>
                </a:moveTo>
                <a:cubicBezTo>
                  <a:pt x="22820288" y="0"/>
                  <a:pt x="23002240" y="181951"/>
                  <a:pt x="23002240" y="406400"/>
                </a:cubicBezTo>
                <a:lnTo>
                  <a:pt x="23002240" y="1357630"/>
                </a:lnTo>
                <a:cubicBezTo>
                  <a:pt x="23002240" y="1582079"/>
                  <a:pt x="22820288" y="1764030"/>
                  <a:pt x="22595840" y="1764030"/>
                </a:cubicBezTo>
                <a:lnTo>
                  <a:pt x="406399" y="1764030"/>
                </a:lnTo>
                <a:cubicBezTo>
                  <a:pt x="181951" y="1764030"/>
                  <a:pt x="-1" y="1582079"/>
                  <a:pt x="-1" y="1357630"/>
                </a:cubicBezTo>
                <a:lnTo>
                  <a:pt x="-1" y="406400"/>
                </a:lnTo>
                <a:cubicBezTo>
                  <a:pt x="-1" y="181951"/>
                  <a:pt x="181951" y="0"/>
                  <a:pt x="406399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E0EE3FA-E433-1405-A7C7-4DEA1973E895}"/>
              </a:ext>
            </a:extLst>
          </p:cNvPr>
          <p:cNvSpPr/>
          <p:nvPr/>
        </p:nvSpPr>
        <p:spPr>
          <a:xfrm>
            <a:off x="12073407" y="12484129"/>
            <a:ext cx="54596" cy="49517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chemeClr val="accent6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6891B90-B047-A049-1E65-4E2C54CDF206}"/>
              </a:ext>
            </a:extLst>
          </p:cNvPr>
          <p:cNvSpPr/>
          <p:nvPr/>
        </p:nvSpPr>
        <p:spPr>
          <a:xfrm>
            <a:off x="12073407" y="12484129"/>
            <a:ext cx="54596" cy="49517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77476" y="3758540"/>
            <a:ext cx="3048449" cy="1757548"/>
          </a:xfrm>
        </p:spPr>
        <p:txBody>
          <a:bodyPr anchor="ctr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2622550" y="5529351"/>
            <a:ext cx="3048449" cy="1756160"/>
          </a:xfrm>
        </p:spPr>
        <p:txBody>
          <a:bodyPr anchor="ctr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583112" y="7298109"/>
            <a:ext cx="1938528" cy="1756160"/>
          </a:xfrm>
        </p:spPr>
        <p:txBody>
          <a:bodyPr anchor="ctr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531148" y="9054269"/>
            <a:ext cx="1593677" cy="1751888"/>
          </a:xfrm>
        </p:spPr>
        <p:txBody>
          <a:bodyPr anchor="ctr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8461376" y="10814703"/>
            <a:ext cx="1551953" cy="1751888"/>
          </a:xfrm>
        </p:spPr>
        <p:txBody>
          <a:bodyPr anchor="ctr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1953FA91-080A-511B-B3A9-1059B460A6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5" y="2121408"/>
            <a:ext cx="23034083" cy="1169989"/>
          </a:xfrm>
        </p:spPr>
        <p:txBody>
          <a:bodyPr/>
          <a:lstStyle>
            <a:lvl1pPr>
              <a:lnSpc>
                <a:spcPts val="4600"/>
              </a:lnSpc>
              <a:defRPr sz="3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4A3CD952-8412-21C1-1684-ACB312EB0C2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572000" y="3758540"/>
            <a:ext cx="15222538" cy="1757548"/>
          </a:xfrm>
        </p:spPr>
        <p:txBody>
          <a:bodyPr anchor="ctr" anchorCtr="0"/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FCB2AF5D-3767-56F1-848E-6AEAA3FB1826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80138" y="5529351"/>
            <a:ext cx="12007850" cy="1756160"/>
          </a:xfrm>
        </p:spPr>
        <p:txBody>
          <a:bodyPr anchor="ctr" anchorCtr="0"/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D492B2C-FCAD-AB61-1C18-8654E59D0D66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7420148" y="7298109"/>
            <a:ext cx="9547052" cy="1756160"/>
          </a:xfrm>
        </p:spPr>
        <p:txBody>
          <a:bodyPr anchor="ctr" anchorCtr="0"/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981186DC-1FB8-4595-221E-D070CBAA2F47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461375" y="9054269"/>
            <a:ext cx="7435850" cy="1751888"/>
          </a:xfrm>
        </p:spPr>
        <p:txBody>
          <a:bodyPr anchor="ctr" anchorCtr="0"/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3E24224B-E6DF-CE12-7521-1C06B7A2F8E9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421636" y="10814703"/>
            <a:ext cx="3535664" cy="1751888"/>
          </a:xfrm>
        </p:spPr>
        <p:txBody>
          <a:bodyPr anchor="ctr" anchorCtr="0"/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DE6E6AC-3AE2-B676-FC33-048A6385D957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20137437" y="3758540"/>
            <a:ext cx="3167727" cy="1757548"/>
          </a:xfrm>
        </p:spPr>
        <p:txBody>
          <a:bodyPr anchor="ctr" anchorCtr="0"/>
          <a:lstStyle>
            <a:lvl1pPr marL="0" indent="0" algn="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6BE4680E-4CEA-2790-CC75-E47FD44802F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18587373" y="5529351"/>
            <a:ext cx="3167727" cy="1756160"/>
          </a:xfrm>
        </p:spPr>
        <p:txBody>
          <a:bodyPr anchor="ctr" anchorCtr="0"/>
          <a:lstStyle>
            <a:lvl1pPr marL="0" indent="0" algn="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F7F61455-C894-30EF-9026-57957BD5FD21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7853026" y="7298109"/>
            <a:ext cx="1938528" cy="1756160"/>
          </a:xfrm>
        </p:spPr>
        <p:txBody>
          <a:bodyPr anchor="ctr" anchorCtr="0"/>
          <a:lstStyle>
            <a:lvl1pPr marL="0" indent="0" algn="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355067EC-DA27-F524-3896-A87A10D2B8E4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6248064" y="9054269"/>
            <a:ext cx="1604962" cy="1751888"/>
          </a:xfrm>
        </p:spPr>
        <p:txBody>
          <a:bodyPr anchor="ctr" anchorCtr="0"/>
          <a:lstStyle>
            <a:lvl1pPr marL="0" indent="0" algn="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3CF80B2E-26EC-32E3-72EB-12969083E099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4298614" y="10814703"/>
            <a:ext cx="1614486" cy="1751888"/>
          </a:xfrm>
        </p:spPr>
        <p:txBody>
          <a:bodyPr anchor="ctr" anchorCtr="0"/>
          <a:lstStyle>
            <a:lvl1pPr marL="0" indent="0" algn="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63789304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Graph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7267" y="3739408"/>
            <a:ext cx="7459662" cy="1437961"/>
          </a:xfrm>
        </p:spPr>
        <p:txBody>
          <a:bodyPr anchor="t" anchorCtr="0"/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616316" y="3739408"/>
            <a:ext cx="5483223" cy="1437961"/>
          </a:xfrm>
        </p:spPr>
        <p:txBody>
          <a:bodyPr anchor="t" anchorCtr="0"/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495782" y="3739408"/>
            <a:ext cx="3543298" cy="1437961"/>
          </a:xfrm>
        </p:spPr>
        <p:txBody>
          <a:bodyPr anchor="t" anchorCtr="0"/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18482629" y="3739408"/>
            <a:ext cx="2848984" cy="1437961"/>
          </a:xfrm>
        </p:spPr>
        <p:txBody>
          <a:bodyPr anchor="t" anchorCtr="0"/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1703523" y="3739408"/>
            <a:ext cx="2307825" cy="1437961"/>
          </a:xfrm>
        </p:spPr>
        <p:txBody>
          <a:bodyPr anchor="t" anchorCtr="0"/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6CD1FD9-73C6-12A6-5A82-D9E009846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5" y="2121408"/>
            <a:ext cx="23034083" cy="1169989"/>
          </a:xfrm>
        </p:spPr>
        <p:txBody>
          <a:bodyPr/>
          <a:lstStyle>
            <a:lvl1pPr>
              <a:lnSpc>
                <a:spcPts val="4600"/>
              </a:lnSpc>
              <a:defRPr sz="3600"/>
            </a:lvl1pPr>
          </a:lstStyle>
          <a:p>
            <a:r>
              <a:rPr lang="en-US"/>
              <a:t>Click to edit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298698-FAD9-0E27-86A0-8DC6F7421949}"/>
              </a:ext>
            </a:extLst>
          </p:cNvPr>
          <p:cNvCxnSpPr/>
          <p:nvPr userDrawn="1"/>
        </p:nvCxnSpPr>
        <p:spPr>
          <a:xfrm>
            <a:off x="8318090" y="3738563"/>
            <a:ext cx="0" cy="884973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9EB9D6-FB84-ABF9-B27B-E6E70FCC2150}"/>
              </a:ext>
            </a:extLst>
          </p:cNvPr>
          <p:cNvCxnSpPr/>
          <p:nvPr userDrawn="1"/>
        </p:nvCxnSpPr>
        <p:spPr>
          <a:xfrm>
            <a:off x="14235142" y="3738563"/>
            <a:ext cx="0" cy="884973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C99397-39D8-01B7-3EE1-789565FC9E0B}"/>
              </a:ext>
            </a:extLst>
          </p:cNvPr>
          <p:cNvCxnSpPr/>
          <p:nvPr userDrawn="1"/>
        </p:nvCxnSpPr>
        <p:spPr>
          <a:xfrm>
            <a:off x="18190167" y="3738563"/>
            <a:ext cx="0" cy="884973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B9EDF7-95B3-346E-6EFF-C5EBD51D4E43}"/>
              </a:ext>
            </a:extLst>
          </p:cNvPr>
          <p:cNvCxnSpPr/>
          <p:nvPr userDrawn="1"/>
        </p:nvCxnSpPr>
        <p:spPr>
          <a:xfrm>
            <a:off x="21421047" y="3738563"/>
            <a:ext cx="0" cy="884973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DB9442-0798-863B-E03C-E1880011C6DD}"/>
              </a:ext>
            </a:extLst>
          </p:cNvPr>
          <p:cNvCxnSpPr/>
          <p:nvPr userDrawn="1"/>
        </p:nvCxnSpPr>
        <p:spPr>
          <a:xfrm>
            <a:off x="696134" y="3738563"/>
            <a:ext cx="0" cy="884973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62861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C31832-9745-9A6F-ACB4-C7E7C2E5F006}"/>
              </a:ext>
            </a:extLst>
          </p:cNvPr>
          <p:cNvCxnSpPr>
            <a:cxnSpLocks/>
          </p:cNvCxnSpPr>
          <p:nvPr userDrawn="1"/>
        </p:nvCxnSpPr>
        <p:spPr>
          <a:xfrm flipH="1">
            <a:off x="4194313" y="4648035"/>
            <a:ext cx="1949743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77FED0-64CE-D16F-94CD-53956EC1A53E}"/>
              </a:ext>
            </a:extLst>
          </p:cNvPr>
          <p:cNvCxnSpPr>
            <a:cxnSpLocks/>
          </p:cNvCxnSpPr>
          <p:nvPr userDrawn="1"/>
        </p:nvCxnSpPr>
        <p:spPr>
          <a:xfrm flipH="1">
            <a:off x="4194313" y="7146345"/>
            <a:ext cx="1949743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9B39D6-9DD8-4DA5-6B85-CD0E6DF67F3D}"/>
              </a:ext>
            </a:extLst>
          </p:cNvPr>
          <p:cNvCxnSpPr>
            <a:cxnSpLocks/>
          </p:cNvCxnSpPr>
          <p:nvPr userDrawn="1"/>
        </p:nvCxnSpPr>
        <p:spPr>
          <a:xfrm flipH="1">
            <a:off x="4194313" y="12583187"/>
            <a:ext cx="1949743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B1782AF-736A-48F1-4BF5-600C31DF7557}"/>
              </a:ext>
            </a:extLst>
          </p:cNvPr>
          <p:cNvCxnSpPr>
            <a:cxnSpLocks/>
          </p:cNvCxnSpPr>
          <p:nvPr userDrawn="1"/>
        </p:nvCxnSpPr>
        <p:spPr>
          <a:xfrm flipH="1">
            <a:off x="4194313" y="9911356"/>
            <a:ext cx="1949743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551835" y="4012698"/>
            <a:ext cx="3291840" cy="635027"/>
          </a:xfrm>
        </p:spPr>
        <p:txBody>
          <a:bodyPr anchor="t" anchorCtr="0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1451E89-ADFB-7D4F-3A7F-D236E195DC3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51835" y="4948303"/>
            <a:ext cx="3291840" cy="1681195"/>
          </a:xfrm>
        </p:spPr>
        <p:txBody>
          <a:bodyPr/>
          <a:lstStyle>
            <a:lvl1pPr>
              <a:lnSpc>
                <a:spcPts val="1800"/>
              </a:lnSpc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marL="288925" indent="-26987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2pPr>
            <a:lvl3pPr marL="685800" indent="-203200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0080731" y="4012698"/>
            <a:ext cx="3657600" cy="635027"/>
          </a:xfrm>
        </p:spPr>
        <p:txBody>
          <a:bodyPr anchor="t" anchorCtr="0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65E814B-08B4-86D7-6553-7DC1A31EA2AB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10080731" y="4948303"/>
            <a:ext cx="3657600" cy="1681195"/>
          </a:xfrm>
        </p:spPr>
        <p:txBody>
          <a:bodyPr/>
          <a:lstStyle>
            <a:lvl1pPr>
              <a:lnSpc>
                <a:spcPts val="1800"/>
              </a:lnSpc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marL="288925" indent="-26987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2pPr>
            <a:lvl3pPr marL="746125" indent="-26352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609910" y="4012698"/>
            <a:ext cx="3657600" cy="635027"/>
          </a:xfrm>
        </p:spPr>
        <p:txBody>
          <a:bodyPr anchor="t" anchorCtr="0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EA6CD2B-D123-2C14-9723-448B379B5544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14609910" y="4948303"/>
            <a:ext cx="3657600" cy="1681195"/>
          </a:xfrm>
        </p:spPr>
        <p:txBody>
          <a:bodyPr/>
          <a:lstStyle>
            <a:lvl1pPr>
              <a:lnSpc>
                <a:spcPts val="1800"/>
              </a:lnSpc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marL="288925" indent="-26987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2pPr>
            <a:lvl3pPr marL="746125" indent="-26352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1FFD59F3-77D2-D2C8-2F19-BD9113A275BF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551835" y="7448492"/>
            <a:ext cx="3291840" cy="2194560"/>
          </a:xfrm>
        </p:spPr>
        <p:txBody>
          <a:bodyPr/>
          <a:lstStyle>
            <a:lvl1pPr>
              <a:lnSpc>
                <a:spcPts val="1800"/>
              </a:lnSpc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marL="288925" indent="-26987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2pPr>
            <a:lvl3pPr marL="685800" indent="-203200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26D39E8F-FBB7-0B22-C607-1108989A8CEF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10080731" y="7448492"/>
            <a:ext cx="3657600" cy="2194560"/>
          </a:xfrm>
        </p:spPr>
        <p:txBody>
          <a:bodyPr/>
          <a:lstStyle>
            <a:lvl1pPr>
              <a:lnSpc>
                <a:spcPts val="1800"/>
              </a:lnSpc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marL="288925" indent="-26987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2pPr>
            <a:lvl3pPr marL="746125" indent="-26352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11FD9D42-D8DA-281E-81D3-53DD7E3DF633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14609910" y="7448492"/>
            <a:ext cx="3657600" cy="2194560"/>
          </a:xfrm>
        </p:spPr>
        <p:txBody>
          <a:bodyPr/>
          <a:lstStyle>
            <a:lvl1pPr>
              <a:lnSpc>
                <a:spcPts val="1800"/>
              </a:lnSpc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marL="288925" indent="-26987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2pPr>
            <a:lvl3pPr marL="746125" indent="-26352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497019FC-B529-C965-CB58-D45F5568B155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551835" y="10221151"/>
            <a:ext cx="3291840" cy="2286000"/>
          </a:xfrm>
        </p:spPr>
        <p:txBody>
          <a:bodyPr/>
          <a:lstStyle>
            <a:lvl1pPr>
              <a:lnSpc>
                <a:spcPts val="1800"/>
              </a:lnSpc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marL="288925" indent="-26987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2pPr>
            <a:lvl3pPr marL="685800" indent="-203200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E494372B-8E54-41EE-0612-6DCE32259AFC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10080731" y="10221151"/>
            <a:ext cx="3657600" cy="2286000"/>
          </a:xfrm>
        </p:spPr>
        <p:txBody>
          <a:bodyPr/>
          <a:lstStyle>
            <a:lvl1pPr>
              <a:lnSpc>
                <a:spcPts val="1800"/>
              </a:lnSpc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marL="288925" indent="-26987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2pPr>
            <a:lvl3pPr marL="746125" indent="-26352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0F01C2F0-28DA-59C4-4CBC-E153EF56A346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14609910" y="10221151"/>
            <a:ext cx="3657600" cy="2286000"/>
          </a:xfrm>
        </p:spPr>
        <p:txBody>
          <a:bodyPr/>
          <a:lstStyle>
            <a:lvl1pPr>
              <a:lnSpc>
                <a:spcPts val="1800"/>
              </a:lnSpc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marL="288925" indent="-26987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2pPr>
            <a:lvl3pPr marL="746125" indent="-26352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001268A-CDA0-8D1F-EFC2-99640831F3F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9428451" y="4012698"/>
            <a:ext cx="3657600" cy="635027"/>
          </a:xfrm>
        </p:spPr>
        <p:txBody>
          <a:bodyPr anchor="t" anchorCtr="0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8B935949-AFCC-1237-6639-0E3DC518FEFC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19428451" y="4948303"/>
            <a:ext cx="3657600" cy="1681195"/>
          </a:xfrm>
        </p:spPr>
        <p:txBody>
          <a:bodyPr/>
          <a:lstStyle>
            <a:lvl1pPr>
              <a:lnSpc>
                <a:spcPts val="1800"/>
              </a:lnSpc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marL="288925" indent="-26987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2pPr>
            <a:lvl3pPr marL="746125" indent="-26352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9CB5883E-EE56-EE22-CC89-D30D16FC3B0F}"/>
              </a:ext>
            </a:extLst>
          </p:cNvPr>
          <p:cNvSpPr>
            <a:spLocks noGrp="1"/>
          </p:cNvSpPr>
          <p:nvPr>
            <p:ph sz="half" idx="38" hasCustomPrompt="1"/>
          </p:nvPr>
        </p:nvSpPr>
        <p:spPr>
          <a:xfrm>
            <a:off x="19428451" y="7448492"/>
            <a:ext cx="3657600" cy="2194560"/>
          </a:xfrm>
        </p:spPr>
        <p:txBody>
          <a:bodyPr/>
          <a:lstStyle>
            <a:lvl1pPr>
              <a:lnSpc>
                <a:spcPts val="1800"/>
              </a:lnSpc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marL="288925" indent="-26987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2pPr>
            <a:lvl3pPr marL="746125" indent="-26352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Content Placeholder 3">
            <a:extLst>
              <a:ext uri="{FF2B5EF4-FFF2-40B4-BE49-F238E27FC236}">
                <a16:creationId xmlns:a16="http://schemas.microsoft.com/office/drawing/2014/main" id="{C5593B2A-A1F7-209F-0AD9-61F778B03472}"/>
              </a:ext>
            </a:extLst>
          </p:cNvPr>
          <p:cNvSpPr>
            <a:spLocks noGrp="1"/>
          </p:cNvSpPr>
          <p:nvPr>
            <p:ph sz="half" idx="40" hasCustomPrompt="1"/>
          </p:nvPr>
        </p:nvSpPr>
        <p:spPr>
          <a:xfrm>
            <a:off x="19428451" y="10221151"/>
            <a:ext cx="3657600" cy="2286000"/>
          </a:xfrm>
        </p:spPr>
        <p:txBody>
          <a:bodyPr/>
          <a:lstStyle>
            <a:lvl1pPr>
              <a:lnSpc>
                <a:spcPts val="1800"/>
              </a:lnSpc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marL="288925" indent="-26987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2pPr>
            <a:lvl3pPr marL="746125" indent="-263525">
              <a:lnSpc>
                <a:spcPts val="18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1500">
                <a:solidFill>
                  <a:schemeClr val="accent1"/>
                </a:solidFill>
              </a:defRPr>
            </a:lvl3pPr>
            <a:lvl4pPr marL="1543050" indent="-474663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4pPr>
            <a:lvl5pPr marL="2008188" indent="-457200">
              <a:lnSpc>
                <a:spcPts val="2900"/>
              </a:lnSpc>
              <a:spcAft>
                <a:spcPts val="1100"/>
              </a:spcAft>
              <a:tabLst/>
              <a:defRPr sz="25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F78BE6-CB33-7C17-E74C-52372A861E2B}"/>
              </a:ext>
            </a:extLst>
          </p:cNvPr>
          <p:cNvGrpSpPr/>
          <p:nvPr userDrawn="1"/>
        </p:nvGrpSpPr>
        <p:grpSpPr>
          <a:xfrm>
            <a:off x="657225" y="4639338"/>
            <a:ext cx="4746841" cy="7950199"/>
            <a:chOff x="9813708" y="2877820"/>
            <a:chExt cx="4746841" cy="7950199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1A203C2-2D24-13CA-6D05-02DDB6901444}"/>
                </a:ext>
              </a:extLst>
            </p:cNvPr>
            <p:cNvSpPr/>
            <p:nvPr/>
          </p:nvSpPr>
          <p:spPr>
            <a:xfrm>
              <a:off x="9813708" y="2877820"/>
              <a:ext cx="4746841" cy="2508250"/>
            </a:xfrm>
            <a:custGeom>
              <a:avLst/>
              <a:gdLst>
                <a:gd name="connsiteX0" fmla="*/ 4746841 w 4746841"/>
                <a:gd name="connsiteY0" fmla="*/ 309880 h 2508250"/>
                <a:gd name="connsiteX1" fmla="*/ 4475061 w 4746841"/>
                <a:gd name="connsiteY1" fmla="*/ 2508250 h 2508250"/>
                <a:gd name="connsiteX2" fmla="*/ 273901 w 4746841"/>
                <a:gd name="connsiteY2" fmla="*/ 2508250 h 2508250"/>
                <a:gd name="connsiteX3" fmla="*/ 2121 w 4746841"/>
                <a:gd name="connsiteY3" fmla="*/ 309880 h 2508250"/>
                <a:gd name="connsiteX4" fmla="*/ 275171 w 4746841"/>
                <a:gd name="connsiteY4" fmla="*/ 0 h 2508250"/>
                <a:gd name="connsiteX5" fmla="*/ 4471252 w 4746841"/>
                <a:gd name="connsiteY5" fmla="*/ 0 h 2508250"/>
                <a:gd name="connsiteX6" fmla="*/ 4744302 w 4746841"/>
                <a:gd name="connsiteY6" fmla="*/ 309880 h 250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46841" h="2508250">
                  <a:moveTo>
                    <a:pt x="4746841" y="309880"/>
                  </a:moveTo>
                  <a:lnTo>
                    <a:pt x="4475061" y="2508250"/>
                  </a:lnTo>
                  <a:lnTo>
                    <a:pt x="273901" y="2508250"/>
                  </a:lnTo>
                  <a:lnTo>
                    <a:pt x="2121" y="309880"/>
                  </a:lnTo>
                  <a:cubicBezTo>
                    <a:pt x="-18199" y="146050"/>
                    <a:pt x="110071" y="0"/>
                    <a:pt x="275171" y="0"/>
                  </a:cubicBezTo>
                  <a:lnTo>
                    <a:pt x="4471252" y="0"/>
                  </a:lnTo>
                  <a:cubicBezTo>
                    <a:pt x="4636352" y="0"/>
                    <a:pt x="4764622" y="144780"/>
                    <a:pt x="4744302" y="309880"/>
                  </a:cubicBezTo>
                </a:path>
              </a:pathLst>
            </a:custGeom>
            <a:solidFill>
              <a:srgbClr val="4DBDF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  <a:effectLst/>
                  <a:latin typeface="+mj-lt"/>
                </a:rPr>
                <a:t>Upper</a:t>
              </a: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E931C23-9C32-9CD9-8805-11C8FB5F629E}"/>
                </a:ext>
              </a:extLst>
            </p:cNvPr>
            <p:cNvSpPr/>
            <p:nvPr/>
          </p:nvSpPr>
          <p:spPr>
            <a:xfrm>
              <a:off x="10431780" y="8143240"/>
              <a:ext cx="3519169" cy="2684779"/>
            </a:xfrm>
            <a:custGeom>
              <a:avLst/>
              <a:gdLst>
                <a:gd name="connsiteX0" fmla="*/ 3517900 w 3519169"/>
                <a:gd name="connsiteY0" fmla="*/ 0 h 2684779"/>
                <a:gd name="connsiteX1" fmla="*/ 3216909 w 3519169"/>
                <a:gd name="connsiteY1" fmla="*/ 2443480 h 2684779"/>
                <a:gd name="connsiteX2" fmla="*/ 2943859 w 3519169"/>
                <a:gd name="connsiteY2" fmla="*/ 2684780 h 2684779"/>
                <a:gd name="connsiteX3" fmla="*/ 574039 w 3519169"/>
                <a:gd name="connsiteY3" fmla="*/ 2684780 h 2684779"/>
                <a:gd name="connsiteX4" fmla="*/ 300989 w 3519169"/>
                <a:gd name="connsiteY4" fmla="*/ 2443480 h 2684779"/>
                <a:gd name="connsiteX5" fmla="*/ 0 w 3519169"/>
                <a:gd name="connsiteY5" fmla="*/ 0 h 2684779"/>
                <a:gd name="connsiteX6" fmla="*/ 3519170 w 3519169"/>
                <a:gd name="connsiteY6" fmla="*/ 0 h 268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9169" h="2684779">
                  <a:moveTo>
                    <a:pt x="3517900" y="0"/>
                  </a:moveTo>
                  <a:lnTo>
                    <a:pt x="3216909" y="2443480"/>
                  </a:lnTo>
                  <a:cubicBezTo>
                    <a:pt x="3200400" y="2581910"/>
                    <a:pt x="3082290" y="2684780"/>
                    <a:pt x="2943859" y="2684780"/>
                  </a:cubicBezTo>
                  <a:lnTo>
                    <a:pt x="574039" y="2684780"/>
                  </a:lnTo>
                  <a:cubicBezTo>
                    <a:pt x="434339" y="2684780"/>
                    <a:pt x="317500" y="2580640"/>
                    <a:pt x="300989" y="2443480"/>
                  </a:cubicBezTo>
                  <a:lnTo>
                    <a:pt x="0" y="0"/>
                  </a:lnTo>
                  <a:lnTo>
                    <a:pt x="3519170" y="0"/>
                  </a:lnTo>
                  <a:close/>
                </a:path>
              </a:pathLst>
            </a:custGeom>
            <a:solidFill>
              <a:schemeClr val="accent1"/>
            </a:solidFill>
            <a:ln w="12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ts val="2600"/>
                </a:lnSpc>
              </a:pPr>
              <a:r>
                <a:rPr lang="en-US">
                  <a:solidFill>
                    <a:schemeClr val="bg1"/>
                  </a:solidFill>
                  <a:effectLst/>
                  <a:latin typeface="+mj-lt"/>
                </a:rPr>
                <a:t>Low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E77C87F-A486-0C9E-5ACB-50527026F187}"/>
                </a:ext>
              </a:extLst>
            </p:cNvPr>
            <p:cNvSpPr/>
            <p:nvPr/>
          </p:nvSpPr>
          <p:spPr>
            <a:xfrm>
              <a:off x="10088880" y="5384800"/>
              <a:ext cx="4201159" cy="2758440"/>
            </a:xfrm>
            <a:custGeom>
              <a:avLst/>
              <a:gdLst>
                <a:gd name="connsiteX0" fmla="*/ 4201159 w 4201159"/>
                <a:gd name="connsiteY0" fmla="*/ 0 h 2758440"/>
                <a:gd name="connsiteX1" fmla="*/ 3860800 w 4201159"/>
                <a:gd name="connsiteY1" fmla="*/ 2758440 h 2758440"/>
                <a:gd name="connsiteX2" fmla="*/ 340360 w 4201159"/>
                <a:gd name="connsiteY2" fmla="*/ 2758440 h 2758440"/>
                <a:gd name="connsiteX3" fmla="*/ 0 w 4201159"/>
                <a:gd name="connsiteY3" fmla="*/ 0 h 2758440"/>
                <a:gd name="connsiteX4" fmla="*/ 4201159 w 4201159"/>
                <a:gd name="connsiteY4" fmla="*/ 0 h 2758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1159" h="2758440">
                  <a:moveTo>
                    <a:pt x="4201159" y="0"/>
                  </a:moveTo>
                  <a:lnTo>
                    <a:pt x="3860800" y="2758440"/>
                  </a:lnTo>
                  <a:lnTo>
                    <a:pt x="340360" y="2758440"/>
                  </a:lnTo>
                  <a:lnTo>
                    <a:pt x="0" y="0"/>
                  </a:lnTo>
                  <a:lnTo>
                    <a:pt x="4201159" y="0"/>
                  </a:lnTo>
                  <a:close/>
                </a:path>
              </a:pathLst>
            </a:custGeom>
            <a:solidFill>
              <a:schemeClr val="accent2"/>
            </a:solidFill>
            <a:ln w="12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ts val="2600"/>
                </a:lnSpc>
              </a:pPr>
              <a:r>
                <a:rPr lang="en-US">
                  <a:solidFill>
                    <a:schemeClr val="bg1"/>
                  </a:solidFill>
                  <a:effectLst/>
                  <a:latin typeface="+mj-lt"/>
                </a:rPr>
                <a:t>Mid</a:t>
              </a:r>
              <a:endParaRPr lang="en-US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286117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81604E6A-3EDF-F565-EBB7-E7CCCF2C6F2F}"/>
              </a:ext>
            </a:extLst>
          </p:cNvPr>
          <p:cNvSpPr/>
          <p:nvPr/>
        </p:nvSpPr>
        <p:spPr>
          <a:xfrm>
            <a:off x="17285969" y="4484370"/>
            <a:ext cx="6563994" cy="4494529"/>
          </a:xfrm>
          <a:custGeom>
            <a:avLst/>
            <a:gdLst>
              <a:gd name="connsiteX0" fmla="*/ 5429250 w 6563994"/>
              <a:gd name="connsiteY0" fmla="*/ 0 h 4494529"/>
              <a:gd name="connsiteX1" fmla="*/ 407670 w 6563994"/>
              <a:gd name="connsiteY1" fmla="*/ 0 h 4494529"/>
              <a:gd name="connsiteX2" fmla="*/ 0 w 6563994"/>
              <a:gd name="connsiteY2" fmla="*/ 407670 h 4494529"/>
              <a:gd name="connsiteX3" fmla="*/ 0 w 6563994"/>
              <a:gd name="connsiteY3" fmla="*/ 4086860 h 4494529"/>
              <a:gd name="connsiteX4" fmla="*/ 407670 w 6563994"/>
              <a:gd name="connsiteY4" fmla="*/ 4494530 h 4494529"/>
              <a:gd name="connsiteX5" fmla="*/ 5429250 w 6563994"/>
              <a:gd name="connsiteY5" fmla="*/ 4494530 h 4494529"/>
              <a:gd name="connsiteX6" fmla="*/ 5826761 w 6563994"/>
              <a:gd name="connsiteY6" fmla="*/ 4222750 h 4494529"/>
              <a:gd name="connsiteX7" fmla="*/ 6535420 w 6563994"/>
              <a:gd name="connsiteY7" fmla="*/ 2400300 h 4494529"/>
              <a:gd name="connsiteX8" fmla="*/ 6535420 w 6563994"/>
              <a:gd name="connsiteY8" fmla="*/ 2095500 h 4494529"/>
              <a:gd name="connsiteX9" fmla="*/ 5826761 w 6563994"/>
              <a:gd name="connsiteY9" fmla="*/ 273050 h 4494529"/>
              <a:gd name="connsiteX10" fmla="*/ 5429250 w 6563994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4" h="4494529">
                <a:moveTo>
                  <a:pt x="542925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0" y="4494530"/>
                </a:lnTo>
                <a:cubicBezTo>
                  <a:pt x="5604511" y="4494530"/>
                  <a:pt x="5763261" y="4386580"/>
                  <a:pt x="5826761" y="4222750"/>
                </a:cubicBezTo>
                <a:lnTo>
                  <a:pt x="6535420" y="2400300"/>
                </a:lnTo>
                <a:cubicBezTo>
                  <a:pt x="6573520" y="2302510"/>
                  <a:pt x="6573520" y="2193290"/>
                  <a:pt x="6535420" y="2095500"/>
                </a:cubicBezTo>
                <a:lnTo>
                  <a:pt x="5826761" y="273050"/>
                </a:lnTo>
                <a:cubicBezTo>
                  <a:pt x="5763261" y="109220"/>
                  <a:pt x="5605781" y="1270"/>
                  <a:pt x="5429250" y="1270"/>
                </a:cubicBezTo>
              </a:path>
            </a:pathLst>
          </a:custGeom>
          <a:solidFill>
            <a:srgbClr val="DDF1FC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546C391F-9A47-BF96-75BB-1A213D904E17}"/>
              </a:ext>
            </a:extLst>
          </p:cNvPr>
          <p:cNvSpPr/>
          <p:nvPr/>
        </p:nvSpPr>
        <p:spPr>
          <a:xfrm>
            <a:off x="12741909" y="4484370"/>
            <a:ext cx="6563995" cy="4494529"/>
          </a:xfrm>
          <a:custGeom>
            <a:avLst/>
            <a:gdLst>
              <a:gd name="connsiteX0" fmla="*/ 5429251 w 6563995"/>
              <a:gd name="connsiteY0" fmla="*/ 0 h 4494529"/>
              <a:gd name="connsiteX1" fmla="*/ 407670 w 6563995"/>
              <a:gd name="connsiteY1" fmla="*/ 0 h 4494529"/>
              <a:gd name="connsiteX2" fmla="*/ 0 w 6563995"/>
              <a:gd name="connsiteY2" fmla="*/ 407670 h 4494529"/>
              <a:gd name="connsiteX3" fmla="*/ 0 w 6563995"/>
              <a:gd name="connsiteY3" fmla="*/ 4086860 h 4494529"/>
              <a:gd name="connsiteX4" fmla="*/ 407670 w 6563995"/>
              <a:gd name="connsiteY4" fmla="*/ 4494530 h 4494529"/>
              <a:gd name="connsiteX5" fmla="*/ 5429251 w 6563995"/>
              <a:gd name="connsiteY5" fmla="*/ 4494530 h 4494529"/>
              <a:gd name="connsiteX6" fmla="*/ 5826760 w 6563995"/>
              <a:gd name="connsiteY6" fmla="*/ 4222750 h 4494529"/>
              <a:gd name="connsiteX7" fmla="*/ 6535421 w 6563995"/>
              <a:gd name="connsiteY7" fmla="*/ 2400300 h 4494529"/>
              <a:gd name="connsiteX8" fmla="*/ 6535421 w 6563995"/>
              <a:gd name="connsiteY8" fmla="*/ 2095500 h 4494529"/>
              <a:gd name="connsiteX9" fmla="*/ 5826760 w 6563995"/>
              <a:gd name="connsiteY9" fmla="*/ 273050 h 4494529"/>
              <a:gd name="connsiteX10" fmla="*/ 5429251 w 6563995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5" h="4494529">
                <a:moveTo>
                  <a:pt x="5429251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1" y="4494530"/>
                </a:lnTo>
                <a:cubicBezTo>
                  <a:pt x="5604510" y="4494530"/>
                  <a:pt x="5763260" y="4386580"/>
                  <a:pt x="5826760" y="4222750"/>
                </a:cubicBezTo>
                <a:lnTo>
                  <a:pt x="6535421" y="2400300"/>
                </a:lnTo>
                <a:cubicBezTo>
                  <a:pt x="6573521" y="2302510"/>
                  <a:pt x="6573521" y="2193290"/>
                  <a:pt x="6535421" y="2095500"/>
                </a:cubicBezTo>
                <a:lnTo>
                  <a:pt x="5826760" y="273050"/>
                </a:lnTo>
                <a:cubicBezTo>
                  <a:pt x="5763260" y="109220"/>
                  <a:pt x="5605780" y="1270"/>
                  <a:pt x="5429251" y="1270"/>
                </a:cubicBezTo>
              </a:path>
            </a:pathLst>
          </a:custGeom>
          <a:solidFill>
            <a:srgbClr val="A9DDF7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EC832FE-1751-FC4E-BF94-FA376614E71C}"/>
              </a:ext>
            </a:extLst>
          </p:cNvPr>
          <p:cNvSpPr/>
          <p:nvPr/>
        </p:nvSpPr>
        <p:spPr>
          <a:xfrm>
            <a:off x="8197850" y="4484370"/>
            <a:ext cx="6563994" cy="4494529"/>
          </a:xfrm>
          <a:custGeom>
            <a:avLst/>
            <a:gdLst>
              <a:gd name="connsiteX0" fmla="*/ 5429250 w 6563994"/>
              <a:gd name="connsiteY0" fmla="*/ 0 h 4494529"/>
              <a:gd name="connsiteX1" fmla="*/ 407670 w 6563994"/>
              <a:gd name="connsiteY1" fmla="*/ 0 h 4494529"/>
              <a:gd name="connsiteX2" fmla="*/ 0 w 6563994"/>
              <a:gd name="connsiteY2" fmla="*/ 407670 h 4494529"/>
              <a:gd name="connsiteX3" fmla="*/ 0 w 6563994"/>
              <a:gd name="connsiteY3" fmla="*/ 4086860 h 4494529"/>
              <a:gd name="connsiteX4" fmla="*/ 407670 w 6563994"/>
              <a:gd name="connsiteY4" fmla="*/ 4494530 h 4494529"/>
              <a:gd name="connsiteX5" fmla="*/ 5429250 w 6563994"/>
              <a:gd name="connsiteY5" fmla="*/ 4494530 h 4494529"/>
              <a:gd name="connsiteX6" fmla="*/ 5826761 w 6563994"/>
              <a:gd name="connsiteY6" fmla="*/ 4222750 h 4494529"/>
              <a:gd name="connsiteX7" fmla="*/ 6535420 w 6563994"/>
              <a:gd name="connsiteY7" fmla="*/ 2400300 h 4494529"/>
              <a:gd name="connsiteX8" fmla="*/ 6535420 w 6563994"/>
              <a:gd name="connsiteY8" fmla="*/ 2095500 h 4494529"/>
              <a:gd name="connsiteX9" fmla="*/ 5826761 w 6563994"/>
              <a:gd name="connsiteY9" fmla="*/ 273050 h 4494529"/>
              <a:gd name="connsiteX10" fmla="*/ 5429250 w 6563994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4" h="4494529">
                <a:moveTo>
                  <a:pt x="542925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0" y="4494530"/>
                </a:lnTo>
                <a:cubicBezTo>
                  <a:pt x="5604511" y="4494530"/>
                  <a:pt x="5763261" y="4386580"/>
                  <a:pt x="5826761" y="4222750"/>
                </a:cubicBezTo>
                <a:lnTo>
                  <a:pt x="6535420" y="2400300"/>
                </a:lnTo>
                <a:cubicBezTo>
                  <a:pt x="6573520" y="2302510"/>
                  <a:pt x="6573520" y="2193290"/>
                  <a:pt x="6535420" y="2095500"/>
                </a:cubicBezTo>
                <a:lnTo>
                  <a:pt x="5826761" y="273050"/>
                </a:lnTo>
                <a:cubicBezTo>
                  <a:pt x="5763261" y="109220"/>
                  <a:pt x="5605781" y="1270"/>
                  <a:pt x="5429250" y="1270"/>
                </a:cubicBezTo>
              </a:path>
            </a:pathLst>
          </a:custGeom>
          <a:solidFill>
            <a:srgbClr val="4DBDF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FA391EC-B5AC-0DBD-6554-E2F95433B38F}"/>
              </a:ext>
            </a:extLst>
          </p:cNvPr>
          <p:cNvSpPr/>
          <p:nvPr/>
        </p:nvSpPr>
        <p:spPr>
          <a:xfrm>
            <a:off x="3653790" y="4484370"/>
            <a:ext cx="6563994" cy="4494529"/>
          </a:xfrm>
          <a:custGeom>
            <a:avLst/>
            <a:gdLst>
              <a:gd name="connsiteX0" fmla="*/ 5429250 w 6563994"/>
              <a:gd name="connsiteY0" fmla="*/ 0 h 4494529"/>
              <a:gd name="connsiteX1" fmla="*/ 407670 w 6563994"/>
              <a:gd name="connsiteY1" fmla="*/ 0 h 4494529"/>
              <a:gd name="connsiteX2" fmla="*/ 0 w 6563994"/>
              <a:gd name="connsiteY2" fmla="*/ 407670 h 4494529"/>
              <a:gd name="connsiteX3" fmla="*/ 0 w 6563994"/>
              <a:gd name="connsiteY3" fmla="*/ 4086860 h 4494529"/>
              <a:gd name="connsiteX4" fmla="*/ 407670 w 6563994"/>
              <a:gd name="connsiteY4" fmla="*/ 4494530 h 4494529"/>
              <a:gd name="connsiteX5" fmla="*/ 5429250 w 6563994"/>
              <a:gd name="connsiteY5" fmla="*/ 4494530 h 4494529"/>
              <a:gd name="connsiteX6" fmla="*/ 5826760 w 6563994"/>
              <a:gd name="connsiteY6" fmla="*/ 4222750 h 4494529"/>
              <a:gd name="connsiteX7" fmla="*/ 6535420 w 6563994"/>
              <a:gd name="connsiteY7" fmla="*/ 2400300 h 4494529"/>
              <a:gd name="connsiteX8" fmla="*/ 6535420 w 6563994"/>
              <a:gd name="connsiteY8" fmla="*/ 2095500 h 4494529"/>
              <a:gd name="connsiteX9" fmla="*/ 5826760 w 6563994"/>
              <a:gd name="connsiteY9" fmla="*/ 273050 h 4494529"/>
              <a:gd name="connsiteX10" fmla="*/ 5429250 w 6563994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4" h="4494529">
                <a:moveTo>
                  <a:pt x="542925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0" y="4494530"/>
                </a:lnTo>
                <a:cubicBezTo>
                  <a:pt x="5604510" y="4494530"/>
                  <a:pt x="5763260" y="4386580"/>
                  <a:pt x="5826760" y="4222750"/>
                </a:cubicBezTo>
                <a:lnTo>
                  <a:pt x="6535420" y="2400300"/>
                </a:lnTo>
                <a:cubicBezTo>
                  <a:pt x="6573520" y="2302510"/>
                  <a:pt x="6573520" y="2193290"/>
                  <a:pt x="6535420" y="2095500"/>
                </a:cubicBezTo>
                <a:lnTo>
                  <a:pt x="5826760" y="273050"/>
                </a:lnTo>
                <a:cubicBezTo>
                  <a:pt x="5763260" y="109220"/>
                  <a:pt x="5605780" y="1270"/>
                  <a:pt x="5429250" y="1270"/>
                </a:cubicBezTo>
              </a:path>
            </a:pathLst>
          </a:custGeom>
          <a:solidFill>
            <a:srgbClr val="005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ADAA8BF-B570-81B6-E905-938A81C300FE}"/>
              </a:ext>
            </a:extLst>
          </p:cNvPr>
          <p:cNvSpPr/>
          <p:nvPr/>
        </p:nvSpPr>
        <p:spPr>
          <a:xfrm>
            <a:off x="673100" y="4484370"/>
            <a:ext cx="5089525" cy="4494529"/>
          </a:xfrm>
          <a:custGeom>
            <a:avLst/>
            <a:gdLst>
              <a:gd name="connsiteX0" fmla="*/ 3954780 w 5089525"/>
              <a:gd name="connsiteY0" fmla="*/ 0 h 4494529"/>
              <a:gd name="connsiteX1" fmla="*/ 407670 w 5089525"/>
              <a:gd name="connsiteY1" fmla="*/ 0 h 4494529"/>
              <a:gd name="connsiteX2" fmla="*/ 0 w 5089525"/>
              <a:gd name="connsiteY2" fmla="*/ 407670 h 4494529"/>
              <a:gd name="connsiteX3" fmla="*/ 0 w 5089525"/>
              <a:gd name="connsiteY3" fmla="*/ 4086860 h 4494529"/>
              <a:gd name="connsiteX4" fmla="*/ 407670 w 5089525"/>
              <a:gd name="connsiteY4" fmla="*/ 4494530 h 4494529"/>
              <a:gd name="connsiteX5" fmla="*/ 3954780 w 5089525"/>
              <a:gd name="connsiteY5" fmla="*/ 4494530 h 4494529"/>
              <a:gd name="connsiteX6" fmla="*/ 4352290 w 5089525"/>
              <a:gd name="connsiteY6" fmla="*/ 4222750 h 4494529"/>
              <a:gd name="connsiteX7" fmla="*/ 5060950 w 5089525"/>
              <a:gd name="connsiteY7" fmla="*/ 2400300 h 4494529"/>
              <a:gd name="connsiteX8" fmla="*/ 5060950 w 5089525"/>
              <a:gd name="connsiteY8" fmla="*/ 2095500 h 4494529"/>
              <a:gd name="connsiteX9" fmla="*/ 4352290 w 5089525"/>
              <a:gd name="connsiteY9" fmla="*/ 273050 h 4494529"/>
              <a:gd name="connsiteX10" fmla="*/ 3954780 w 5089525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89525" h="4494529">
                <a:moveTo>
                  <a:pt x="395478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3954780" y="4494530"/>
                </a:lnTo>
                <a:cubicBezTo>
                  <a:pt x="4130040" y="4494530"/>
                  <a:pt x="4288790" y="4386580"/>
                  <a:pt x="4352290" y="4222750"/>
                </a:cubicBezTo>
                <a:lnTo>
                  <a:pt x="5060950" y="2400300"/>
                </a:lnTo>
                <a:cubicBezTo>
                  <a:pt x="5099050" y="2302510"/>
                  <a:pt x="5099050" y="2193290"/>
                  <a:pt x="5060950" y="2095500"/>
                </a:cubicBezTo>
                <a:lnTo>
                  <a:pt x="4352290" y="273050"/>
                </a:lnTo>
                <a:cubicBezTo>
                  <a:pt x="4288790" y="109220"/>
                  <a:pt x="4131310" y="1270"/>
                  <a:pt x="3954780" y="1270"/>
                </a:cubicBezTo>
              </a:path>
            </a:pathLst>
          </a:custGeom>
          <a:solidFill>
            <a:srgbClr val="001E6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99507" y="5244083"/>
            <a:ext cx="3764240" cy="635027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09668" y="5891142"/>
            <a:ext cx="4114800" cy="2882018"/>
          </a:xfrm>
        </p:spPr>
        <p:txBody>
          <a:bodyPr/>
          <a:lstStyle>
            <a:lvl1pPr>
              <a:lnSpc>
                <a:spcPts val="22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marL="465138" indent="-4460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bg1"/>
                </a:solidFill>
              </a:defRPr>
            </a:lvl2pPr>
            <a:lvl3pPr marL="915988" indent="-4333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bg1"/>
                </a:solidFill>
              </a:defRPr>
            </a:lvl3pPr>
            <a:lvl4pPr marL="1543050" indent="-474663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bg1"/>
                </a:solidFill>
              </a:defRPr>
            </a:lvl4pPr>
            <a:lvl5pPr marL="2008188" indent="-457200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8605" y="5244083"/>
            <a:ext cx="3764240" cy="635027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8605" y="5891143"/>
            <a:ext cx="4114800" cy="2882018"/>
          </a:xfrm>
        </p:spPr>
        <p:txBody>
          <a:bodyPr/>
          <a:lstStyle>
            <a:lvl1pPr>
              <a:lnSpc>
                <a:spcPts val="22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marL="465138" indent="-4460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bg1"/>
                </a:solidFill>
              </a:defRPr>
            </a:lvl2pPr>
            <a:lvl3pPr marL="979488" indent="-4968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bg1"/>
                </a:solidFill>
              </a:defRPr>
            </a:lvl3pPr>
            <a:lvl4pPr marL="1543050" indent="-474663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bg1"/>
                </a:solidFill>
              </a:defRPr>
            </a:lvl4pPr>
            <a:lvl5pPr marL="2008188" indent="-457200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88532" y="5244083"/>
            <a:ext cx="3680523" cy="635027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0688532" y="5891143"/>
            <a:ext cx="4114800" cy="2882018"/>
          </a:xfrm>
        </p:spPr>
        <p:txBody>
          <a:bodyPr/>
          <a:lstStyle>
            <a:lvl1pPr>
              <a:lnSpc>
                <a:spcPts val="2200"/>
              </a:lnSpc>
              <a:spcAft>
                <a:spcPts val="0"/>
              </a:spcAft>
              <a:defRPr sz="1600">
                <a:solidFill>
                  <a:schemeClr val="accent1"/>
                </a:solidFill>
              </a:defRPr>
            </a:lvl1pPr>
            <a:lvl2pPr marL="465138" indent="-4460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2pPr>
            <a:lvl3pPr marL="979488" indent="-4968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3pPr>
            <a:lvl4pPr marL="1543050" indent="-474663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4pPr>
            <a:lvl5pPr marL="2008188" indent="-457200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DE080769-04DA-4B32-E642-465F5B9F05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177607" y="5244083"/>
            <a:ext cx="3669739" cy="635027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EDB33D3-4FCE-E94C-3607-BD9BC716D66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177607" y="5891143"/>
            <a:ext cx="4114800" cy="2882018"/>
          </a:xfrm>
        </p:spPr>
        <p:txBody>
          <a:bodyPr/>
          <a:lstStyle>
            <a:lvl1pPr>
              <a:lnSpc>
                <a:spcPts val="2200"/>
              </a:lnSpc>
              <a:spcAft>
                <a:spcPts val="0"/>
              </a:spcAft>
              <a:defRPr sz="1600">
                <a:solidFill>
                  <a:schemeClr val="accent1"/>
                </a:solidFill>
              </a:defRPr>
            </a:lvl1pPr>
            <a:lvl2pPr marL="465138" indent="-4460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2pPr>
            <a:lvl3pPr marL="979488" indent="-4968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3pPr>
            <a:lvl4pPr marL="1543050" indent="-474663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4pPr>
            <a:lvl5pPr marL="2008188" indent="-457200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69EE6EB8-D995-338D-FD55-11472A93C5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791393" y="5244083"/>
            <a:ext cx="3669739" cy="635027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Content Placeholder 5">
            <a:extLst>
              <a:ext uri="{FF2B5EF4-FFF2-40B4-BE49-F238E27FC236}">
                <a16:creationId xmlns:a16="http://schemas.microsoft.com/office/drawing/2014/main" id="{EBAE8F5C-D02E-C6F3-5458-BC36322DC0F5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9791393" y="5891143"/>
            <a:ext cx="4114800" cy="2882018"/>
          </a:xfrm>
        </p:spPr>
        <p:txBody>
          <a:bodyPr/>
          <a:lstStyle>
            <a:lvl1pPr>
              <a:lnSpc>
                <a:spcPts val="2200"/>
              </a:lnSpc>
              <a:spcAft>
                <a:spcPts val="0"/>
              </a:spcAft>
              <a:defRPr sz="1600">
                <a:solidFill>
                  <a:schemeClr val="accent1"/>
                </a:solidFill>
              </a:defRPr>
            </a:lvl1pPr>
            <a:lvl2pPr marL="465138" indent="-4460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2pPr>
            <a:lvl3pPr marL="979488" indent="-4968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3pPr>
            <a:lvl4pPr marL="1543050" indent="-474663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4pPr>
            <a:lvl5pPr marL="2008188" indent="-457200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364056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m T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30">
            <a:extLst>
              <a:ext uri="{FF2B5EF4-FFF2-40B4-BE49-F238E27FC236}">
                <a16:creationId xmlns:a16="http://schemas.microsoft.com/office/drawing/2014/main" id="{5CB74FF3-9002-4333-D4BE-C66B2A6825E0}"/>
              </a:ext>
            </a:extLst>
          </p:cNvPr>
          <p:cNvSpPr/>
          <p:nvPr/>
        </p:nvSpPr>
        <p:spPr>
          <a:xfrm>
            <a:off x="8469962" y="5795111"/>
            <a:ext cx="15220794" cy="1198567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7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7"/>
                  <a:pt x="0" y="944634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42C970FF-FE6E-1BE4-2049-D80C116D1CA4}"/>
              </a:ext>
            </a:extLst>
          </p:cNvPr>
          <p:cNvSpPr/>
          <p:nvPr/>
        </p:nvSpPr>
        <p:spPr>
          <a:xfrm>
            <a:off x="8469962" y="4393397"/>
            <a:ext cx="15220794" cy="1198567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8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8"/>
                  <a:pt x="0" y="944634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94744CE2-9338-D5AA-9EF9-54EB71B06CAE}"/>
              </a:ext>
            </a:extLst>
          </p:cNvPr>
          <p:cNvSpPr/>
          <p:nvPr/>
        </p:nvSpPr>
        <p:spPr>
          <a:xfrm>
            <a:off x="8469962" y="7196826"/>
            <a:ext cx="15220794" cy="1198567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1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9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9"/>
                  <a:pt x="0" y="944634"/>
                </a:cubicBezTo>
                <a:lnTo>
                  <a:pt x="0" y="253934"/>
                </a:lnTo>
                <a:cubicBezTo>
                  <a:pt x="0" y="113691"/>
                  <a:pt x="113690" y="1"/>
                  <a:pt x="253934" y="1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DE796187-79D1-5543-B553-4D7307EBE423}"/>
              </a:ext>
            </a:extLst>
          </p:cNvPr>
          <p:cNvSpPr/>
          <p:nvPr/>
        </p:nvSpPr>
        <p:spPr>
          <a:xfrm>
            <a:off x="8469962" y="8598541"/>
            <a:ext cx="15220794" cy="1198567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89"/>
                  <a:pt x="15220795" y="253934"/>
                </a:cubicBezTo>
                <a:lnTo>
                  <a:pt x="15220795" y="944634"/>
                </a:lnTo>
                <a:cubicBezTo>
                  <a:pt x="15220795" y="1084878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8"/>
                  <a:pt x="0" y="944634"/>
                </a:cubicBezTo>
                <a:lnTo>
                  <a:pt x="0" y="253934"/>
                </a:lnTo>
                <a:cubicBezTo>
                  <a:pt x="0" y="113689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AC38AA1E-3197-C3B9-7EE4-BDE2B81FFB8D}"/>
              </a:ext>
            </a:extLst>
          </p:cNvPr>
          <p:cNvSpPr/>
          <p:nvPr/>
        </p:nvSpPr>
        <p:spPr>
          <a:xfrm>
            <a:off x="8469962" y="9998986"/>
            <a:ext cx="15220794" cy="1198567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5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5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5"/>
                </a:lnTo>
                <a:cubicBezTo>
                  <a:pt x="15220795" y="1084879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9"/>
                  <a:pt x="0" y="944635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E86581D1-4A47-8E7E-A502-B4D8242B833B}"/>
              </a:ext>
            </a:extLst>
          </p:cNvPr>
          <p:cNvSpPr/>
          <p:nvPr/>
        </p:nvSpPr>
        <p:spPr>
          <a:xfrm>
            <a:off x="8469962" y="11400701"/>
            <a:ext cx="15220794" cy="1198567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8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8"/>
                  <a:pt x="0" y="944634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70BACE7-DD06-0F3C-21D0-AE43F3C43028}"/>
              </a:ext>
            </a:extLst>
          </p:cNvPr>
          <p:cNvSpPr/>
          <p:nvPr/>
        </p:nvSpPr>
        <p:spPr>
          <a:xfrm>
            <a:off x="688159" y="4393396"/>
            <a:ext cx="7437404" cy="1198567"/>
          </a:xfrm>
          <a:custGeom>
            <a:avLst/>
            <a:gdLst>
              <a:gd name="connsiteX0" fmla="*/ 7397093 w 7437404"/>
              <a:gd name="connsiteY0" fmla="*/ 514216 h 1198567"/>
              <a:gd name="connsiteX1" fmla="*/ 6923506 w 7437404"/>
              <a:gd name="connsiteY1" fmla="*/ 85068 h 1198567"/>
              <a:gd name="connsiteX2" fmla="*/ 6702584 w 7437404"/>
              <a:gd name="connsiteY2" fmla="*/ 0 h 1198567"/>
              <a:gd name="connsiteX3" fmla="*/ 1722941 w 7437404"/>
              <a:gd name="connsiteY3" fmla="*/ 0 h 1198567"/>
              <a:gd name="connsiteX4" fmla="*/ 1722941 w 7437404"/>
              <a:gd name="connsiteY4" fmla="*/ 0 h 1198567"/>
              <a:gd name="connsiteX5" fmla="*/ 253934 w 7437404"/>
              <a:gd name="connsiteY5" fmla="*/ 0 h 1198567"/>
              <a:gd name="connsiteX6" fmla="*/ 0 w 7437404"/>
              <a:gd name="connsiteY6" fmla="*/ 253934 h 1198567"/>
              <a:gd name="connsiteX7" fmla="*/ 0 w 7437404"/>
              <a:gd name="connsiteY7" fmla="*/ 944634 h 1198567"/>
              <a:gd name="connsiteX8" fmla="*/ 253934 w 7437404"/>
              <a:gd name="connsiteY8" fmla="*/ 1198568 h 1198567"/>
              <a:gd name="connsiteX9" fmla="*/ 1724211 w 7437404"/>
              <a:gd name="connsiteY9" fmla="*/ 1198568 h 1198567"/>
              <a:gd name="connsiteX10" fmla="*/ 1724211 w 7437404"/>
              <a:gd name="connsiteY10" fmla="*/ 1198568 h 1198567"/>
              <a:gd name="connsiteX11" fmla="*/ 6703854 w 7437404"/>
              <a:gd name="connsiteY11" fmla="*/ 1198568 h 1198567"/>
              <a:gd name="connsiteX12" fmla="*/ 6924776 w 7437404"/>
              <a:gd name="connsiteY12" fmla="*/ 1113500 h 1198567"/>
              <a:gd name="connsiteX13" fmla="*/ 7398363 w 7437404"/>
              <a:gd name="connsiteY13" fmla="*/ 684352 h 1198567"/>
              <a:gd name="connsiteX14" fmla="*/ 7398363 w 7437404"/>
              <a:gd name="connsiteY14" fmla="*/ 514216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7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3EF4DDA8-6800-A316-62E6-CF5C760C8B4C}"/>
              </a:ext>
            </a:extLst>
          </p:cNvPr>
          <p:cNvSpPr/>
          <p:nvPr/>
        </p:nvSpPr>
        <p:spPr>
          <a:xfrm>
            <a:off x="688159" y="7196826"/>
            <a:ext cx="7437404" cy="1198567"/>
          </a:xfrm>
          <a:custGeom>
            <a:avLst/>
            <a:gdLst>
              <a:gd name="connsiteX0" fmla="*/ 7397093 w 7437404"/>
              <a:gd name="connsiteY0" fmla="*/ 514216 h 1198567"/>
              <a:gd name="connsiteX1" fmla="*/ 6923506 w 7437404"/>
              <a:gd name="connsiteY1" fmla="*/ 85068 h 1198567"/>
              <a:gd name="connsiteX2" fmla="*/ 6702584 w 7437404"/>
              <a:gd name="connsiteY2" fmla="*/ 0 h 1198567"/>
              <a:gd name="connsiteX3" fmla="*/ 1722941 w 7437404"/>
              <a:gd name="connsiteY3" fmla="*/ 0 h 1198567"/>
              <a:gd name="connsiteX4" fmla="*/ 1722941 w 7437404"/>
              <a:gd name="connsiteY4" fmla="*/ 0 h 1198567"/>
              <a:gd name="connsiteX5" fmla="*/ 253934 w 7437404"/>
              <a:gd name="connsiteY5" fmla="*/ 0 h 1198567"/>
              <a:gd name="connsiteX6" fmla="*/ 0 w 7437404"/>
              <a:gd name="connsiteY6" fmla="*/ 253934 h 1198567"/>
              <a:gd name="connsiteX7" fmla="*/ 0 w 7437404"/>
              <a:gd name="connsiteY7" fmla="*/ 944633 h 1198567"/>
              <a:gd name="connsiteX8" fmla="*/ 253934 w 7437404"/>
              <a:gd name="connsiteY8" fmla="*/ 1198567 h 1198567"/>
              <a:gd name="connsiteX9" fmla="*/ 1724211 w 7437404"/>
              <a:gd name="connsiteY9" fmla="*/ 1198567 h 1198567"/>
              <a:gd name="connsiteX10" fmla="*/ 1724211 w 7437404"/>
              <a:gd name="connsiteY10" fmla="*/ 1198567 h 1198567"/>
              <a:gd name="connsiteX11" fmla="*/ 6703854 w 7437404"/>
              <a:gd name="connsiteY11" fmla="*/ 1198567 h 1198567"/>
              <a:gd name="connsiteX12" fmla="*/ 6924776 w 7437404"/>
              <a:gd name="connsiteY12" fmla="*/ 1113500 h 1198567"/>
              <a:gd name="connsiteX13" fmla="*/ 7398363 w 7437404"/>
              <a:gd name="connsiteY13" fmla="*/ 684351 h 1198567"/>
              <a:gd name="connsiteX14" fmla="*/ 7398363 w 7437404"/>
              <a:gd name="connsiteY14" fmla="*/ 514216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7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3"/>
                </a:lnTo>
                <a:cubicBezTo>
                  <a:pt x="0" y="1084297"/>
                  <a:pt x="114270" y="1198567"/>
                  <a:pt x="253934" y="1198567"/>
                </a:cubicBezTo>
                <a:lnTo>
                  <a:pt x="1724211" y="1198567"/>
                </a:lnTo>
                <a:cubicBezTo>
                  <a:pt x="1724211" y="1198567"/>
                  <a:pt x="1724211" y="1198567"/>
                  <a:pt x="1724211" y="1198567"/>
                </a:cubicBezTo>
                <a:lnTo>
                  <a:pt x="6703854" y="1198567"/>
                </a:lnTo>
                <a:cubicBezTo>
                  <a:pt x="6773686" y="1198567"/>
                  <a:pt x="6872720" y="1160477"/>
                  <a:pt x="6924776" y="1113500"/>
                </a:cubicBezTo>
                <a:lnTo>
                  <a:pt x="7398363" y="684351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93DE9EAF-103B-E265-D938-15BB4837B499}"/>
              </a:ext>
            </a:extLst>
          </p:cNvPr>
          <p:cNvSpPr/>
          <p:nvPr/>
        </p:nvSpPr>
        <p:spPr>
          <a:xfrm>
            <a:off x="688159" y="9998987"/>
            <a:ext cx="7437404" cy="1198567"/>
          </a:xfrm>
          <a:custGeom>
            <a:avLst/>
            <a:gdLst>
              <a:gd name="connsiteX0" fmla="*/ 7397093 w 7437404"/>
              <a:gd name="connsiteY0" fmla="*/ 514216 h 1198567"/>
              <a:gd name="connsiteX1" fmla="*/ 6923506 w 7437404"/>
              <a:gd name="connsiteY1" fmla="*/ 85067 h 1198567"/>
              <a:gd name="connsiteX2" fmla="*/ 6702584 w 7437404"/>
              <a:gd name="connsiteY2" fmla="*/ 0 h 1198567"/>
              <a:gd name="connsiteX3" fmla="*/ 1722941 w 7437404"/>
              <a:gd name="connsiteY3" fmla="*/ 0 h 1198567"/>
              <a:gd name="connsiteX4" fmla="*/ 1722941 w 7437404"/>
              <a:gd name="connsiteY4" fmla="*/ 0 h 1198567"/>
              <a:gd name="connsiteX5" fmla="*/ 253934 w 7437404"/>
              <a:gd name="connsiteY5" fmla="*/ 0 h 1198567"/>
              <a:gd name="connsiteX6" fmla="*/ 0 w 7437404"/>
              <a:gd name="connsiteY6" fmla="*/ 253934 h 1198567"/>
              <a:gd name="connsiteX7" fmla="*/ 0 w 7437404"/>
              <a:gd name="connsiteY7" fmla="*/ 944633 h 1198567"/>
              <a:gd name="connsiteX8" fmla="*/ 253934 w 7437404"/>
              <a:gd name="connsiteY8" fmla="*/ 1198567 h 1198567"/>
              <a:gd name="connsiteX9" fmla="*/ 1724211 w 7437404"/>
              <a:gd name="connsiteY9" fmla="*/ 1198567 h 1198567"/>
              <a:gd name="connsiteX10" fmla="*/ 1724211 w 7437404"/>
              <a:gd name="connsiteY10" fmla="*/ 1198567 h 1198567"/>
              <a:gd name="connsiteX11" fmla="*/ 6703854 w 7437404"/>
              <a:gd name="connsiteY11" fmla="*/ 1198567 h 1198567"/>
              <a:gd name="connsiteX12" fmla="*/ 6924776 w 7437404"/>
              <a:gd name="connsiteY12" fmla="*/ 1113499 h 1198567"/>
              <a:gd name="connsiteX13" fmla="*/ 7398363 w 7437404"/>
              <a:gd name="connsiteY13" fmla="*/ 684351 h 1198567"/>
              <a:gd name="connsiteX14" fmla="*/ 7398363 w 7437404"/>
              <a:gd name="connsiteY14" fmla="*/ 514216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7">
                <a:moveTo>
                  <a:pt x="7397093" y="514216"/>
                </a:moveTo>
                <a:lnTo>
                  <a:pt x="6923506" y="85067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3"/>
                </a:lnTo>
                <a:cubicBezTo>
                  <a:pt x="0" y="1084297"/>
                  <a:pt x="114270" y="1198567"/>
                  <a:pt x="253934" y="1198567"/>
                </a:cubicBezTo>
                <a:lnTo>
                  <a:pt x="1724211" y="1198567"/>
                </a:lnTo>
                <a:cubicBezTo>
                  <a:pt x="1724211" y="1198567"/>
                  <a:pt x="1724211" y="1198567"/>
                  <a:pt x="1724211" y="1198567"/>
                </a:cubicBezTo>
                <a:lnTo>
                  <a:pt x="6703854" y="1198567"/>
                </a:lnTo>
                <a:cubicBezTo>
                  <a:pt x="6773686" y="1198567"/>
                  <a:pt x="6872720" y="1160477"/>
                  <a:pt x="6924776" y="1113499"/>
                </a:cubicBezTo>
                <a:lnTo>
                  <a:pt x="7398363" y="684351"/>
                </a:lnTo>
                <a:cubicBezTo>
                  <a:pt x="7450419" y="637373"/>
                  <a:pt x="7450419" y="561193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C8D90888-CBDD-F400-DD4E-D46A0381A815}"/>
              </a:ext>
            </a:extLst>
          </p:cNvPr>
          <p:cNvSpPr/>
          <p:nvPr/>
        </p:nvSpPr>
        <p:spPr>
          <a:xfrm>
            <a:off x="688159" y="5795111"/>
            <a:ext cx="7437404" cy="1198568"/>
          </a:xfrm>
          <a:custGeom>
            <a:avLst/>
            <a:gdLst>
              <a:gd name="connsiteX0" fmla="*/ 7397093 w 7437404"/>
              <a:gd name="connsiteY0" fmla="*/ 514216 h 1198568"/>
              <a:gd name="connsiteX1" fmla="*/ 6923506 w 7437404"/>
              <a:gd name="connsiteY1" fmla="*/ 85068 h 1198568"/>
              <a:gd name="connsiteX2" fmla="*/ 6702584 w 7437404"/>
              <a:gd name="connsiteY2" fmla="*/ 0 h 1198568"/>
              <a:gd name="connsiteX3" fmla="*/ 1722941 w 7437404"/>
              <a:gd name="connsiteY3" fmla="*/ 0 h 1198568"/>
              <a:gd name="connsiteX4" fmla="*/ 1722941 w 7437404"/>
              <a:gd name="connsiteY4" fmla="*/ 0 h 1198568"/>
              <a:gd name="connsiteX5" fmla="*/ 253934 w 7437404"/>
              <a:gd name="connsiteY5" fmla="*/ 0 h 1198568"/>
              <a:gd name="connsiteX6" fmla="*/ 0 w 7437404"/>
              <a:gd name="connsiteY6" fmla="*/ 253934 h 1198568"/>
              <a:gd name="connsiteX7" fmla="*/ 0 w 7437404"/>
              <a:gd name="connsiteY7" fmla="*/ 944634 h 1198568"/>
              <a:gd name="connsiteX8" fmla="*/ 253934 w 7437404"/>
              <a:gd name="connsiteY8" fmla="*/ 1198568 h 1198568"/>
              <a:gd name="connsiteX9" fmla="*/ 1724211 w 7437404"/>
              <a:gd name="connsiteY9" fmla="*/ 1198568 h 1198568"/>
              <a:gd name="connsiteX10" fmla="*/ 1724211 w 7437404"/>
              <a:gd name="connsiteY10" fmla="*/ 1198568 h 1198568"/>
              <a:gd name="connsiteX11" fmla="*/ 6703854 w 7437404"/>
              <a:gd name="connsiteY11" fmla="*/ 1198568 h 1198568"/>
              <a:gd name="connsiteX12" fmla="*/ 6924776 w 7437404"/>
              <a:gd name="connsiteY12" fmla="*/ 1113500 h 1198568"/>
              <a:gd name="connsiteX13" fmla="*/ 7398363 w 7437404"/>
              <a:gd name="connsiteY13" fmla="*/ 684352 h 1198568"/>
              <a:gd name="connsiteX14" fmla="*/ 7398363 w 7437404"/>
              <a:gd name="connsiteY14" fmla="*/ 514216 h 119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8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424DB45E-6FB7-C1E4-7212-1B6CB4E50363}"/>
              </a:ext>
            </a:extLst>
          </p:cNvPr>
          <p:cNvSpPr/>
          <p:nvPr/>
        </p:nvSpPr>
        <p:spPr>
          <a:xfrm>
            <a:off x="688159" y="8598541"/>
            <a:ext cx="7437404" cy="1198568"/>
          </a:xfrm>
          <a:custGeom>
            <a:avLst/>
            <a:gdLst>
              <a:gd name="connsiteX0" fmla="*/ 7397093 w 7437404"/>
              <a:gd name="connsiteY0" fmla="*/ 514216 h 1198568"/>
              <a:gd name="connsiteX1" fmla="*/ 6923506 w 7437404"/>
              <a:gd name="connsiteY1" fmla="*/ 85068 h 1198568"/>
              <a:gd name="connsiteX2" fmla="*/ 6702584 w 7437404"/>
              <a:gd name="connsiteY2" fmla="*/ 0 h 1198568"/>
              <a:gd name="connsiteX3" fmla="*/ 1722941 w 7437404"/>
              <a:gd name="connsiteY3" fmla="*/ 0 h 1198568"/>
              <a:gd name="connsiteX4" fmla="*/ 1722941 w 7437404"/>
              <a:gd name="connsiteY4" fmla="*/ 0 h 1198568"/>
              <a:gd name="connsiteX5" fmla="*/ 253934 w 7437404"/>
              <a:gd name="connsiteY5" fmla="*/ 0 h 1198568"/>
              <a:gd name="connsiteX6" fmla="*/ 0 w 7437404"/>
              <a:gd name="connsiteY6" fmla="*/ 253934 h 1198568"/>
              <a:gd name="connsiteX7" fmla="*/ 0 w 7437404"/>
              <a:gd name="connsiteY7" fmla="*/ 944634 h 1198568"/>
              <a:gd name="connsiteX8" fmla="*/ 253934 w 7437404"/>
              <a:gd name="connsiteY8" fmla="*/ 1198568 h 1198568"/>
              <a:gd name="connsiteX9" fmla="*/ 1724211 w 7437404"/>
              <a:gd name="connsiteY9" fmla="*/ 1198568 h 1198568"/>
              <a:gd name="connsiteX10" fmla="*/ 1724211 w 7437404"/>
              <a:gd name="connsiteY10" fmla="*/ 1198568 h 1198568"/>
              <a:gd name="connsiteX11" fmla="*/ 6703854 w 7437404"/>
              <a:gd name="connsiteY11" fmla="*/ 1198568 h 1198568"/>
              <a:gd name="connsiteX12" fmla="*/ 6924776 w 7437404"/>
              <a:gd name="connsiteY12" fmla="*/ 1113500 h 1198568"/>
              <a:gd name="connsiteX13" fmla="*/ 7398363 w 7437404"/>
              <a:gd name="connsiteY13" fmla="*/ 684352 h 1198568"/>
              <a:gd name="connsiteX14" fmla="*/ 7398363 w 7437404"/>
              <a:gd name="connsiteY14" fmla="*/ 514216 h 119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8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01BE2649-0692-A3E8-2ED1-BB10D506BE98}"/>
              </a:ext>
            </a:extLst>
          </p:cNvPr>
          <p:cNvSpPr/>
          <p:nvPr/>
        </p:nvSpPr>
        <p:spPr>
          <a:xfrm>
            <a:off x="688159" y="11400701"/>
            <a:ext cx="7437404" cy="1198568"/>
          </a:xfrm>
          <a:custGeom>
            <a:avLst/>
            <a:gdLst>
              <a:gd name="connsiteX0" fmla="*/ 7397093 w 7437404"/>
              <a:gd name="connsiteY0" fmla="*/ 514216 h 1198568"/>
              <a:gd name="connsiteX1" fmla="*/ 6923506 w 7437404"/>
              <a:gd name="connsiteY1" fmla="*/ 85068 h 1198568"/>
              <a:gd name="connsiteX2" fmla="*/ 6702584 w 7437404"/>
              <a:gd name="connsiteY2" fmla="*/ 0 h 1198568"/>
              <a:gd name="connsiteX3" fmla="*/ 1722941 w 7437404"/>
              <a:gd name="connsiteY3" fmla="*/ 0 h 1198568"/>
              <a:gd name="connsiteX4" fmla="*/ 1722941 w 7437404"/>
              <a:gd name="connsiteY4" fmla="*/ 0 h 1198568"/>
              <a:gd name="connsiteX5" fmla="*/ 253934 w 7437404"/>
              <a:gd name="connsiteY5" fmla="*/ 0 h 1198568"/>
              <a:gd name="connsiteX6" fmla="*/ 0 w 7437404"/>
              <a:gd name="connsiteY6" fmla="*/ 253934 h 1198568"/>
              <a:gd name="connsiteX7" fmla="*/ 0 w 7437404"/>
              <a:gd name="connsiteY7" fmla="*/ 944634 h 1198568"/>
              <a:gd name="connsiteX8" fmla="*/ 253934 w 7437404"/>
              <a:gd name="connsiteY8" fmla="*/ 1198568 h 1198568"/>
              <a:gd name="connsiteX9" fmla="*/ 1724211 w 7437404"/>
              <a:gd name="connsiteY9" fmla="*/ 1198568 h 1198568"/>
              <a:gd name="connsiteX10" fmla="*/ 1724211 w 7437404"/>
              <a:gd name="connsiteY10" fmla="*/ 1198568 h 1198568"/>
              <a:gd name="connsiteX11" fmla="*/ 6703854 w 7437404"/>
              <a:gd name="connsiteY11" fmla="*/ 1198568 h 1198568"/>
              <a:gd name="connsiteX12" fmla="*/ 6924776 w 7437404"/>
              <a:gd name="connsiteY12" fmla="*/ 1113500 h 1198568"/>
              <a:gd name="connsiteX13" fmla="*/ 7398363 w 7437404"/>
              <a:gd name="connsiteY13" fmla="*/ 684352 h 1198568"/>
              <a:gd name="connsiteX14" fmla="*/ 7398363 w 7437404"/>
              <a:gd name="connsiteY14" fmla="*/ 514216 h 119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8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332839"/>
          </a:xfrm>
        </p:spPr>
        <p:txBody>
          <a:bodyPr/>
          <a:lstStyle>
            <a:lvl1pPr>
              <a:lnSpc>
                <a:spcPts val="3400"/>
              </a:lnSpc>
              <a:defRPr sz="2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461751D8-EFD6-EAB0-5171-095431594A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8801" y="3771303"/>
            <a:ext cx="6648360" cy="46187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D1A8B79F-A675-1509-6708-F18F95ADA1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69962" y="3771303"/>
            <a:ext cx="6648360" cy="46187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00845" y="4670386"/>
            <a:ext cx="6346316" cy="635027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783924" y="4400479"/>
            <a:ext cx="14571891" cy="1197864"/>
          </a:xfrm>
        </p:spPr>
        <p:txBody>
          <a:bodyPr anchor="ctr"/>
          <a:lstStyle>
            <a:lvl1pPr>
              <a:lnSpc>
                <a:spcPts val="23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65138" indent="-446088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2pPr>
            <a:lvl3pPr marL="915988" indent="-433388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4pPr>
            <a:lvl5pPr marL="2008188" indent="-457200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1000845" y="6073455"/>
            <a:ext cx="6346316" cy="635027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8783923" y="5789470"/>
            <a:ext cx="14571891" cy="1188720"/>
          </a:xfrm>
        </p:spPr>
        <p:txBody>
          <a:bodyPr anchor="ctr"/>
          <a:lstStyle>
            <a:lvl1pPr>
              <a:lnSpc>
                <a:spcPts val="23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65138" indent="-446088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2pPr>
            <a:lvl3pPr marL="979488" indent="-496888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4pPr>
            <a:lvl5pPr marL="2008188" indent="-457200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0845" y="7476590"/>
            <a:ext cx="6205173" cy="635027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83923" y="7212192"/>
            <a:ext cx="14571890" cy="1188720"/>
          </a:xfrm>
        </p:spPr>
        <p:txBody>
          <a:bodyPr anchor="ctr"/>
          <a:lstStyle>
            <a:lvl1pPr>
              <a:lnSpc>
                <a:spcPts val="23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65138" indent="-446088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2pPr>
            <a:lvl3pPr marL="979488" indent="-496888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4pPr>
            <a:lvl5pPr marL="2008188" indent="-457200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DE080769-04DA-4B32-E642-465F5B9F05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0845" y="8882622"/>
            <a:ext cx="6186992" cy="635027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EDB33D3-4FCE-E94C-3607-BD9BC716D66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783923" y="8607211"/>
            <a:ext cx="14571890" cy="1188720"/>
          </a:xfrm>
        </p:spPr>
        <p:txBody>
          <a:bodyPr anchor="ctr"/>
          <a:lstStyle>
            <a:lvl1pPr>
              <a:lnSpc>
                <a:spcPts val="23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65138" indent="-446088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2pPr>
            <a:lvl3pPr marL="979488" indent="-496888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4pPr>
            <a:lvl5pPr marL="2008188" indent="-457200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69EE6EB8-D995-338D-FD55-11472A93C5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0845" y="10273165"/>
            <a:ext cx="6186992" cy="635027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Content Placeholder 5">
            <a:extLst>
              <a:ext uri="{FF2B5EF4-FFF2-40B4-BE49-F238E27FC236}">
                <a16:creationId xmlns:a16="http://schemas.microsoft.com/office/drawing/2014/main" id="{EBAE8F5C-D02E-C6F3-5458-BC36322DC0F5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783922" y="10008768"/>
            <a:ext cx="14571890" cy="1188720"/>
          </a:xfrm>
        </p:spPr>
        <p:txBody>
          <a:bodyPr anchor="ctr"/>
          <a:lstStyle>
            <a:lvl1pPr>
              <a:lnSpc>
                <a:spcPts val="23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65138" indent="-446088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2pPr>
            <a:lvl3pPr marL="979488" indent="-496888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4pPr>
            <a:lvl5pPr marL="2008188" indent="-457200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FAE78021-7196-2E6B-508C-F43A5112D5C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00845" y="11675987"/>
            <a:ext cx="6186992" cy="635027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2BC68446-E54E-6C5E-80EB-28C774DEFA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783922" y="11406081"/>
            <a:ext cx="14571890" cy="1188720"/>
          </a:xfrm>
        </p:spPr>
        <p:txBody>
          <a:bodyPr anchor="ctr"/>
          <a:lstStyle>
            <a:lvl1pPr>
              <a:lnSpc>
                <a:spcPts val="23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65138" indent="-446088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2pPr>
            <a:lvl3pPr marL="979488" indent="-496888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4pPr>
            <a:lvl5pPr marL="2008188" indent="-457200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1316246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65873810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82625" y="3730752"/>
            <a:ext cx="5943600" cy="8878824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>
              <a:lnSpc>
                <a:spcPts val="2600"/>
              </a:lnSpc>
              <a:spcAft>
                <a:spcPts val="0"/>
              </a:spcAft>
              <a:defRPr sz="1800"/>
            </a:lvl2pPr>
            <a:lvl3pPr>
              <a:lnSpc>
                <a:spcPts val="2600"/>
              </a:lnSpc>
              <a:spcAft>
                <a:spcPts val="0"/>
              </a:spcAft>
              <a:defRPr sz="1800"/>
            </a:lvl3pPr>
            <a:lvl4pPr>
              <a:lnSpc>
                <a:spcPts val="2600"/>
              </a:lnSpc>
              <a:spcAft>
                <a:spcPts val="0"/>
              </a:spcAft>
              <a:defRPr sz="1800"/>
            </a:lvl4pPr>
            <a:lvl5pPr>
              <a:lnSpc>
                <a:spcPts val="2600"/>
              </a:lnSpc>
              <a:spcAft>
                <a:spcPts val="0"/>
              </a:spcAft>
              <a:defRPr sz="18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261485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s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50B4D-58E6-9592-BD14-261DBAE4490B}"/>
              </a:ext>
            </a:extLst>
          </p:cNvPr>
          <p:cNvSpPr txBox="1"/>
          <p:nvPr userDrawn="1"/>
        </p:nvSpPr>
        <p:spPr>
          <a:xfrm>
            <a:off x="690373" y="3726337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Handoff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D4796C2-D49B-C11A-FBF7-5C286759E69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0374" y="4021290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0FD5FC-0CE5-BAF5-4685-AC8CF528FA9C}"/>
              </a:ext>
            </a:extLst>
          </p:cNvPr>
          <p:cNvSpPr txBox="1"/>
          <p:nvPr userDrawn="1"/>
        </p:nvSpPr>
        <p:spPr>
          <a:xfrm>
            <a:off x="690373" y="4636094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In Market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4234A7FA-7B0C-BD6F-3AC3-68D91C7D1F4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90374" y="4931047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79D5D3-342A-7F88-F3DF-F418259D6A16}"/>
              </a:ext>
            </a:extLst>
          </p:cNvPr>
          <p:cNvSpPr txBox="1"/>
          <p:nvPr userDrawn="1"/>
        </p:nvSpPr>
        <p:spPr>
          <a:xfrm>
            <a:off x="690373" y="5550642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Out of Market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FB6D7D96-3C0F-55CC-5A2D-5DA8FACE7BD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90374" y="5845595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45FE7F-5539-9C42-D62B-6AFECE6BAF47}"/>
              </a:ext>
            </a:extLst>
          </p:cNvPr>
          <p:cNvSpPr txBox="1"/>
          <p:nvPr userDrawn="1"/>
        </p:nvSpPr>
        <p:spPr>
          <a:xfrm>
            <a:off x="690373" y="6469097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Consideration:</a:t>
            </a:r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8FD56AE9-F81A-A091-9952-E37105BFC62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90374" y="6764050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3CA648-64F7-E1C8-92C0-907C4F0CE5E3}"/>
              </a:ext>
            </a:extLst>
          </p:cNvPr>
          <p:cNvSpPr txBox="1"/>
          <p:nvPr userDrawn="1"/>
        </p:nvSpPr>
        <p:spPr>
          <a:xfrm>
            <a:off x="690373" y="7383645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Asset Type: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108FD8CC-C2EF-B0CD-3DA3-946F372B446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90374" y="7678598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B1852E-4A1D-8242-72F8-5A92DA469480}"/>
              </a:ext>
            </a:extLst>
          </p:cNvPr>
          <p:cNvSpPr txBox="1"/>
          <p:nvPr userDrawn="1"/>
        </p:nvSpPr>
        <p:spPr>
          <a:xfrm>
            <a:off x="4582811" y="3726337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Mini Version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E2879E33-BADC-FA30-66CA-596AB5E55E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582812" y="4021290"/>
            <a:ext cx="3535550" cy="91507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C358FD-6D34-9D4D-17F4-A5EB7058A70E}"/>
              </a:ext>
            </a:extLst>
          </p:cNvPr>
          <p:cNvSpPr txBox="1"/>
          <p:nvPr userDrawn="1"/>
        </p:nvSpPr>
        <p:spPr>
          <a:xfrm>
            <a:off x="4582811" y="5246827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Large Version</a:t>
            </a:r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B49CA8A2-1136-2A3B-F2A3-265D9592554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582812" y="5541780"/>
            <a:ext cx="3535550" cy="182446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E1ACF64E-6033-D507-8A17-BE4244F9E390}"/>
              </a:ext>
            </a:extLst>
          </p:cNvPr>
          <p:cNvSpPr/>
          <p:nvPr/>
        </p:nvSpPr>
        <p:spPr>
          <a:xfrm>
            <a:off x="8455025" y="3754424"/>
            <a:ext cx="14503399" cy="8837930"/>
          </a:xfrm>
          <a:custGeom>
            <a:avLst/>
            <a:gdLst>
              <a:gd name="connsiteX0" fmla="*/ 14221459 w 14503399"/>
              <a:gd name="connsiteY0" fmla="*/ 434341 h 8837930"/>
              <a:gd name="connsiteX1" fmla="*/ 14198599 w 14503399"/>
              <a:gd name="connsiteY1" fmla="*/ 443230 h 8837930"/>
              <a:gd name="connsiteX2" fmla="*/ 14189711 w 14503399"/>
              <a:gd name="connsiteY2" fmla="*/ 466090 h 8837930"/>
              <a:gd name="connsiteX3" fmla="*/ 14198599 w 14503399"/>
              <a:gd name="connsiteY3" fmla="*/ 488950 h 8837930"/>
              <a:gd name="connsiteX4" fmla="*/ 14221459 w 14503399"/>
              <a:gd name="connsiteY4" fmla="*/ 497840 h 8837930"/>
              <a:gd name="connsiteX5" fmla="*/ 14244321 w 14503399"/>
              <a:gd name="connsiteY5" fmla="*/ 488950 h 8837930"/>
              <a:gd name="connsiteX6" fmla="*/ 14253211 w 14503399"/>
              <a:gd name="connsiteY6" fmla="*/ 466090 h 8837930"/>
              <a:gd name="connsiteX7" fmla="*/ 14244321 w 14503399"/>
              <a:gd name="connsiteY7" fmla="*/ 443230 h 8837930"/>
              <a:gd name="connsiteX8" fmla="*/ 14221459 w 14503399"/>
              <a:gd name="connsiteY8" fmla="*/ 434341 h 8837930"/>
              <a:gd name="connsiteX9" fmla="*/ 14221459 w 14503399"/>
              <a:gd name="connsiteY9" fmla="*/ 339091 h 8837930"/>
              <a:gd name="connsiteX10" fmla="*/ 14198599 w 14503399"/>
              <a:gd name="connsiteY10" fmla="*/ 347980 h 8837930"/>
              <a:gd name="connsiteX11" fmla="*/ 14189711 w 14503399"/>
              <a:gd name="connsiteY11" fmla="*/ 370840 h 8837930"/>
              <a:gd name="connsiteX12" fmla="*/ 14198599 w 14503399"/>
              <a:gd name="connsiteY12" fmla="*/ 393701 h 8837930"/>
              <a:gd name="connsiteX13" fmla="*/ 14221459 w 14503399"/>
              <a:gd name="connsiteY13" fmla="*/ 402590 h 8837930"/>
              <a:gd name="connsiteX14" fmla="*/ 14244321 w 14503399"/>
              <a:gd name="connsiteY14" fmla="*/ 393701 h 8837930"/>
              <a:gd name="connsiteX15" fmla="*/ 14253211 w 14503399"/>
              <a:gd name="connsiteY15" fmla="*/ 370840 h 8837930"/>
              <a:gd name="connsiteX16" fmla="*/ 14244321 w 14503399"/>
              <a:gd name="connsiteY16" fmla="*/ 347980 h 8837930"/>
              <a:gd name="connsiteX17" fmla="*/ 14221459 w 14503399"/>
              <a:gd name="connsiteY17" fmla="*/ 339091 h 8837930"/>
              <a:gd name="connsiteX18" fmla="*/ 2538582 w 14503399"/>
              <a:gd name="connsiteY18" fmla="*/ 298599 h 8837930"/>
              <a:gd name="connsiteX19" fmla="*/ 2539205 w 14503399"/>
              <a:gd name="connsiteY19" fmla="*/ 298926 h 8837930"/>
              <a:gd name="connsiteX20" fmla="*/ 2574289 w 14503399"/>
              <a:gd name="connsiteY20" fmla="*/ 347980 h 8837930"/>
              <a:gd name="connsiteX21" fmla="*/ 2489199 w 14503399"/>
              <a:gd name="connsiteY21" fmla="*/ 347980 h 8837930"/>
              <a:gd name="connsiteX22" fmla="*/ 681761 w 14503399"/>
              <a:gd name="connsiteY22" fmla="*/ 271758 h 8837930"/>
              <a:gd name="connsiteX23" fmla="*/ 652793 w 14503399"/>
              <a:gd name="connsiteY23" fmla="*/ 271996 h 8837930"/>
              <a:gd name="connsiteX24" fmla="*/ 615426 w 14503399"/>
              <a:gd name="connsiteY24" fmla="*/ 285819 h 8837930"/>
              <a:gd name="connsiteX25" fmla="*/ 582819 w 14503399"/>
              <a:gd name="connsiteY25" fmla="*/ 423913 h 8837930"/>
              <a:gd name="connsiteX26" fmla="*/ 720913 w 14503399"/>
              <a:gd name="connsiteY26" fmla="*/ 456519 h 8837930"/>
              <a:gd name="connsiteX27" fmla="*/ 753520 w 14503399"/>
              <a:gd name="connsiteY27" fmla="*/ 318426 h 8837930"/>
              <a:gd name="connsiteX28" fmla="*/ 681761 w 14503399"/>
              <a:gd name="connsiteY28" fmla="*/ 271758 h 8837930"/>
              <a:gd name="connsiteX29" fmla="*/ 967740 w 14503399"/>
              <a:gd name="connsiteY29" fmla="*/ 270511 h 8837930"/>
              <a:gd name="connsiteX30" fmla="*/ 867410 w 14503399"/>
              <a:gd name="connsiteY30" fmla="*/ 370841 h 8837930"/>
              <a:gd name="connsiteX31" fmla="*/ 967740 w 14503399"/>
              <a:gd name="connsiteY31" fmla="*/ 471171 h 8837930"/>
              <a:gd name="connsiteX32" fmla="*/ 1068070 w 14503399"/>
              <a:gd name="connsiteY32" fmla="*/ 370841 h 8837930"/>
              <a:gd name="connsiteX33" fmla="*/ 967740 w 14503399"/>
              <a:gd name="connsiteY33" fmla="*/ 270511 h 8837930"/>
              <a:gd name="connsiteX34" fmla="*/ 368299 w 14503399"/>
              <a:gd name="connsiteY34" fmla="*/ 270511 h 8837930"/>
              <a:gd name="connsiteX35" fmla="*/ 267969 w 14503399"/>
              <a:gd name="connsiteY35" fmla="*/ 370841 h 8837930"/>
              <a:gd name="connsiteX36" fmla="*/ 368299 w 14503399"/>
              <a:gd name="connsiteY36" fmla="*/ 471171 h 8837930"/>
              <a:gd name="connsiteX37" fmla="*/ 468629 w 14503399"/>
              <a:gd name="connsiteY37" fmla="*/ 370841 h 8837930"/>
              <a:gd name="connsiteX38" fmla="*/ 368299 w 14503399"/>
              <a:gd name="connsiteY38" fmla="*/ 270511 h 8837930"/>
              <a:gd name="connsiteX39" fmla="*/ 1934209 w 14503399"/>
              <a:gd name="connsiteY39" fmla="*/ 266700 h 8837930"/>
              <a:gd name="connsiteX40" fmla="*/ 1934209 w 14503399"/>
              <a:gd name="connsiteY40" fmla="*/ 370840 h 8837930"/>
              <a:gd name="connsiteX41" fmla="*/ 1934209 w 14503399"/>
              <a:gd name="connsiteY41" fmla="*/ 474980 h 8837930"/>
              <a:gd name="connsiteX42" fmla="*/ 2038349 w 14503399"/>
              <a:gd name="connsiteY42" fmla="*/ 370840 h 8837930"/>
              <a:gd name="connsiteX43" fmla="*/ 1494790 w 14503399"/>
              <a:gd name="connsiteY43" fmla="*/ 266700 h 8837930"/>
              <a:gd name="connsiteX44" fmla="*/ 1390650 w 14503399"/>
              <a:gd name="connsiteY44" fmla="*/ 370840 h 8837930"/>
              <a:gd name="connsiteX45" fmla="*/ 1494790 w 14503399"/>
              <a:gd name="connsiteY45" fmla="*/ 474980 h 8837930"/>
              <a:gd name="connsiteX46" fmla="*/ 1494790 w 14503399"/>
              <a:gd name="connsiteY46" fmla="*/ 370840 h 8837930"/>
              <a:gd name="connsiteX47" fmla="*/ 2574289 w 14503399"/>
              <a:gd name="connsiteY47" fmla="*/ 262890 h 8837930"/>
              <a:gd name="connsiteX48" fmla="*/ 2538582 w 14503399"/>
              <a:gd name="connsiteY48" fmla="*/ 298599 h 8837930"/>
              <a:gd name="connsiteX49" fmla="*/ 2511960 w 14503399"/>
              <a:gd name="connsiteY49" fmla="*/ 284580 h 8837930"/>
              <a:gd name="connsiteX50" fmla="*/ 2480309 w 14503399"/>
              <a:gd name="connsiteY50" fmla="*/ 279400 h 8837930"/>
              <a:gd name="connsiteX51" fmla="*/ 2382519 w 14503399"/>
              <a:gd name="connsiteY51" fmla="*/ 377191 h 8837930"/>
              <a:gd name="connsiteX52" fmla="*/ 2480309 w 14503399"/>
              <a:gd name="connsiteY52" fmla="*/ 474980 h 8837930"/>
              <a:gd name="connsiteX53" fmla="*/ 2574289 w 14503399"/>
              <a:gd name="connsiteY53" fmla="*/ 407671 h 8837930"/>
              <a:gd name="connsiteX54" fmla="*/ 2574289 w 14503399"/>
              <a:gd name="connsiteY54" fmla="*/ 347980 h 8837930"/>
              <a:gd name="connsiteX55" fmla="*/ 14221459 w 14503399"/>
              <a:gd name="connsiteY55" fmla="*/ 243840 h 8837930"/>
              <a:gd name="connsiteX56" fmla="*/ 14198599 w 14503399"/>
              <a:gd name="connsiteY56" fmla="*/ 252730 h 8837930"/>
              <a:gd name="connsiteX57" fmla="*/ 14189711 w 14503399"/>
              <a:gd name="connsiteY57" fmla="*/ 275591 h 8837930"/>
              <a:gd name="connsiteX58" fmla="*/ 14198599 w 14503399"/>
              <a:gd name="connsiteY58" fmla="*/ 298450 h 8837930"/>
              <a:gd name="connsiteX59" fmla="*/ 14221459 w 14503399"/>
              <a:gd name="connsiteY59" fmla="*/ 307340 h 8837930"/>
              <a:gd name="connsiteX60" fmla="*/ 14244321 w 14503399"/>
              <a:gd name="connsiteY60" fmla="*/ 298450 h 8837930"/>
              <a:gd name="connsiteX61" fmla="*/ 14253211 w 14503399"/>
              <a:gd name="connsiteY61" fmla="*/ 275591 h 8837930"/>
              <a:gd name="connsiteX62" fmla="*/ 14244321 w 14503399"/>
              <a:gd name="connsiteY62" fmla="*/ 252730 h 8837930"/>
              <a:gd name="connsiteX63" fmla="*/ 14221459 w 14503399"/>
              <a:gd name="connsiteY63" fmla="*/ 243840 h 8837930"/>
              <a:gd name="connsiteX64" fmla="*/ 3072129 w 14503399"/>
              <a:gd name="connsiteY64" fmla="*/ 214631 h 8837930"/>
              <a:gd name="connsiteX65" fmla="*/ 2915919 w 14503399"/>
              <a:gd name="connsiteY65" fmla="*/ 370841 h 8837930"/>
              <a:gd name="connsiteX66" fmla="*/ 3072129 w 14503399"/>
              <a:gd name="connsiteY66" fmla="*/ 527051 h 8837930"/>
              <a:gd name="connsiteX67" fmla="*/ 13765529 w 14503399"/>
              <a:gd name="connsiteY67" fmla="*/ 527051 h 8837930"/>
              <a:gd name="connsiteX68" fmla="*/ 13921739 w 14503399"/>
              <a:gd name="connsiteY68" fmla="*/ 370841 h 8837930"/>
              <a:gd name="connsiteX69" fmla="*/ 13765529 w 14503399"/>
              <a:gd name="connsiteY69" fmla="*/ 214631 h 8837930"/>
              <a:gd name="connsiteX70" fmla="*/ 255270 w 14503399"/>
              <a:gd name="connsiteY70" fmla="*/ 0 h 8837930"/>
              <a:gd name="connsiteX71" fmla="*/ 14248131 w 14503399"/>
              <a:gd name="connsiteY71" fmla="*/ 0 h 8837930"/>
              <a:gd name="connsiteX72" fmla="*/ 14503399 w 14503399"/>
              <a:gd name="connsiteY72" fmla="*/ 255270 h 8837930"/>
              <a:gd name="connsiteX73" fmla="*/ 14503399 w 14503399"/>
              <a:gd name="connsiteY73" fmla="*/ 8582660 h 8837930"/>
              <a:gd name="connsiteX74" fmla="*/ 14248131 w 14503399"/>
              <a:gd name="connsiteY74" fmla="*/ 8837930 h 8837930"/>
              <a:gd name="connsiteX75" fmla="*/ 255270 w 14503399"/>
              <a:gd name="connsiteY75" fmla="*/ 8837930 h 8837930"/>
              <a:gd name="connsiteX76" fmla="*/ 0 w 14503399"/>
              <a:gd name="connsiteY76" fmla="*/ 8582660 h 8837930"/>
              <a:gd name="connsiteX77" fmla="*/ 0 w 14503399"/>
              <a:gd name="connsiteY77" fmla="*/ 256541 h 8837930"/>
              <a:gd name="connsiteX78" fmla="*/ 255270 w 14503399"/>
              <a:gd name="connsiteY78" fmla="*/ 1270 h 8837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4503399" h="8837930">
                <a:moveTo>
                  <a:pt x="14221459" y="434341"/>
                </a:moveTo>
                <a:cubicBezTo>
                  <a:pt x="14212571" y="434341"/>
                  <a:pt x="14204949" y="436881"/>
                  <a:pt x="14198599" y="443230"/>
                </a:cubicBezTo>
                <a:cubicBezTo>
                  <a:pt x="14192249" y="449580"/>
                  <a:pt x="14189711" y="457200"/>
                  <a:pt x="14189711" y="466090"/>
                </a:cubicBezTo>
                <a:cubicBezTo>
                  <a:pt x="14189711" y="474980"/>
                  <a:pt x="14192249" y="482600"/>
                  <a:pt x="14198599" y="488950"/>
                </a:cubicBezTo>
                <a:cubicBezTo>
                  <a:pt x="14204949" y="495300"/>
                  <a:pt x="14212571" y="497840"/>
                  <a:pt x="14221459" y="497840"/>
                </a:cubicBezTo>
                <a:cubicBezTo>
                  <a:pt x="14230349" y="497840"/>
                  <a:pt x="14237971" y="494030"/>
                  <a:pt x="14244321" y="488950"/>
                </a:cubicBezTo>
                <a:cubicBezTo>
                  <a:pt x="14250671" y="482600"/>
                  <a:pt x="14253211" y="474980"/>
                  <a:pt x="14253211" y="466090"/>
                </a:cubicBezTo>
                <a:cubicBezTo>
                  <a:pt x="14253211" y="457200"/>
                  <a:pt x="14250671" y="449580"/>
                  <a:pt x="14244321" y="443230"/>
                </a:cubicBezTo>
                <a:cubicBezTo>
                  <a:pt x="14237971" y="436881"/>
                  <a:pt x="14230349" y="434341"/>
                  <a:pt x="14221459" y="434341"/>
                </a:cubicBezTo>
                <a:close/>
                <a:moveTo>
                  <a:pt x="14221459" y="339091"/>
                </a:moveTo>
                <a:cubicBezTo>
                  <a:pt x="14212571" y="339091"/>
                  <a:pt x="14204949" y="341631"/>
                  <a:pt x="14198599" y="347980"/>
                </a:cubicBezTo>
                <a:cubicBezTo>
                  <a:pt x="14192249" y="354330"/>
                  <a:pt x="14189711" y="361950"/>
                  <a:pt x="14189711" y="370840"/>
                </a:cubicBezTo>
                <a:cubicBezTo>
                  <a:pt x="14189711" y="379731"/>
                  <a:pt x="14192249" y="387350"/>
                  <a:pt x="14198599" y="393701"/>
                </a:cubicBezTo>
                <a:cubicBezTo>
                  <a:pt x="14204949" y="400050"/>
                  <a:pt x="14212571" y="402590"/>
                  <a:pt x="14221459" y="402590"/>
                </a:cubicBezTo>
                <a:cubicBezTo>
                  <a:pt x="14230349" y="402590"/>
                  <a:pt x="14237971" y="400050"/>
                  <a:pt x="14244321" y="393701"/>
                </a:cubicBezTo>
                <a:cubicBezTo>
                  <a:pt x="14250671" y="387350"/>
                  <a:pt x="14253211" y="379731"/>
                  <a:pt x="14253211" y="370840"/>
                </a:cubicBezTo>
                <a:cubicBezTo>
                  <a:pt x="14253211" y="361950"/>
                  <a:pt x="14250671" y="354330"/>
                  <a:pt x="14244321" y="347980"/>
                </a:cubicBezTo>
                <a:cubicBezTo>
                  <a:pt x="14237971" y="341631"/>
                  <a:pt x="14230349" y="339091"/>
                  <a:pt x="14221459" y="339091"/>
                </a:cubicBezTo>
                <a:close/>
                <a:moveTo>
                  <a:pt x="2538582" y="298599"/>
                </a:moveTo>
                <a:lnTo>
                  <a:pt x="2539205" y="298926"/>
                </a:lnTo>
                <a:cubicBezTo>
                  <a:pt x="2555557" y="311151"/>
                  <a:pt x="2567939" y="328295"/>
                  <a:pt x="2574289" y="347980"/>
                </a:cubicBezTo>
                <a:lnTo>
                  <a:pt x="2489199" y="347980"/>
                </a:lnTo>
                <a:close/>
                <a:moveTo>
                  <a:pt x="681761" y="271758"/>
                </a:moveTo>
                <a:cubicBezTo>
                  <a:pt x="672214" y="270448"/>
                  <a:pt x="662453" y="270502"/>
                  <a:pt x="652793" y="271996"/>
                </a:cubicBezTo>
                <a:cubicBezTo>
                  <a:pt x="639913" y="273986"/>
                  <a:pt x="627211" y="278536"/>
                  <a:pt x="615426" y="285819"/>
                </a:cubicBezTo>
                <a:cubicBezTo>
                  <a:pt x="568289" y="314947"/>
                  <a:pt x="553689" y="376774"/>
                  <a:pt x="582819" y="423913"/>
                </a:cubicBezTo>
                <a:cubicBezTo>
                  <a:pt x="611948" y="471050"/>
                  <a:pt x="673776" y="485649"/>
                  <a:pt x="720913" y="456519"/>
                </a:cubicBezTo>
                <a:cubicBezTo>
                  <a:pt x="768051" y="427390"/>
                  <a:pt x="782650" y="365564"/>
                  <a:pt x="753520" y="318426"/>
                </a:cubicBezTo>
                <a:cubicBezTo>
                  <a:pt x="737135" y="291912"/>
                  <a:pt x="710404" y="275692"/>
                  <a:pt x="681761" y="271758"/>
                </a:cubicBezTo>
                <a:close/>
                <a:moveTo>
                  <a:pt x="967740" y="270511"/>
                </a:moveTo>
                <a:cubicBezTo>
                  <a:pt x="911860" y="270511"/>
                  <a:pt x="867410" y="314962"/>
                  <a:pt x="867410" y="370841"/>
                </a:cubicBezTo>
                <a:cubicBezTo>
                  <a:pt x="867410" y="426721"/>
                  <a:pt x="911860" y="471171"/>
                  <a:pt x="967740" y="471171"/>
                </a:cubicBezTo>
                <a:cubicBezTo>
                  <a:pt x="1023620" y="471171"/>
                  <a:pt x="1068070" y="426721"/>
                  <a:pt x="1068070" y="370841"/>
                </a:cubicBezTo>
                <a:cubicBezTo>
                  <a:pt x="1068070" y="314962"/>
                  <a:pt x="1023620" y="270511"/>
                  <a:pt x="967740" y="270511"/>
                </a:cubicBezTo>
                <a:close/>
                <a:moveTo>
                  <a:pt x="368299" y="270511"/>
                </a:moveTo>
                <a:cubicBezTo>
                  <a:pt x="312419" y="270511"/>
                  <a:pt x="267969" y="314962"/>
                  <a:pt x="267969" y="370841"/>
                </a:cubicBezTo>
                <a:cubicBezTo>
                  <a:pt x="267969" y="426721"/>
                  <a:pt x="312419" y="471171"/>
                  <a:pt x="368299" y="471171"/>
                </a:cubicBezTo>
                <a:cubicBezTo>
                  <a:pt x="422909" y="471171"/>
                  <a:pt x="468629" y="426721"/>
                  <a:pt x="468629" y="370841"/>
                </a:cubicBezTo>
                <a:cubicBezTo>
                  <a:pt x="468629" y="314962"/>
                  <a:pt x="424179" y="270511"/>
                  <a:pt x="368299" y="270511"/>
                </a:cubicBezTo>
                <a:close/>
                <a:moveTo>
                  <a:pt x="1934209" y="266700"/>
                </a:moveTo>
                <a:lnTo>
                  <a:pt x="1934209" y="370840"/>
                </a:lnTo>
                <a:lnTo>
                  <a:pt x="1934209" y="474980"/>
                </a:lnTo>
                <a:lnTo>
                  <a:pt x="2038349" y="370840"/>
                </a:lnTo>
                <a:close/>
                <a:moveTo>
                  <a:pt x="1494790" y="266700"/>
                </a:moveTo>
                <a:lnTo>
                  <a:pt x="1390650" y="370840"/>
                </a:lnTo>
                <a:lnTo>
                  <a:pt x="1494790" y="474980"/>
                </a:lnTo>
                <a:lnTo>
                  <a:pt x="1494790" y="370840"/>
                </a:lnTo>
                <a:close/>
                <a:moveTo>
                  <a:pt x="2574289" y="262890"/>
                </a:moveTo>
                <a:lnTo>
                  <a:pt x="2538582" y="298599"/>
                </a:lnTo>
                <a:lnTo>
                  <a:pt x="2511960" y="284580"/>
                </a:lnTo>
                <a:cubicBezTo>
                  <a:pt x="2502058" y="281226"/>
                  <a:pt x="2491422" y="279400"/>
                  <a:pt x="2480309" y="279400"/>
                </a:cubicBezTo>
                <a:cubicBezTo>
                  <a:pt x="2425699" y="279400"/>
                  <a:pt x="2382519" y="323850"/>
                  <a:pt x="2382519" y="377191"/>
                </a:cubicBezTo>
                <a:cubicBezTo>
                  <a:pt x="2382519" y="431801"/>
                  <a:pt x="2426969" y="474980"/>
                  <a:pt x="2480309" y="474980"/>
                </a:cubicBezTo>
                <a:cubicBezTo>
                  <a:pt x="2523489" y="474980"/>
                  <a:pt x="2561589" y="447040"/>
                  <a:pt x="2574289" y="407671"/>
                </a:cubicBezTo>
                <a:lnTo>
                  <a:pt x="2574289" y="347980"/>
                </a:lnTo>
                <a:close/>
                <a:moveTo>
                  <a:pt x="14221459" y="243840"/>
                </a:moveTo>
                <a:cubicBezTo>
                  <a:pt x="14212571" y="243840"/>
                  <a:pt x="14204949" y="246380"/>
                  <a:pt x="14198599" y="252730"/>
                </a:cubicBezTo>
                <a:cubicBezTo>
                  <a:pt x="14192249" y="259080"/>
                  <a:pt x="14189711" y="266700"/>
                  <a:pt x="14189711" y="275591"/>
                </a:cubicBezTo>
                <a:cubicBezTo>
                  <a:pt x="14189711" y="284481"/>
                  <a:pt x="14192249" y="292101"/>
                  <a:pt x="14198599" y="298450"/>
                </a:cubicBezTo>
                <a:cubicBezTo>
                  <a:pt x="14204949" y="304800"/>
                  <a:pt x="14212571" y="307340"/>
                  <a:pt x="14221459" y="307340"/>
                </a:cubicBezTo>
                <a:cubicBezTo>
                  <a:pt x="14230349" y="307340"/>
                  <a:pt x="14237971" y="304800"/>
                  <a:pt x="14244321" y="298450"/>
                </a:cubicBezTo>
                <a:cubicBezTo>
                  <a:pt x="14250671" y="292101"/>
                  <a:pt x="14253211" y="284481"/>
                  <a:pt x="14253211" y="275591"/>
                </a:cubicBezTo>
                <a:cubicBezTo>
                  <a:pt x="14253211" y="266700"/>
                  <a:pt x="14250671" y="259080"/>
                  <a:pt x="14244321" y="252730"/>
                </a:cubicBezTo>
                <a:cubicBezTo>
                  <a:pt x="14237971" y="246380"/>
                  <a:pt x="14230349" y="243840"/>
                  <a:pt x="14221459" y="243840"/>
                </a:cubicBezTo>
                <a:close/>
                <a:moveTo>
                  <a:pt x="3072129" y="214631"/>
                </a:moveTo>
                <a:cubicBezTo>
                  <a:pt x="2985769" y="214631"/>
                  <a:pt x="2915919" y="284481"/>
                  <a:pt x="2915919" y="370841"/>
                </a:cubicBezTo>
                <a:cubicBezTo>
                  <a:pt x="2915919" y="457201"/>
                  <a:pt x="2985769" y="527051"/>
                  <a:pt x="3072129" y="527051"/>
                </a:cubicBezTo>
                <a:lnTo>
                  <a:pt x="13765529" y="527051"/>
                </a:lnTo>
                <a:cubicBezTo>
                  <a:pt x="13851889" y="527051"/>
                  <a:pt x="13921739" y="457201"/>
                  <a:pt x="13921739" y="370841"/>
                </a:cubicBezTo>
                <a:cubicBezTo>
                  <a:pt x="13921739" y="284481"/>
                  <a:pt x="13851889" y="214631"/>
                  <a:pt x="13765529" y="214631"/>
                </a:cubicBezTo>
                <a:close/>
                <a:moveTo>
                  <a:pt x="255270" y="0"/>
                </a:moveTo>
                <a:lnTo>
                  <a:pt x="14248131" y="0"/>
                </a:lnTo>
                <a:cubicBezTo>
                  <a:pt x="14389099" y="0"/>
                  <a:pt x="14503399" y="114301"/>
                  <a:pt x="14503399" y="255270"/>
                </a:cubicBezTo>
                <a:lnTo>
                  <a:pt x="14503399" y="8582660"/>
                </a:lnTo>
                <a:cubicBezTo>
                  <a:pt x="14503399" y="8723630"/>
                  <a:pt x="14389099" y="8837930"/>
                  <a:pt x="14248131" y="8837930"/>
                </a:cubicBezTo>
                <a:lnTo>
                  <a:pt x="255270" y="8837930"/>
                </a:lnTo>
                <a:cubicBezTo>
                  <a:pt x="114300" y="8837930"/>
                  <a:pt x="0" y="8723630"/>
                  <a:pt x="0" y="8582660"/>
                </a:cubicBezTo>
                <a:lnTo>
                  <a:pt x="0" y="256541"/>
                </a:lnTo>
                <a:cubicBezTo>
                  <a:pt x="0" y="115570"/>
                  <a:pt x="114300" y="1270"/>
                  <a:pt x="255270" y="1270"/>
                </a:cubicBez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1698768-6523-6280-0815-5BEB329CA5BD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461375" y="4454376"/>
            <a:ext cx="14490699" cy="8128000"/>
          </a:xfrm>
          <a:custGeom>
            <a:avLst/>
            <a:gdLst>
              <a:gd name="connsiteX0" fmla="*/ 0 w 14490699"/>
              <a:gd name="connsiteY0" fmla="*/ 0 h 8128000"/>
              <a:gd name="connsiteX1" fmla="*/ 14490699 w 14490699"/>
              <a:gd name="connsiteY1" fmla="*/ 0 h 8128000"/>
              <a:gd name="connsiteX2" fmla="*/ 14490699 w 14490699"/>
              <a:gd name="connsiteY2" fmla="*/ 7874000 h 8128000"/>
              <a:gd name="connsiteX3" fmla="*/ 14236699 w 14490699"/>
              <a:gd name="connsiteY3" fmla="*/ 8128000 h 8128000"/>
              <a:gd name="connsiteX4" fmla="*/ 254000 w 14490699"/>
              <a:gd name="connsiteY4" fmla="*/ 8128000 h 8128000"/>
              <a:gd name="connsiteX5" fmla="*/ 0 w 14490699"/>
              <a:gd name="connsiteY5" fmla="*/ 7874000 h 812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90699" h="8128000">
                <a:moveTo>
                  <a:pt x="0" y="0"/>
                </a:moveTo>
                <a:lnTo>
                  <a:pt x="14490699" y="0"/>
                </a:lnTo>
                <a:lnTo>
                  <a:pt x="14490699" y="7874000"/>
                </a:lnTo>
                <a:cubicBezTo>
                  <a:pt x="14490699" y="8013700"/>
                  <a:pt x="14376399" y="8128000"/>
                  <a:pt x="14236699" y="8128000"/>
                </a:cubicBezTo>
                <a:lnTo>
                  <a:pt x="254000" y="8128000"/>
                </a:lnTo>
                <a:cubicBezTo>
                  <a:pt x="114300" y="8128000"/>
                  <a:pt x="0" y="8013700"/>
                  <a:pt x="0" y="787400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9764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483146" y="12085579"/>
            <a:ext cx="4023816" cy="476954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ts val="22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2F5737A-15FC-E2EE-4F60-E74F6845AAB2}"/>
              </a:ext>
            </a:extLst>
          </p:cNvPr>
          <p:cNvSpPr/>
          <p:nvPr/>
        </p:nvSpPr>
        <p:spPr>
          <a:xfrm>
            <a:off x="8483146" y="3772637"/>
            <a:ext cx="4023816" cy="8208178"/>
          </a:xfrm>
          <a:custGeom>
            <a:avLst/>
            <a:gdLst>
              <a:gd name="connsiteX0" fmla="*/ 600132 w 4023816"/>
              <a:gd name="connsiteY0" fmla="*/ 8208178 h 8208178"/>
              <a:gd name="connsiteX1" fmla="*/ 0 w 4023816"/>
              <a:gd name="connsiteY1" fmla="*/ 7608046 h 8208178"/>
              <a:gd name="connsiteX2" fmla="*/ 0 w 4023816"/>
              <a:gd name="connsiteY2" fmla="*/ 600132 h 8208178"/>
              <a:gd name="connsiteX3" fmla="*/ 600132 w 4023816"/>
              <a:gd name="connsiteY3" fmla="*/ 0 h 8208178"/>
              <a:gd name="connsiteX4" fmla="*/ 3423685 w 4023816"/>
              <a:gd name="connsiteY4" fmla="*/ 0 h 8208178"/>
              <a:gd name="connsiteX5" fmla="*/ 4023816 w 4023816"/>
              <a:gd name="connsiteY5" fmla="*/ 600132 h 8208178"/>
              <a:gd name="connsiteX6" fmla="*/ 4023816 w 4023816"/>
              <a:gd name="connsiteY6" fmla="*/ 7608046 h 8208178"/>
              <a:gd name="connsiteX7" fmla="*/ 3423685 w 4023816"/>
              <a:gd name="connsiteY7" fmla="*/ 8208178 h 8208178"/>
              <a:gd name="connsiteX8" fmla="*/ 600132 w 4023816"/>
              <a:gd name="connsiteY8" fmla="*/ 8208178 h 8208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23816" h="8208178">
                <a:moveTo>
                  <a:pt x="600132" y="8208178"/>
                </a:moveTo>
                <a:cubicBezTo>
                  <a:pt x="268849" y="8208178"/>
                  <a:pt x="0" y="7939330"/>
                  <a:pt x="0" y="7608046"/>
                </a:cubicBezTo>
                <a:lnTo>
                  <a:pt x="0" y="600132"/>
                </a:lnTo>
                <a:cubicBezTo>
                  <a:pt x="0" y="268849"/>
                  <a:pt x="268849" y="0"/>
                  <a:pt x="600132" y="0"/>
                </a:cubicBezTo>
                <a:lnTo>
                  <a:pt x="3423685" y="0"/>
                </a:lnTo>
                <a:cubicBezTo>
                  <a:pt x="3754968" y="0"/>
                  <a:pt x="4023816" y="268849"/>
                  <a:pt x="4023816" y="600132"/>
                </a:cubicBezTo>
                <a:lnTo>
                  <a:pt x="4023816" y="7608046"/>
                </a:lnTo>
                <a:cubicBezTo>
                  <a:pt x="4023816" y="7939330"/>
                  <a:pt x="3754968" y="8208178"/>
                  <a:pt x="3423685" y="8208178"/>
                </a:cubicBezTo>
                <a:lnTo>
                  <a:pt x="600132" y="8208178"/>
                </a:lnTo>
                <a:close/>
              </a:path>
            </a:pathLst>
          </a:custGeom>
          <a:noFill/>
          <a:ln w="1274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1ADFF66-0910-0261-2BA5-36D92D10943D}"/>
              </a:ext>
            </a:extLst>
          </p:cNvPr>
          <p:cNvSpPr/>
          <p:nvPr/>
        </p:nvSpPr>
        <p:spPr>
          <a:xfrm>
            <a:off x="14278059" y="3726337"/>
            <a:ext cx="8208178" cy="4023816"/>
          </a:xfrm>
          <a:custGeom>
            <a:avLst/>
            <a:gdLst>
              <a:gd name="connsiteX0" fmla="*/ 8208178 w 8208178"/>
              <a:gd name="connsiteY0" fmla="*/ 3423684 h 4023816"/>
              <a:gd name="connsiteX1" fmla="*/ 7608046 w 8208178"/>
              <a:gd name="connsiteY1" fmla="*/ 4023817 h 4023816"/>
              <a:gd name="connsiteX2" fmla="*/ 600132 w 8208178"/>
              <a:gd name="connsiteY2" fmla="*/ 4023817 h 4023816"/>
              <a:gd name="connsiteX3" fmla="*/ 0 w 8208178"/>
              <a:gd name="connsiteY3" fmla="*/ 3423684 h 4023816"/>
              <a:gd name="connsiteX4" fmla="*/ 0 w 8208178"/>
              <a:gd name="connsiteY4" fmla="*/ 600132 h 4023816"/>
              <a:gd name="connsiteX5" fmla="*/ 600132 w 8208178"/>
              <a:gd name="connsiteY5" fmla="*/ 0 h 4023816"/>
              <a:gd name="connsiteX6" fmla="*/ 7608046 w 8208178"/>
              <a:gd name="connsiteY6" fmla="*/ 0 h 4023816"/>
              <a:gd name="connsiteX7" fmla="*/ 8208178 w 8208178"/>
              <a:gd name="connsiteY7" fmla="*/ 600132 h 4023816"/>
              <a:gd name="connsiteX8" fmla="*/ 8208178 w 8208178"/>
              <a:gd name="connsiteY8" fmla="*/ 3423684 h 402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08178" h="4023816">
                <a:moveTo>
                  <a:pt x="8208178" y="3423684"/>
                </a:moveTo>
                <a:cubicBezTo>
                  <a:pt x="8208178" y="3754967"/>
                  <a:pt x="7939330" y="4023817"/>
                  <a:pt x="7608046" y="4023817"/>
                </a:cubicBezTo>
                <a:lnTo>
                  <a:pt x="600132" y="4023817"/>
                </a:lnTo>
                <a:cubicBezTo>
                  <a:pt x="268849" y="4023817"/>
                  <a:pt x="0" y="3754967"/>
                  <a:pt x="0" y="3423684"/>
                </a:cubicBezTo>
                <a:lnTo>
                  <a:pt x="0" y="600132"/>
                </a:lnTo>
                <a:cubicBezTo>
                  <a:pt x="0" y="268849"/>
                  <a:pt x="268849" y="0"/>
                  <a:pt x="600132" y="0"/>
                </a:cubicBezTo>
                <a:lnTo>
                  <a:pt x="7608046" y="0"/>
                </a:lnTo>
                <a:cubicBezTo>
                  <a:pt x="7939330" y="0"/>
                  <a:pt x="8208178" y="268849"/>
                  <a:pt x="8208178" y="600132"/>
                </a:cubicBezTo>
                <a:lnTo>
                  <a:pt x="8208178" y="3423684"/>
                </a:lnTo>
                <a:close/>
              </a:path>
            </a:pathLst>
          </a:custGeom>
          <a:noFill/>
          <a:ln w="1274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498E5F0-793B-9053-1C7D-A7AE29749FD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634784" y="3932634"/>
            <a:ext cx="3745229" cy="791718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6098F12-4D2B-ADD7-AE40-BCF2F252959E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4410572" y="3897676"/>
            <a:ext cx="7943152" cy="3681138"/>
          </a:xfrm>
          <a:custGeom>
            <a:avLst/>
            <a:gdLst>
              <a:gd name="connsiteX0" fmla="*/ 467619 w 7943152"/>
              <a:gd name="connsiteY0" fmla="*/ 0 h 3681138"/>
              <a:gd name="connsiteX1" fmla="*/ 7475534 w 7943152"/>
              <a:gd name="connsiteY1" fmla="*/ 0 h 3681138"/>
              <a:gd name="connsiteX2" fmla="*/ 7943152 w 7943152"/>
              <a:gd name="connsiteY2" fmla="*/ 467619 h 3681138"/>
              <a:gd name="connsiteX3" fmla="*/ 7943152 w 7943152"/>
              <a:gd name="connsiteY3" fmla="*/ 3217341 h 3681138"/>
              <a:gd name="connsiteX4" fmla="*/ 7475534 w 7943152"/>
              <a:gd name="connsiteY4" fmla="*/ 3681138 h 3681138"/>
              <a:gd name="connsiteX5" fmla="*/ 467619 w 7943152"/>
              <a:gd name="connsiteY5" fmla="*/ 3681138 h 3681138"/>
              <a:gd name="connsiteX6" fmla="*/ 0 w 7943152"/>
              <a:gd name="connsiteY6" fmla="*/ 3213519 h 3681138"/>
              <a:gd name="connsiteX7" fmla="*/ 0 w 7943152"/>
              <a:gd name="connsiteY7" fmla="*/ 2594202 h 3681138"/>
              <a:gd name="connsiteX8" fmla="*/ 70079 w 7943152"/>
              <a:gd name="connsiteY8" fmla="*/ 2524123 h 3681138"/>
              <a:gd name="connsiteX9" fmla="*/ 247189 w 7943152"/>
              <a:gd name="connsiteY9" fmla="*/ 2524123 h 3681138"/>
              <a:gd name="connsiteX10" fmla="*/ 317268 w 7943152"/>
              <a:gd name="connsiteY10" fmla="*/ 2454044 h 3681138"/>
              <a:gd name="connsiteX11" fmla="*/ 317268 w 7943152"/>
              <a:gd name="connsiteY11" fmla="*/ 2375118 h 3681138"/>
              <a:gd name="connsiteX12" fmla="*/ 317268 w 7943152"/>
              <a:gd name="connsiteY12" fmla="*/ 1306020 h 3681138"/>
              <a:gd name="connsiteX13" fmla="*/ 317268 w 7943152"/>
              <a:gd name="connsiteY13" fmla="*/ 1227094 h 3681138"/>
              <a:gd name="connsiteX14" fmla="*/ 247189 w 7943152"/>
              <a:gd name="connsiteY14" fmla="*/ 1157015 h 3681138"/>
              <a:gd name="connsiteX15" fmla="*/ 70079 w 7943152"/>
              <a:gd name="connsiteY15" fmla="*/ 1157015 h 3681138"/>
              <a:gd name="connsiteX16" fmla="*/ 0 w 7943152"/>
              <a:gd name="connsiteY16" fmla="*/ 1086935 h 3681138"/>
              <a:gd name="connsiteX17" fmla="*/ 0 w 7943152"/>
              <a:gd name="connsiteY17" fmla="*/ 467619 h 3681138"/>
              <a:gd name="connsiteX18" fmla="*/ 467619 w 7943152"/>
              <a:gd name="connsiteY18" fmla="*/ 0 h 368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943152" h="3681138">
                <a:moveTo>
                  <a:pt x="467619" y="0"/>
                </a:moveTo>
                <a:lnTo>
                  <a:pt x="7475534" y="0"/>
                </a:lnTo>
                <a:cubicBezTo>
                  <a:pt x="7734188" y="0"/>
                  <a:pt x="7943152" y="208963"/>
                  <a:pt x="7943152" y="467619"/>
                </a:cubicBezTo>
                <a:lnTo>
                  <a:pt x="7943152" y="3217341"/>
                </a:lnTo>
                <a:cubicBezTo>
                  <a:pt x="7940604" y="3473448"/>
                  <a:pt x="7732916" y="3681138"/>
                  <a:pt x="7475534" y="3681138"/>
                </a:cubicBezTo>
                <a:lnTo>
                  <a:pt x="467619" y="3681138"/>
                </a:lnTo>
                <a:cubicBezTo>
                  <a:pt x="208964" y="3681138"/>
                  <a:pt x="0" y="3472175"/>
                  <a:pt x="0" y="3213519"/>
                </a:cubicBezTo>
                <a:lnTo>
                  <a:pt x="0" y="2594202"/>
                </a:lnTo>
                <a:cubicBezTo>
                  <a:pt x="0" y="2555977"/>
                  <a:pt x="30580" y="2524123"/>
                  <a:pt x="70079" y="2524123"/>
                </a:cubicBezTo>
                <a:lnTo>
                  <a:pt x="247189" y="2524123"/>
                </a:lnTo>
                <a:cubicBezTo>
                  <a:pt x="285414" y="2524123"/>
                  <a:pt x="317268" y="2493543"/>
                  <a:pt x="317268" y="2454044"/>
                </a:cubicBezTo>
                <a:lnTo>
                  <a:pt x="317268" y="2375118"/>
                </a:lnTo>
                <a:lnTo>
                  <a:pt x="317268" y="1306020"/>
                </a:lnTo>
                <a:lnTo>
                  <a:pt x="317268" y="1227094"/>
                </a:lnTo>
                <a:cubicBezTo>
                  <a:pt x="317268" y="1187595"/>
                  <a:pt x="285414" y="1157015"/>
                  <a:pt x="247189" y="1157015"/>
                </a:cubicBezTo>
                <a:lnTo>
                  <a:pt x="70079" y="1157015"/>
                </a:lnTo>
                <a:cubicBezTo>
                  <a:pt x="30580" y="1157015"/>
                  <a:pt x="0" y="1125160"/>
                  <a:pt x="0" y="1086935"/>
                </a:cubicBezTo>
                <a:lnTo>
                  <a:pt x="0" y="467619"/>
                </a:lnTo>
                <a:cubicBezTo>
                  <a:pt x="0" y="208963"/>
                  <a:pt x="208964" y="0"/>
                  <a:pt x="46761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ECCE5-45BF-E9AA-10EF-3265F206C9FF}"/>
              </a:ext>
            </a:extLst>
          </p:cNvPr>
          <p:cNvSpPr txBox="1"/>
          <p:nvPr userDrawn="1"/>
        </p:nvSpPr>
        <p:spPr>
          <a:xfrm>
            <a:off x="690373" y="3726337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Handoff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6D962EA-D059-3EB5-276A-4C4338D3464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0374" y="4021290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C4218-C2FC-7F8F-8F73-A73158371ED8}"/>
              </a:ext>
            </a:extLst>
          </p:cNvPr>
          <p:cNvSpPr txBox="1"/>
          <p:nvPr userDrawn="1"/>
        </p:nvSpPr>
        <p:spPr>
          <a:xfrm>
            <a:off x="690373" y="4636094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In Market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C4D7C8EF-9BE3-8B6A-5060-8E8DF2DE85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90374" y="4931047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C66B6B-EC95-1FE8-F07D-A34401163719}"/>
              </a:ext>
            </a:extLst>
          </p:cNvPr>
          <p:cNvSpPr txBox="1"/>
          <p:nvPr userDrawn="1"/>
        </p:nvSpPr>
        <p:spPr>
          <a:xfrm>
            <a:off x="690373" y="5550642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Out of Market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C39DF5C9-1E33-3153-D305-8848E6586F4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90374" y="5845595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91B3C1-960E-24DD-FA11-2619CF1D75D8}"/>
              </a:ext>
            </a:extLst>
          </p:cNvPr>
          <p:cNvSpPr txBox="1"/>
          <p:nvPr userDrawn="1"/>
        </p:nvSpPr>
        <p:spPr>
          <a:xfrm>
            <a:off x="690373" y="6469097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Consideration: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89541F42-D9DA-FD54-4CEA-1A2B97D8D9A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90374" y="6764050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CBE372-0D1F-73CE-E1E4-B066052F23A8}"/>
              </a:ext>
            </a:extLst>
          </p:cNvPr>
          <p:cNvSpPr txBox="1"/>
          <p:nvPr userDrawn="1"/>
        </p:nvSpPr>
        <p:spPr>
          <a:xfrm>
            <a:off x="690373" y="7383645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Asset Type: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6A1EF34C-2B78-ED58-5EA7-B0418247AB2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90374" y="7678598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4643F3-CA78-3BF5-96E7-9B2B2F74C5BD}"/>
              </a:ext>
            </a:extLst>
          </p:cNvPr>
          <p:cNvSpPr txBox="1"/>
          <p:nvPr userDrawn="1"/>
        </p:nvSpPr>
        <p:spPr>
          <a:xfrm>
            <a:off x="4582811" y="3726337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Mini Version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0ECD4C3C-63D1-8AD0-E9E3-2B1346B6CA2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582812" y="4021290"/>
            <a:ext cx="3535550" cy="91507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CE68C9-0857-FEBF-B0ED-E2B3A8D95544}"/>
              </a:ext>
            </a:extLst>
          </p:cNvPr>
          <p:cNvSpPr txBox="1"/>
          <p:nvPr userDrawn="1"/>
        </p:nvSpPr>
        <p:spPr>
          <a:xfrm>
            <a:off x="4582811" y="5246827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Large Version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81B286-1547-60C4-34FF-FAB5724F521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582812" y="5541780"/>
            <a:ext cx="3535550" cy="182446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6028102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E5F25964-2FDA-F98D-21B0-03D78EFDA72A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81990" y="4330772"/>
            <a:ext cx="12221210" cy="6832601"/>
          </a:xfrm>
          <a:custGeom>
            <a:avLst/>
            <a:gdLst>
              <a:gd name="connsiteX0" fmla="*/ 0 w 12221210"/>
              <a:gd name="connsiteY0" fmla="*/ 0 h 6832601"/>
              <a:gd name="connsiteX1" fmla="*/ 12221210 w 12221210"/>
              <a:gd name="connsiteY1" fmla="*/ 0 h 6832601"/>
              <a:gd name="connsiteX2" fmla="*/ 12221210 w 12221210"/>
              <a:gd name="connsiteY2" fmla="*/ 6619240 h 6832601"/>
              <a:gd name="connsiteX3" fmla="*/ 12007850 w 12221210"/>
              <a:gd name="connsiteY3" fmla="*/ 6832601 h 6832601"/>
              <a:gd name="connsiteX4" fmla="*/ 213360 w 12221210"/>
              <a:gd name="connsiteY4" fmla="*/ 6832601 h 6832601"/>
              <a:gd name="connsiteX5" fmla="*/ 0 w 12221210"/>
              <a:gd name="connsiteY5" fmla="*/ 6619240 h 6832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21210" h="6832601">
                <a:moveTo>
                  <a:pt x="0" y="0"/>
                </a:moveTo>
                <a:lnTo>
                  <a:pt x="12221210" y="0"/>
                </a:lnTo>
                <a:lnTo>
                  <a:pt x="12221210" y="6619240"/>
                </a:lnTo>
                <a:cubicBezTo>
                  <a:pt x="12221210" y="6737351"/>
                  <a:pt x="12125960" y="6832601"/>
                  <a:pt x="12007850" y="6832601"/>
                </a:cubicBezTo>
                <a:lnTo>
                  <a:pt x="213360" y="6832601"/>
                </a:lnTo>
                <a:cubicBezTo>
                  <a:pt x="96520" y="6832601"/>
                  <a:pt x="0" y="6736080"/>
                  <a:pt x="0" y="661924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2624" y="11147032"/>
            <a:ext cx="5838825" cy="504508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22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3F33933-7FA2-DA8E-2A3F-8A2A41D3E7EA}"/>
              </a:ext>
            </a:extLst>
          </p:cNvPr>
          <p:cNvSpPr/>
          <p:nvPr/>
        </p:nvSpPr>
        <p:spPr>
          <a:xfrm>
            <a:off x="13341350" y="3731332"/>
            <a:ext cx="3644900" cy="7435850"/>
          </a:xfrm>
          <a:custGeom>
            <a:avLst/>
            <a:gdLst>
              <a:gd name="connsiteX0" fmla="*/ 543561 w 3644900"/>
              <a:gd name="connsiteY0" fmla="*/ 7434580 h 7435850"/>
              <a:gd name="connsiteX1" fmla="*/ 0 w 3644900"/>
              <a:gd name="connsiteY1" fmla="*/ 6891020 h 7435850"/>
              <a:gd name="connsiteX2" fmla="*/ 0 w 3644900"/>
              <a:gd name="connsiteY2" fmla="*/ 543560 h 7435850"/>
              <a:gd name="connsiteX3" fmla="*/ 543561 w 3644900"/>
              <a:gd name="connsiteY3" fmla="*/ 0 h 7435850"/>
              <a:gd name="connsiteX4" fmla="*/ 3101340 w 3644900"/>
              <a:gd name="connsiteY4" fmla="*/ 0 h 7435850"/>
              <a:gd name="connsiteX5" fmla="*/ 3644900 w 3644900"/>
              <a:gd name="connsiteY5" fmla="*/ 543560 h 7435850"/>
              <a:gd name="connsiteX6" fmla="*/ 3644900 w 3644900"/>
              <a:gd name="connsiteY6" fmla="*/ 6892291 h 7435850"/>
              <a:gd name="connsiteX7" fmla="*/ 3101340 w 3644900"/>
              <a:gd name="connsiteY7" fmla="*/ 7435850 h 7435850"/>
              <a:gd name="connsiteX8" fmla="*/ 543561 w 3644900"/>
              <a:gd name="connsiteY8" fmla="*/ 7435850 h 743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44900" h="7435850">
                <a:moveTo>
                  <a:pt x="543561" y="7434580"/>
                </a:moveTo>
                <a:cubicBezTo>
                  <a:pt x="243839" y="7434580"/>
                  <a:pt x="0" y="7190741"/>
                  <a:pt x="0" y="6891020"/>
                </a:cubicBezTo>
                <a:lnTo>
                  <a:pt x="0" y="543560"/>
                </a:lnTo>
                <a:cubicBezTo>
                  <a:pt x="0" y="243840"/>
                  <a:pt x="243839" y="0"/>
                  <a:pt x="543561" y="0"/>
                </a:cubicBezTo>
                <a:lnTo>
                  <a:pt x="3101340" y="0"/>
                </a:lnTo>
                <a:cubicBezTo>
                  <a:pt x="3401061" y="0"/>
                  <a:pt x="3644900" y="243840"/>
                  <a:pt x="3644900" y="543560"/>
                </a:cubicBezTo>
                <a:lnTo>
                  <a:pt x="3644900" y="6892291"/>
                </a:lnTo>
                <a:cubicBezTo>
                  <a:pt x="3644900" y="7192010"/>
                  <a:pt x="3401061" y="7435850"/>
                  <a:pt x="3101340" y="7435850"/>
                </a:cubicBezTo>
                <a:lnTo>
                  <a:pt x="543561" y="7435850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aphic 3">
            <a:extLst>
              <a:ext uri="{FF2B5EF4-FFF2-40B4-BE49-F238E27FC236}">
                <a16:creationId xmlns:a16="http://schemas.microsoft.com/office/drawing/2014/main" id="{3A5F1725-DF50-6CDE-AADB-6E0B45E0E333}"/>
              </a:ext>
            </a:extLst>
          </p:cNvPr>
          <p:cNvGrpSpPr/>
          <p:nvPr/>
        </p:nvGrpSpPr>
        <p:grpSpPr>
          <a:xfrm>
            <a:off x="688340" y="3726253"/>
            <a:ext cx="12218669" cy="7443470"/>
            <a:chOff x="688340" y="3235960"/>
            <a:chExt cx="12218669" cy="7443470"/>
          </a:xfrm>
        </p:grpSpPr>
        <p:grpSp>
          <p:nvGrpSpPr>
            <p:cNvPr id="16" name="Graphic 3">
              <a:extLst>
                <a:ext uri="{FF2B5EF4-FFF2-40B4-BE49-F238E27FC236}">
                  <a16:creationId xmlns:a16="http://schemas.microsoft.com/office/drawing/2014/main" id="{C367F1CE-1E84-A76C-8FE3-1170FFE6E97D}"/>
                </a:ext>
              </a:extLst>
            </p:cNvPr>
            <p:cNvGrpSpPr/>
            <p:nvPr/>
          </p:nvGrpSpPr>
          <p:grpSpPr>
            <a:xfrm>
              <a:off x="688340" y="3235960"/>
              <a:ext cx="12218669" cy="7443470"/>
              <a:chOff x="688340" y="3235960"/>
              <a:chExt cx="12218669" cy="7443470"/>
            </a:xfrm>
          </p:grpSpPr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762E58D-D23B-1805-73C1-C3C45E5A9220}"/>
                  </a:ext>
                </a:extLst>
              </p:cNvPr>
              <p:cNvSpPr/>
              <p:nvPr/>
            </p:nvSpPr>
            <p:spPr>
              <a:xfrm>
                <a:off x="688340" y="3235960"/>
                <a:ext cx="12218669" cy="7443470"/>
              </a:xfrm>
              <a:custGeom>
                <a:avLst/>
                <a:gdLst>
                  <a:gd name="connsiteX0" fmla="*/ 214630 w 12218669"/>
                  <a:gd name="connsiteY0" fmla="*/ 0 h 7443470"/>
                  <a:gd name="connsiteX1" fmla="*/ 0 w 12218669"/>
                  <a:gd name="connsiteY1" fmla="*/ 214630 h 7443470"/>
                  <a:gd name="connsiteX2" fmla="*/ 0 w 12218669"/>
                  <a:gd name="connsiteY2" fmla="*/ 7228840 h 7443470"/>
                  <a:gd name="connsiteX3" fmla="*/ 214630 w 12218669"/>
                  <a:gd name="connsiteY3" fmla="*/ 7443471 h 7443470"/>
                  <a:gd name="connsiteX4" fmla="*/ 12004040 w 12218669"/>
                  <a:gd name="connsiteY4" fmla="*/ 7443471 h 7443470"/>
                  <a:gd name="connsiteX5" fmla="*/ 12218670 w 12218669"/>
                  <a:gd name="connsiteY5" fmla="*/ 7228840 h 7443470"/>
                  <a:gd name="connsiteX6" fmla="*/ 12218670 w 12218669"/>
                  <a:gd name="connsiteY6" fmla="*/ 214630 h 7443470"/>
                  <a:gd name="connsiteX7" fmla="*/ 12004040 w 12218669"/>
                  <a:gd name="connsiteY7" fmla="*/ 0 h 7443470"/>
                  <a:gd name="connsiteX8" fmla="*/ 214630 w 12218669"/>
                  <a:gd name="connsiteY8" fmla="*/ 0 h 7443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18669" h="7443470">
                    <a:moveTo>
                      <a:pt x="214630" y="0"/>
                    </a:moveTo>
                    <a:cubicBezTo>
                      <a:pt x="96520" y="0"/>
                      <a:pt x="0" y="96520"/>
                      <a:pt x="0" y="214630"/>
                    </a:cubicBezTo>
                    <a:lnTo>
                      <a:pt x="0" y="7228840"/>
                    </a:lnTo>
                    <a:cubicBezTo>
                      <a:pt x="0" y="7348221"/>
                      <a:pt x="96520" y="7443471"/>
                      <a:pt x="214630" y="7443471"/>
                    </a:cubicBezTo>
                    <a:lnTo>
                      <a:pt x="12004040" y="7443471"/>
                    </a:lnTo>
                    <a:cubicBezTo>
                      <a:pt x="12122150" y="7443471"/>
                      <a:pt x="12218670" y="7346950"/>
                      <a:pt x="12218670" y="7228840"/>
                    </a:cubicBezTo>
                    <a:lnTo>
                      <a:pt x="12218670" y="214630"/>
                    </a:lnTo>
                    <a:cubicBezTo>
                      <a:pt x="12218670" y="95250"/>
                      <a:pt x="12122150" y="0"/>
                      <a:pt x="12004040" y="0"/>
                    </a:cubicBezTo>
                    <a:lnTo>
                      <a:pt x="214630" y="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D9F4095-AB2B-4AD0-1114-FC03628FA9A2}"/>
                  </a:ext>
                </a:extLst>
              </p:cNvPr>
              <p:cNvSpPr/>
              <p:nvPr/>
            </p:nvSpPr>
            <p:spPr>
              <a:xfrm>
                <a:off x="3144520" y="3415029"/>
                <a:ext cx="9272270" cy="264160"/>
              </a:xfrm>
              <a:custGeom>
                <a:avLst/>
                <a:gdLst>
                  <a:gd name="connsiteX0" fmla="*/ 9140190 w 9272270"/>
                  <a:gd name="connsiteY0" fmla="*/ 264160 h 264160"/>
                  <a:gd name="connsiteX1" fmla="*/ 132080 w 9272270"/>
                  <a:gd name="connsiteY1" fmla="*/ 264160 h 264160"/>
                  <a:gd name="connsiteX2" fmla="*/ 0 w 9272270"/>
                  <a:gd name="connsiteY2" fmla="*/ 132080 h 264160"/>
                  <a:gd name="connsiteX3" fmla="*/ 132080 w 9272270"/>
                  <a:gd name="connsiteY3" fmla="*/ 0 h 264160"/>
                  <a:gd name="connsiteX4" fmla="*/ 9140190 w 9272270"/>
                  <a:gd name="connsiteY4" fmla="*/ 0 h 264160"/>
                  <a:gd name="connsiteX5" fmla="*/ 9272270 w 9272270"/>
                  <a:gd name="connsiteY5" fmla="*/ 132080 h 264160"/>
                  <a:gd name="connsiteX6" fmla="*/ 9140190 w 9272270"/>
                  <a:gd name="connsiteY6" fmla="*/ 264160 h 264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72270" h="264160">
                    <a:moveTo>
                      <a:pt x="9140190" y="264160"/>
                    </a:moveTo>
                    <a:lnTo>
                      <a:pt x="132080" y="264160"/>
                    </a:lnTo>
                    <a:cubicBezTo>
                      <a:pt x="59690" y="264160"/>
                      <a:pt x="0" y="205740"/>
                      <a:pt x="0" y="132080"/>
                    </a:cubicBezTo>
                    <a:cubicBezTo>
                      <a:pt x="0" y="59690"/>
                      <a:pt x="58420" y="0"/>
                      <a:pt x="132080" y="0"/>
                    </a:cubicBezTo>
                    <a:lnTo>
                      <a:pt x="9140190" y="0"/>
                    </a:lnTo>
                    <a:cubicBezTo>
                      <a:pt x="9212580" y="0"/>
                      <a:pt x="9272270" y="58420"/>
                      <a:pt x="9272270" y="132080"/>
                    </a:cubicBezTo>
                    <a:cubicBezTo>
                      <a:pt x="9272270" y="204470"/>
                      <a:pt x="9213850" y="264160"/>
                      <a:pt x="9140190" y="264160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60D5F2F-271C-932A-6AF9-AAF6AB627C96}"/>
                  </a:ext>
                </a:extLst>
              </p:cNvPr>
              <p:cNvSpPr/>
              <p:nvPr/>
            </p:nvSpPr>
            <p:spPr>
              <a:xfrm>
                <a:off x="12642850" y="3440429"/>
                <a:ext cx="53340" cy="213360"/>
              </a:xfrm>
              <a:custGeom>
                <a:avLst/>
                <a:gdLst>
                  <a:gd name="connsiteX0" fmla="*/ 26670 w 53340"/>
                  <a:gd name="connsiteY0" fmla="*/ 53340 h 213360"/>
                  <a:gd name="connsiteX1" fmla="*/ 7620 w 53340"/>
                  <a:gd name="connsiteY1" fmla="*/ 45720 h 213360"/>
                  <a:gd name="connsiteX2" fmla="*/ 0 w 53340"/>
                  <a:gd name="connsiteY2" fmla="*/ 26670 h 213360"/>
                  <a:gd name="connsiteX3" fmla="*/ 7620 w 53340"/>
                  <a:gd name="connsiteY3" fmla="*/ 7620 h 213360"/>
                  <a:gd name="connsiteX4" fmla="*/ 26670 w 53340"/>
                  <a:gd name="connsiteY4" fmla="*/ 0 h 213360"/>
                  <a:gd name="connsiteX5" fmla="*/ 45720 w 53340"/>
                  <a:gd name="connsiteY5" fmla="*/ 7620 h 213360"/>
                  <a:gd name="connsiteX6" fmla="*/ 53340 w 53340"/>
                  <a:gd name="connsiteY6" fmla="*/ 26670 h 213360"/>
                  <a:gd name="connsiteX7" fmla="*/ 45720 w 53340"/>
                  <a:gd name="connsiteY7" fmla="*/ 45720 h 213360"/>
                  <a:gd name="connsiteX8" fmla="*/ 26670 w 53340"/>
                  <a:gd name="connsiteY8" fmla="*/ 53340 h 213360"/>
                  <a:gd name="connsiteX9" fmla="*/ 26670 w 53340"/>
                  <a:gd name="connsiteY9" fmla="*/ 133350 h 213360"/>
                  <a:gd name="connsiteX10" fmla="*/ 7620 w 53340"/>
                  <a:gd name="connsiteY10" fmla="*/ 125730 h 213360"/>
                  <a:gd name="connsiteX11" fmla="*/ 0 w 53340"/>
                  <a:gd name="connsiteY11" fmla="*/ 106680 h 213360"/>
                  <a:gd name="connsiteX12" fmla="*/ 7620 w 53340"/>
                  <a:gd name="connsiteY12" fmla="*/ 87630 h 213360"/>
                  <a:gd name="connsiteX13" fmla="*/ 26670 w 53340"/>
                  <a:gd name="connsiteY13" fmla="*/ 80010 h 213360"/>
                  <a:gd name="connsiteX14" fmla="*/ 45720 w 53340"/>
                  <a:gd name="connsiteY14" fmla="*/ 87630 h 213360"/>
                  <a:gd name="connsiteX15" fmla="*/ 53340 w 53340"/>
                  <a:gd name="connsiteY15" fmla="*/ 106680 h 213360"/>
                  <a:gd name="connsiteX16" fmla="*/ 45720 w 53340"/>
                  <a:gd name="connsiteY16" fmla="*/ 125730 h 213360"/>
                  <a:gd name="connsiteX17" fmla="*/ 26670 w 53340"/>
                  <a:gd name="connsiteY17" fmla="*/ 133350 h 213360"/>
                  <a:gd name="connsiteX18" fmla="*/ 26670 w 53340"/>
                  <a:gd name="connsiteY18" fmla="*/ 213360 h 213360"/>
                  <a:gd name="connsiteX19" fmla="*/ 7620 w 53340"/>
                  <a:gd name="connsiteY19" fmla="*/ 205740 h 213360"/>
                  <a:gd name="connsiteX20" fmla="*/ 0 w 53340"/>
                  <a:gd name="connsiteY20" fmla="*/ 186690 h 213360"/>
                  <a:gd name="connsiteX21" fmla="*/ 7620 w 53340"/>
                  <a:gd name="connsiteY21" fmla="*/ 167640 h 213360"/>
                  <a:gd name="connsiteX22" fmla="*/ 26670 w 53340"/>
                  <a:gd name="connsiteY22" fmla="*/ 160020 h 213360"/>
                  <a:gd name="connsiteX23" fmla="*/ 45720 w 53340"/>
                  <a:gd name="connsiteY23" fmla="*/ 167640 h 213360"/>
                  <a:gd name="connsiteX24" fmla="*/ 53340 w 53340"/>
                  <a:gd name="connsiteY24" fmla="*/ 186690 h 213360"/>
                  <a:gd name="connsiteX25" fmla="*/ 45720 w 53340"/>
                  <a:gd name="connsiteY25" fmla="*/ 205740 h 213360"/>
                  <a:gd name="connsiteX26" fmla="*/ 26670 w 53340"/>
                  <a:gd name="connsiteY26" fmla="*/ 213360 h 213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340" h="213360">
                    <a:moveTo>
                      <a:pt x="26670" y="53340"/>
                    </a:moveTo>
                    <a:cubicBezTo>
                      <a:pt x="19050" y="53340"/>
                      <a:pt x="12700" y="50800"/>
                      <a:pt x="7620" y="45720"/>
                    </a:cubicBezTo>
                    <a:cubicBezTo>
                      <a:pt x="2540" y="40640"/>
                      <a:pt x="0" y="34290"/>
                      <a:pt x="0" y="26670"/>
                    </a:cubicBezTo>
                    <a:cubicBezTo>
                      <a:pt x="0" y="19050"/>
                      <a:pt x="2540" y="12700"/>
                      <a:pt x="7620" y="7620"/>
                    </a:cubicBezTo>
                    <a:cubicBezTo>
                      <a:pt x="12700" y="2540"/>
                      <a:pt x="19050" y="0"/>
                      <a:pt x="26670" y="0"/>
                    </a:cubicBezTo>
                    <a:cubicBezTo>
                      <a:pt x="34290" y="0"/>
                      <a:pt x="40640" y="2540"/>
                      <a:pt x="45720" y="7620"/>
                    </a:cubicBezTo>
                    <a:cubicBezTo>
                      <a:pt x="50800" y="12700"/>
                      <a:pt x="53340" y="19050"/>
                      <a:pt x="53340" y="26670"/>
                    </a:cubicBezTo>
                    <a:cubicBezTo>
                      <a:pt x="53340" y="34290"/>
                      <a:pt x="50800" y="40640"/>
                      <a:pt x="45720" y="45720"/>
                    </a:cubicBezTo>
                    <a:cubicBezTo>
                      <a:pt x="39370" y="50800"/>
                      <a:pt x="33020" y="53340"/>
                      <a:pt x="26670" y="53340"/>
                    </a:cubicBezTo>
                    <a:moveTo>
                      <a:pt x="26670" y="133350"/>
                    </a:moveTo>
                    <a:cubicBezTo>
                      <a:pt x="19050" y="133350"/>
                      <a:pt x="12700" y="130810"/>
                      <a:pt x="7620" y="125730"/>
                    </a:cubicBezTo>
                    <a:cubicBezTo>
                      <a:pt x="2540" y="120650"/>
                      <a:pt x="0" y="114300"/>
                      <a:pt x="0" y="106680"/>
                    </a:cubicBezTo>
                    <a:cubicBezTo>
                      <a:pt x="0" y="99060"/>
                      <a:pt x="2540" y="92710"/>
                      <a:pt x="7620" y="87630"/>
                    </a:cubicBezTo>
                    <a:cubicBezTo>
                      <a:pt x="12700" y="82550"/>
                      <a:pt x="19050" y="80010"/>
                      <a:pt x="26670" y="80010"/>
                    </a:cubicBezTo>
                    <a:cubicBezTo>
                      <a:pt x="34290" y="80010"/>
                      <a:pt x="40640" y="82550"/>
                      <a:pt x="45720" y="87630"/>
                    </a:cubicBezTo>
                    <a:cubicBezTo>
                      <a:pt x="50800" y="92710"/>
                      <a:pt x="53340" y="99060"/>
                      <a:pt x="53340" y="106680"/>
                    </a:cubicBezTo>
                    <a:cubicBezTo>
                      <a:pt x="53340" y="114300"/>
                      <a:pt x="50800" y="120650"/>
                      <a:pt x="45720" y="125730"/>
                    </a:cubicBezTo>
                    <a:cubicBezTo>
                      <a:pt x="39370" y="130810"/>
                      <a:pt x="33020" y="133350"/>
                      <a:pt x="26670" y="133350"/>
                    </a:cubicBezTo>
                    <a:moveTo>
                      <a:pt x="26670" y="213360"/>
                    </a:moveTo>
                    <a:cubicBezTo>
                      <a:pt x="19050" y="213360"/>
                      <a:pt x="12700" y="210820"/>
                      <a:pt x="7620" y="205740"/>
                    </a:cubicBezTo>
                    <a:cubicBezTo>
                      <a:pt x="2540" y="200660"/>
                      <a:pt x="0" y="194310"/>
                      <a:pt x="0" y="186690"/>
                    </a:cubicBezTo>
                    <a:cubicBezTo>
                      <a:pt x="0" y="179070"/>
                      <a:pt x="2540" y="172720"/>
                      <a:pt x="7620" y="167640"/>
                    </a:cubicBezTo>
                    <a:cubicBezTo>
                      <a:pt x="12700" y="162560"/>
                      <a:pt x="19050" y="160020"/>
                      <a:pt x="26670" y="160020"/>
                    </a:cubicBezTo>
                    <a:cubicBezTo>
                      <a:pt x="34290" y="160020"/>
                      <a:pt x="40640" y="162560"/>
                      <a:pt x="45720" y="167640"/>
                    </a:cubicBezTo>
                    <a:cubicBezTo>
                      <a:pt x="50800" y="172720"/>
                      <a:pt x="53340" y="179070"/>
                      <a:pt x="53340" y="186690"/>
                    </a:cubicBezTo>
                    <a:cubicBezTo>
                      <a:pt x="53340" y="194310"/>
                      <a:pt x="50800" y="200660"/>
                      <a:pt x="45720" y="205740"/>
                    </a:cubicBezTo>
                    <a:cubicBezTo>
                      <a:pt x="39370" y="210820"/>
                      <a:pt x="33020" y="213360"/>
                      <a:pt x="26670" y="213360"/>
                    </a:cubicBezTo>
                  </a:path>
                </a:pathLst>
              </a:custGeom>
              <a:solidFill>
                <a:srgbClr val="001E6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7D0612F-FAAE-2C4D-26F5-83A5CD882FF6}"/>
                  </a:ext>
                </a:extLst>
              </p:cNvPr>
              <p:cNvSpPr/>
              <p:nvPr/>
            </p:nvSpPr>
            <p:spPr>
              <a:xfrm rot="-2433542">
                <a:off x="912878" y="3461907"/>
                <a:ext cx="170171" cy="170171"/>
              </a:xfrm>
              <a:custGeom>
                <a:avLst/>
                <a:gdLst>
                  <a:gd name="connsiteX0" fmla="*/ 170172 w 170171"/>
                  <a:gd name="connsiteY0" fmla="*/ 85086 h 170171"/>
                  <a:gd name="connsiteX1" fmla="*/ 85086 w 170171"/>
                  <a:gd name="connsiteY1" fmla="*/ 170172 h 170171"/>
                  <a:gd name="connsiteX2" fmla="*/ 0 w 170171"/>
                  <a:gd name="connsiteY2" fmla="*/ 85086 h 170171"/>
                  <a:gd name="connsiteX3" fmla="*/ 85086 w 170171"/>
                  <a:gd name="connsiteY3" fmla="*/ 0 h 170171"/>
                  <a:gd name="connsiteX4" fmla="*/ 170172 w 170171"/>
                  <a:gd name="connsiteY4" fmla="*/ 85086 h 170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171" h="170171">
                    <a:moveTo>
                      <a:pt x="170172" y="85086"/>
                    </a:moveTo>
                    <a:cubicBezTo>
                      <a:pt x="170172" y="132078"/>
                      <a:pt x="132078" y="170172"/>
                      <a:pt x="85086" y="170172"/>
                    </a:cubicBezTo>
                    <a:cubicBezTo>
                      <a:pt x="38094" y="170172"/>
                      <a:pt x="0" y="132078"/>
                      <a:pt x="0" y="85086"/>
                    </a:cubicBezTo>
                    <a:cubicBezTo>
                      <a:pt x="0" y="38094"/>
                      <a:pt x="38094" y="0"/>
                      <a:pt x="85086" y="0"/>
                    </a:cubicBezTo>
                    <a:cubicBezTo>
                      <a:pt x="132078" y="0"/>
                      <a:pt x="170172" y="38094"/>
                      <a:pt x="170172" y="85086"/>
                    </a:cubicBezTo>
                    <a:close/>
                  </a:path>
                </a:pathLst>
              </a:custGeom>
              <a:noFill/>
              <a:ln w="12699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DE84AC6A-C6BF-1198-0ED6-DD9A40FD679D}"/>
                  </a:ext>
                </a:extLst>
              </p:cNvPr>
              <p:cNvSpPr/>
              <p:nvPr/>
            </p:nvSpPr>
            <p:spPr>
              <a:xfrm rot="-2278891">
                <a:off x="1165722" y="3461943"/>
                <a:ext cx="170177" cy="170177"/>
              </a:xfrm>
              <a:custGeom>
                <a:avLst/>
                <a:gdLst>
                  <a:gd name="connsiteX0" fmla="*/ 170178 w 170177"/>
                  <a:gd name="connsiteY0" fmla="*/ 85089 h 170177"/>
                  <a:gd name="connsiteX1" fmla="*/ 85089 w 170177"/>
                  <a:gd name="connsiteY1" fmla="*/ 170178 h 170177"/>
                  <a:gd name="connsiteX2" fmla="*/ 0 w 170177"/>
                  <a:gd name="connsiteY2" fmla="*/ 85089 h 170177"/>
                  <a:gd name="connsiteX3" fmla="*/ 85089 w 170177"/>
                  <a:gd name="connsiteY3" fmla="*/ 0 h 170177"/>
                  <a:gd name="connsiteX4" fmla="*/ 170178 w 170177"/>
                  <a:gd name="connsiteY4" fmla="*/ 85089 h 170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177" h="170177">
                    <a:moveTo>
                      <a:pt x="170178" y="85089"/>
                    </a:moveTo>
                    <a:cubicBezTo>
                      <a:pt x="170178" y="132082"/>
                      <a:pt x="132082" y="170178"/>
                      <a:pt x="85089" y="170178"/>
                    </a:cubicBezTo>
                    <a:cubicBezTo>
                      <a:pt x="38096" y="170178"/>
                      <a:pt x="0" y="132082"/>
                      <a:pt x="0" y="85089"/>
                    </a:cubicBezTo>
                    <a:cubicBezTo>
                      <a:pt x="0" y="38095"/>
                      <a:pt x="38096" y="0"/>
                      <a:pt x="85089" y="0"/>
                    </a:cubicBezTo>
                    <a:cubicBezTo>
                      <a:pt x="132082" y="0"/>
                      <a:pt x="170178" y="38095"/>
                      <a:pt x="170178" y="850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807E33E-FD5D-30F9-C97D-D0E9DFE1351C}"/>
                  </a:ext>
                </a:extLst>
              </p:cNvPr>
              <p:cNvSpPr/>
              <p:nvPr/>
            </p:nvSpPr>
            <p:spPr>
              <a:xfrm rot="-2486193">
                <a:off x="1418502" y="3461993"/>
                <a:ext cx="170182" cy="170182"/>
              </a:xfrm>
              <a:custGeom>
                <a:avLst/>
                <a:gdLst>
                  <a:gd name="connsiteX0" fmla="*/ 170182 w 170182"/>
                  <a:gd name="connsiteY0" fmla="*/ 85091 h 170182"/>
                  <a:gd name="connsiteX1" fmla="*/ 85091 w 170182"/>
                  <a:gd name="connsiteY1" fmla="*/ 170183 h 170182"/>
                  <a:gd name="connsiteX2" fmla="*/ 0 w 170182"/>
                  <a:gd name="connsiteY2" fmla="*/ 85091 h 170182"/>
                  <a:gd name="connsiteX3" fmla="*/ 85091 w 170182"/>
                  <a:gd name="connsiteY3" fmla="*/ 0 h 170182"/>
                  <a:gd name="connsiteX4" fmla="*/ 170182 w 170182"/>
                  <a:gd name="connsiteY4" fmla="*/ 85091 h 170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182" h="170182">
                    <a:moveTo>
                      <a:pt x="170182" y="85091"/>
                    </a:moveTo>
                    <a:cubicBezTo>
                      <a:pt x="170182" y="132086"/>
                      <a:pt x="132086" y="170183"/>
                      <a:pt x="85091" y="170183"/>
                    </a:cubicBezTo>
                    <a:cubicBezTo>
                      <a:pt x="38097" y="170183"/>
                      <a:pt x="0" y="132086"/>
                      <a:pt x="0" y="85091"/>
                    </a:cubicBezTo>
                    <a:cubicBezTo>
                      <a:pt x="0" y="38096"/>
                      <a:pt x="38097" y="0"/>
                      <a:pt x="85091" y="0"/>
                    </a:cubicBezTo>
                    <a:cubicBezTo>
                      <a:pt x="132086" y="0"/>
                      <a:pt x="170182" y="38096"/>
                      <a:pt x="170182" y="85091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2401A8E-BA3A-CC95-1AB6-F4138C95A2FF}"/>
                </a:ext>
              </a:extLst>
            </p:cNvPr>
            <p:cNvSpPr/>
            <p:nvPr/>
          </p:nvSpPr>
          <p:spPr>
            <a:xfrm>
              <a:off x="1860550" y="3459479"/>
              <a:ext cx="214629" cy="175260"/>
            </a:xfrm>
            <a:custGeom>
              <a:avLst/>
              <a:gdLst>
                <a:gd name="connsiteX0" fmla="*/ 87630 w 214629"/>
                <a:gd name="connsiteY0" fmla="*/ 175260 h 175260"/>
                <a:gd name="connsiteX1" fmla="*/ 0 w 214629"/>
                <a:gd name="connsiteY1" fmla="*/ 87630 h 175260"/>
                <a:gd name="connsiteX2" fmla="*/ 87630 w 214629"/>
                <a:gd name="connsiteY2" fmla="*/ 0 h 175260"/>
                <a:gd name="connsiteX3" fmla="*/ 214630 w 214629"/>
                <a:gd name="connsiteY3" fmla="*/ 87630 h 175260"/>
                <a:gd name="connsiteX4" fmla="*/ 0 w 214629"/>
                <a:gd name="connsiteY4" fmla="*/ 87630 h 17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629" h="175260">
                  <a:moveTo>
                    <a:pt x="87630" y="175260"/>
                  </a:moveTo>
                  <a:lnTo>
                    <a:pt x="0" y="87630"/>
                  </a:lnTo>
                  <a:lnTo>
                    <a:pt x="87630" y="0"/>
                  </a:lnTo>
                  <a:moveTo>
                    <a:pt x="214630" y="87630"/>
                  </a:moveTo>
                  <a:lnTo>
                    <a:pt x="0" y="8763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8214990-8088-8212-0F94-0A710D982C42}"/>
                </a:ext>
              </a:extLst>
            </p:cNvPr>
            <p:cNvSpPr/>
            <p:nvPr/>
          </p:nvSpPr>
          <p:spPr>
            <a:xfrm>
              <a:off x="2189479" y="3459479"/>
              <a:ext cx="215900" cy="175260"/>
            </a:xfrm>
            <a:custGeom>
              <a:avLst/>
              <a:gdLst>
                <a:gd name="connsiteX0" fmla="*/ 128270 w 215900"/>
                <a:gd name="connsiteY0" fmla="*/ 0 h 175260"/>
                <a:gd name="connsiteX1" fmla="*/ 215900 w 215900"/>
                <a:gd name="connsiteY1" fmla="*/ 87630 h 175260"/>
                <a:gd name="connsiteX2" fmla="*/ 128270 w 215900"/>
                <a:gd name="connsiteY2" fmla="*/ 175260 h 175260"/>
                <a:gd name="connsiteX3" fmla="*/ 0 w 215900"/>
                <a:gd name="connsiteY3" fmla="*/ 87630 h 175260"/>
                <a:gd name="connsiteX4" fmla="*/ 214630 w 215900"/>
                <a:gd name="connsiteY4" fmla="*/ 87630 h 17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900" h="175260">
                  <a:moveTo>
                    <a:pt x="128270" y="0"/>
                  </a:moveTo>
                  <a:lnTo>
                    <a:pt x="215900" y="87630"/>
                  </a:lnTo>
                  <a:lnTo>
                    <a:pt x="128270" y="175260"/>
                  </a:lnTo>
                  <a:moveTo>
                    <a:pt x="0" y="87630"/>
                  </a:moveTo>
                  <a:lnTo>
                    <a:pt x="214630" y="8763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0ADFDA3-9342-3C3C-7FBC-FD9F167AEDF2}"/>
                </a:ext>
              </a:extLst>
            </p:cNvPr>
            <p:cNvSpPr/>
            <p:nvPr/>
          </p:nvSpPr>
          <p:spPr>
            <a:xfrm>
              <a:off x="2694939" y="3455670"/>
              <a:ext cx="161289" cy="180339"/>
            </a:xfrm>
            <a:custGeom>
              <a:avLst/>
              <a:gdLst>
                <a:gd name="connsiteX0" fmla="*/ 161290 w 161289"/>
                <a:gd name="connsiteY0" fmla="*/ 72390 h 180339"/>
                <a:gd name="connsiteX1" fmla="*/ 82550 w 161289"/>
                <a:gd name="connsiteY1" fmla="*/ 15240 h 180339"/>
                <a:gd name="connsiteX2" fmla="*/ 0 w 161289"/>
                <a:gd name="connsiteY2" fmla="*/ 97790 h 180339"/>
                <a:gd name="connsiteX3" fmla="*/ 82550 w 161289"/>
                <a:gd name="connsiteY3" fmla="*/ 180340 h 180339"/>
                <a:gd name="connsiteX4" fmla="*/ 161290 w 161289"/>
                <a:gd name="connsiteY4" fmla="*/ 123190 h 180339"/>
                <a:gd name="connsiteX5" fmla="*/ 161290 w 161289"/>
                <a:gd name="connsiteY5" fmla="*/ 0 h 180339"/>
                <a:gd name="connsiteX6" fmla="*/ 161290 w 161289"/>
                <a:gd name="connsiteY6" fmla="*/ 71120 h 180339"/>
                <a:gd name="connsiteX7" fmla="*/ 90170 w 161289"/>
                <a:gd name="connsiteY7" fmla="*/ 71120 h 1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289" h="180339">
                  <a:moveTo>
                    <a:pt x="161290" y="72390"/>
                  </a:moveTo>
                  <a:cubicBezTo>
                    <a:pt x="151130" y="39370"/>
                    <a:pt x="119380" y="15240"/>
                    <a:pt x="82550" y="15240"/>
                  </a:cubicBezTo>
                  <a:cubicBezTo>
                    <a:pt x="36830" y="15240"/>
                    <a:pt x="0" y="52070"/>
                    <a:pt x="0" y="97790"/>
                  </a:cubicBezTo>
                  <a:cubicBezTo>
                    <a:pt x="0" y="143510"/>
                    <a:pt x="36830" y="180340"/>
                    <a:pt x="82550" y="180340"/>
                  </a:cubicBezTo>
                  <a:cubicBezTo>
                    <a:pt x="119380" y="180340"/>
                    <a:pt x="151130" y="156210"/>
                    <a:pt x="161290" y="123190"/>
                  </a:cubicBezTo>
                  <a:moveTo>
                    <a:pt x="161290" y="0"/>
                  </a:moveTo>
                  <a:lnTo>
                    <a:pt x="161290" y="71120"/>
                  </a:lnTo>
                  <a:lnTo>
                    <a:pt x="90170" y="7112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E655A16D-67A7-5E71-1E7E-CC1ECFC245B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3462000" y="3851983"/>
            <a:ext cx="3404870" cy="7194550"/>
          </a:xfrm>
          <a:custGeom>
            <a:avLst/>
            <a:gdLst>
              <a:gd name="connsiteX0" fmla="*/ 422911 w 3404870"/>
              <a:gd name="connsiteY0" fmla="*/ 0 h 7194550"/>
              <a:gd name="connsiteX1" fmla="*/ 1055370 w 3404870"/>
              <a:gd name="connsiteY1" fmla="*/ 0 h 7194550"/>
              <a:gd name="connsiteX2" fmla="*/ 1118870 w 3404870"/>
              <a:gd name="connsiteY2" fmla="*/ 63500 h 7194550"/>
              <a:gd name="connsiteX3" fmla="*/ 1118870 w 3404870"/>
              <a:gd name="connsiteY3" fmla="*/ 224790 h 7194550"/>
              <a:gd name="connsiteX4" fmla="*/ 1182370 w 3404870"/>
              <a:gd name="connsiteY4" fmla="*/ 288290 h 7194550"/>
              <a:gd name="connsiteX5" fmla="*/ 2222500 w 3404870"/>
              <a:gd name="connsiteY5" fmla="*/ 288290 h 7194550"/>
              <a:gd name="connsiteX6" fmla="*/ 2286000 w 3404870"/>
              <a:gd name="connsiteY6" fmla="*/ 224790 h 7194550"/>
              <a:gd name="connsiteX7" fmla="*/ 2286000 w 3404870"/>
              <a:gd name="connsiteY7" fmla="*/ 63500 h 7194550"/>
              <a:gd name="connsiteX8" fmla="*/ 2349500 w 3404870"/>
              <a:gd name="connsiteY8" fmla="*/ 0 h 7194550"/>
              <a:gd name="connsiteX9" fmla="*/ 2981961 w 3404870"/>
              <a:gd name="connsiteY9" fmla="*/ 0 h 7194550"/>
              <a:gd name="connsiteX10" fmla="*/ 3404870 w 3404870"/>
              <a:gd name="connsiteY10" fmla="*/ 422910 h 7194550"/>
              <a:gd name="connsiteX11" fmla="*/ 3404870 w 3404870"/>
              <a:gd name="connsiteY11" fmla="*/ 6771640 h 7194550"/>
              <a:gd name="connsiteX12" fmla="*/ 2981961 w 3404870"/>
              <a:gd name="connsiteY12" fmla="*/ 7194550 h 7194550"/>
              <a:gd name="connsiteX13" fmla="*/ 422911 w 3404870"/>
              <a:gd name="connsiteY13" fmla="*/ 7194550 h 7194550"/>
              <a:gd name="connsiteX14" fmla="*/ 0 w 3404870"/>
              <a:gd name="connsiteY14" fmla="*/ 6771640 h 7194550"/>
              <a:gd name="connsiteX15" fmla="*/ 0 w 3404870"/>
              <a:gd name="connsiteY15" fmla="*/ 422910 h 7194550"/>
              <a:gd name="connsiteX16" fmla="*/ 422911 w 3404870"/>
              <a:gd name="connsiteY16" fmla="*/ 0 h 719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04870" h="7194550">
                <a:moveTo>
                  <a:pt x="422911" y="0"/>
                </a:moveTo>
                <a:lnTo>
                  <a:pt x="1055370" y="0"/>
                </a:lnTo>
                <a:cubicBezTo>
                  <a:pt x="1089661" y="0"/>
                  <a:pt x="1118870" y="27940"/>
                  <a:pt x="1118870" y="63500"/>
                </a:cubicBezTo>
                <a:lnTo>
                  <a:pt x="1118870" y="224790"/>
                </a:lnTo>
                <a:cubicBezTo>
                  <a:pt x="1118870" y="259080"/>
                  <a:pt x="1146811" y="288290"/>
                  <a:pt x="1182370" y="288290"/>
                </a:cubicBezTo>
                <a:lnTo>
                  <a:pt x="2222500" y="288290"/>
                </a:lnTo>
                <a:cubicBezTo>
                  <a:pt x="2256790" y="288290"/>
                  <a:pt x="2286000" y="260350"/>
                  <a:pt x="2286000" y="224790"/>
                </a:cubicBezTo>
                <a:lnTo>
                  <a:pt x="2286000" y="63500"/>
                </a:lnTo>
                <a:cubicBezTo>
                  <a:pt x="2286000" y="29210"/>
                  <a:pt x="2313940" y="0"/>
                  <a:pt x="2349500" y="0"/>
                </a:cubicBezTo>
                <a:lnTo>
                  <a:pt x="2981961" y="0"/>
                </a:lnTo>
                <a:cubicBezTo>
                  <a:pt x="3215640" y="0"/>
                  <a:pt x="3404870" y="189230"/>
                  <a:pt x="3404870" y="422910"/>
                </a:cubicBezTo>
                <a:lnTo>
                  <a:pt x="3404870" y="6771640"/>
                </a:lnTo>
                <a:cubicBezTo>
                  <a:pt x="3404870" y="7005320"/>
                  <a:pt x="3215640" y="7194550"/>
                  <a:pt x="2981961" y="7194550"/>
                </a:cubicBezTo>
                <a:lnTo>
                  <a:pt x="422911" y="7194550"/>
                </a:lnTo>
                <a:cubicBezTo>
                  <a:pt x="189230" y="7194550"/>
                  <a:pt x="0" y="7005320"/>
                  <a:pt x="0" y="6771640"/>
                </a:cubicBezTo>
                <a:lnTo>
                  <a:pt x="0" y="422910"/>
                </a:lnTo>
                <a:cubicBezTo>
                  <a:pt x="0" y="189230"/>
                  <a:pt x="189230" y="0"/>
                  <a:pt x="42291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E723A97E-E0D4-44BC-6ECE-666062AE7BCB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7359313" y="3725618"/>
            <a:ext cx="6334125" cy="1636713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46" name="Picture Placeholder 44">
            <a:extLst>
              <a:ext uri="{FF2B5EF4-FFF2-40B4-BE49-F238E27FC236}">
                <a16:creationId xmlns:a16="http://schemas.microsoft.com/office/drawing/2014/main" id="{45E0F4C2-76D3-1617-0CFD-8AD1A4ED9E4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7359313" y="5675442"/>
            <a:ext cx="2735685" cy="5509515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50" name="Picture Placeholder 44">
            <a:extLst>
              <a:ext uri="{FF2B5EF4-FFF2-40B4-BE49-F238E27FC236}">
                <a16:creationId xmlns:a16="http://schemas.microsoft.com/office/drawing/2014/main" id="{3CD1EF81-B0A4-1C75-11F9-D04D841A23CD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20407313" y="5675442"/>
            <a:ext cx="3286125" cy="276703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98220294-E16F-9BC2-60BF-29D45F76154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3331825" y="11147032"/>
            <a:ext cx="3654426" cy="504508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22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CADE8956-80EA-B9DB-AC40-B016675EBFC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332325" y="11147032"/>
            <a:ext cx="4406900" cy="504508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22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92545466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2625" y="5380311"/>
            <a:ext cx="5497514" cy="504508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2300"/>
              </a:lnSpc>
              <a:spcAft>
                <a:spcPts val="0"/>
              </a:spcAft>
              <a:buNone/>
              <a:defRPr lang="en-US" sz="2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98220294-E16F-9BC2-60BF-29D45F76154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82624" y="11375081"/>
            <a:ext cx="5497513" cy="504508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2300"/>
              </a:lnSpc>
              <a:spcAft>
                <a:spcPts val="0"/>
              </a:spcAft>
              <a:buNone/>
              <a:defRPr lang="en-US" sz="2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CADE8956-80EA-B9DB-AC40-B016675EBFC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43199" y="7400684"/>
            <a:ext cx="4474176" cy="504508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2300"/>
              </a:lnSpc>
              <a:spcAft>
                <a:spcPts val="0"/>
              </a:spcAft>
              <a:buNone/>
              <a:defRPr lang="en-US" sz="2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CF9F02A-883A-A516-AB45-839EE9F758B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543199" y="9332457"/>
            <a:ext cx="4474176" cy="504508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2300"/>
              </a:lnSpc>
              <a:spcAft>
                <a:spcPts val="0"/>
              </a:spcAft>
              <a:buNone/>
              <a:defRPr lang="en-US" sz="2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F30715-8164-B9C7-8BE3-28ED480B02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4872254" y="12075657"/>
            <a:ext cx="2983946" cy="504508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2300"/>
              </a:lnSpc>
              <a:spcAft>
                <a:spcPts val="0"/>
              </a:spcAft>
              <a:buNone/>
              <a:defRPr lang="en-US" sz="2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2CFF4DF2-0640-9C3C-D457-F1E695403D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8044944" y="12075657"/>
            <a:ext cx="4163891" cy="504508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2300"/>
              </a:lnSpc>
              <a:spcAft>
                <a:spcPts val="0"/>
              </a:spcAft>
              <a:buNone/>
              <a:defRPr lang="en-US" sz="2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D931F4C-247D-C2D9-463A-6C99D50E7B82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82625" y="3738563"/>
            <a:ext cx="13274675" cy="16414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77BDA4A-E0FC-0A4D-5092-00099189729A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682626" y="6370926"/>
            <a:ext cx="5953702" cy="50041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7AAA8F1E-07E8-9E35-BB3B-BFBF23738E4E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7554479" y="6370927"/>
            <a:ext cx="6402822" cy="10297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E0154B8F-3005-4A57-B7BA-FD7383745A74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7554479" y="8379837"/>
            <a:ext cx="5759739" cy="9526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0D13A46E-84FC-2111-D3CC-A3DDD8138872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14862585" y="3738563"/>
            <a:ext cx="2261634" cy="8357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3057DC91-16CE-8FCE-727E-B78225FBD6BC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8042933" y="3738563"/>
            <a:ext cx="4163890" cy="8357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0968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DEB1A74-A2BC-BD73-9CA4-A0990B68CF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35737" y="3870642"/>
            <a:ext cx="3745229" cy="791718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EC949CB-E273-277C-5107-F8ADF667F17F}"/>
              </a:ext>
            </a:extLst>
          </p:cNvPr>
          <p:cNvSpPr/>
          <p:nvPr/>
        </p:nvSpPr>
        <p:spPr>
          <a:xfrm>
            <a:off x="703656" y="3738563"/>
            <a:ext cx="4010659" cy="8181339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A1F509D-F92A-56A2-4A6E-B6C5DE0C1BC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569662" y="3870642"/>
            <a:ext cx="3745229" cy="791718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5441327C-5FD6-1DD8-E9FC-2FE1BF265652}"/>
              </a:ext>
            </a:extLst>
          </p:cNvPr>
          <p:cNvSpPr/>
          <p:nvPr userDrawn="1"/>
        </p:nvSpPr>
        <p:spPr>
          <a:xfrm>
            <a:off x="5437581" y="3738563"/>
            <a:ext cx="4010659" cy="8181339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79543B7-4C26-FFEB-3EC2-D935EC07BF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318827" y="3870642"/>
            <a:ext cx="3745229" cy="791718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53C451A6-09DF-F421-D19A-10A3B7C85A67}"/>
              </a:ext>
            </a:extLst>
          </p:cNvPr>
          <p:cNvSpPr/>
          <p:nvPr userDrawn="1"/>
        </p:nvSpPr>
        <p:spPr>
          <a:xfrm>
            <a:off x="10186746" y="3738563"/>
            <a:ext cx="4010659" cy="8181339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7E4FB19-5090-EE30-7693-72C59C9FA13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5062277" y="3870642"/>
            <a:ext cx="3745229" cy="791718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27B5CD72-0DB0-7FD0-453C-EC34506DFF3C}"/>
              </a:ext>
            </a:extLst>
          </p:cNvPr>
          <p:cNvSpPr/>
          <p:nvPr userDrawn="1"/>
        </p:nvSpPr>
        <p:spPr>
          <a:xfrm>
            <a:off x="14930196" y="3738563"/>
            <a:ext cx="4010659" cy="8181339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561A178B-18E7-5540-C5B3-E864BF90A44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811442" y="3870642"/>
            <a:ext cx="3745229" cy="791718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9CC2A71B-33D8-1396-367F-E6366D44C7D8}"/>
              </a:ext>
            </a:extLst>
          </p:cNvPr>
          <p:cNvSpPr/>
          <p:nvPr userDrawn="1"/>
        </p:nvSpPr>
        <p:spPr>
          <a:xfrm>
            <a:off x="19679361" y="3738563"/>
            <a:ext cx="4010659" cy="8181339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2624" y="12098018"/>
            <a:ext cx="5838825" cy="504508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22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184340836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02171" y="11090084"/>
            <a:ext cx="5838825" cy="504508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2300"/>
              </a:lnSpc>
              <a:spcAft>
                <a:spcPts val="0"/>
              </a:spcAft>
              <a:buNone/>
              <a:defRPr lang="en-US" sz="2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1E6DFC16-2A7D-6684-1682-4B696D14AD8D}"/>
              </a:ext>
            </a:extLst>
          </p:cNvPr>
          <p:cNvSpPr/>
          <p:nvPr/>
        </p:nvSpPr>
        <p:spPr>
          <a:xfrm>
            <a:off x="8513543" y="3753319"/>
            <a:ext cx="2736433" cy="5583391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6CD83B5D-DBAE-D25F-55BB-FEDFEAF94449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603742" y="3843517"/>
            <a:ext cx="2554767" cy="5402996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4A456064-B113-E2BE-6C47-F3A62FF1FF07}"/>
              </a:ext>
            </a:extLst>
          </p:cNvPr>
          <p:cNvSpPr/>
          <p:nvPr userDrawn="1"/>
        </p:nvSpPr>
        <p:spPr>
          <a:xfrm>
            <a:off x="11623791" y="3753319"/>
            <a:ext cx="2736433" cy="5583391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82635703-1C88-FAD9-C3B1-43FD34E8567F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1713990" y="3843517"/>
            <a:ext cx="2554767" cy="5402996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8FD12831-6803-6FF5-D392-8D02E5002B8A}"/>
              </a:ext>
            </a:extLst>
          </p:cNvPr>
          <p:cNvSpPr/>
          <p:nvPr userDrawn="1"/>
        </p:nvSpPr>
        <p:spPr>
          <a:xfrm>
            <a:off x="14734039" y="3753319"/>
            <a:ext cx="2736433" cy="5583391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DE738FCA-FC94-01FE-2B23-7B95C6B9EA0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4824238" y="3843517"/>
            <a:ext cx="2554767" cy="5402996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37CF9C99-77A0-5D57-4231-65D47E883EEA}"/>
              </a:ext>
            </a:extLst>
          </p:cNvPr>
          <p:cNvSpPr/>
          <p:nvPr userDrawn="1"/>
        </p:nvSpPr>
        <p:spPr>
          <a:xfrm>
            <a:off x="17844287" y="3753319"/>
            <a:ext cx="2736433" cy="5583391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92D50B31-0A41-90B5-B746-CF7286941C32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7934486" y="3843517"/>
            <a:ext cx="2554767" cy="5402996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82ADA9AD-974B-0453-827B-5DCAAFB34E5F}"/>
              </a:ext>
            </a:extLst>
          </p:cNvPr>
          <p:cNvSpPr/>
          <p:nvPr userDrawn="1"/>
        </p:nvSpPr>
        <p:spPr>
          <a:xfrm>
            <a:off x="20954535" y="3753319"/>
            <a:ext cx="2736433" cy="5583391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ED116A0D-C2A6-6E3E-8149-4E71D9E11054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21044734" y="3843517"/>
            <a:ext cx="2554767" cy="5402996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800"/>
            </a:lvl1pPr>
          </a:lstStyle>
          <a:p>
            <a:pPr lvl="0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77348-A101-4B71-0335-A0113DB1A0BD}"/>
              </a:ext>
            </a:extLst>
          </p:cNvPr>
          <p:cNvSpPr txBox="1"/>
          <p:nvPr userDrawn="1"/>
        </p:nvSpPr>
        <p:spPr>
          <a:xfrm>
            <a:off x="690373" y="3726337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Handoff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F89BF0C6-BB18-DE6C-38CD-C0D7DDE4ADF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0374" y="4021290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5570A-7DCB-80E1-393D-BCDBB7B01E09}"/>
              </a:ext>
            </a:extLst>
          </p:cNvPr>
          <p:cNvSpPr txBox="1"/>
          <p:nvPr userDrawn="1"/>
        </p:nvSpPr>
        <p:spPr>
          <a:xfrm>
            <a:off x="690373" y="4636094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In Market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F072388-04BA-A802-B9A0-8E91D1F79F6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90374" y="4931047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8A5895-5B54-08EC-DD0C-737FC0B37CAC}"/>
              </a:ext>
            </a:extLst>
          </p:cNvPr>
          <p:cNvSpPr txBox="1"/>
          <p:nvPr userDrawn="1"/>
        </p:nvSpPr>
        <p:spPr>
          <a:xfrm>
            <a:off x="690373" y="5550642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Out of Market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BB7F1179-8383-EBCF-EB6C-DFA1879492E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90374" y="5845595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23F7E-34F3-B366-C918-A6B82060D623}"/>
              </a:ext>
            </a:extLst>
          </p:cNvPr>
          <p:cNvSpPr txBox="1"/>
          <p:nvPr userDrawn="1"/>
        </p:nvSpPr>
        <p:spPr>
          <a:xfrm>
            <a:off x="690373" y="6469097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Consideration: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A0330B9-6DA0-9667-1B95-5FF4F81DFF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90374" y="6764050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CA7FA6-1E87-DAEE-200C-4C65A7413C92}"/>
              </a:ext>
            </a:extLst>
          </p:cNvPr>
          <p:cNvSpPr txBox="1"/>
          <p:nvPr userDrawn="1"/>
        </p:nvSpPr>
        <p:spPr>
          <a:xfrm>
            <a:off x="690373" y="7383645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Asset Type: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B41DFFF0-BDE5-0D92-7D0D-67D1F2FA040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90374" y="7678598"/>
            <a:ext cx="3535550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BB2FCE-A4BF-9085-4955-08076FF8D204}"/>
              </a:ext>
            </a:extLst>
          </p:cNvPr>
          <p:cNvSpPr txBox="1"/>
          <p:nvPr userDrawn="1"/>
        </p:nvSpPr>
        <p:spPr>
          <a:xfrm>
            <a:off x="4582811" y="3726337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Mini Version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05F1EE23-B1AB-242E-AC21-4A12953C026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582812" y="4021290"/>
            <a:ext cx="3535550" cy="91507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BE910E-F49C-155B-9AB1-3FF9D4352B5A}"/>
              </a:ext>
            </a:extLst>
          </p:cNvPr>
          <p:cNvSpPr txBox="1"/>
          <p:nvPr userDrawn="1"/>
        </p:nvSpPr>
        <p:spPr>
          <a:xfrm>
            <a:off x="4582811" y="5246827"/>
            <a:ext cx="3535551" cy="2800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rgbClr val="041E42"/>
                </a:solidFill>
                <a:latin typeface="Everyday Sans Semibold" pitchFamily="2" charset="77"/>
              </a:rPr>
              <a:t>Large Version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A98AB794-B40C-836B-2A71-B427388591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582812" y="5541780"/>
            <a:ext cx="3535550" cy="182446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974619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841FC5D5-EB6E-92CB-B8E7-174FEB19C644}"/>
              </a:ext>
            </a:extLst>
          </p:cNvPr>
          <p:cNvSpPr/>
          <p:nvPr/>
        </p:nvSpPr>
        <p:spPr>
          <a:xfrm>
            <a:off x="673099" y="3747550"/>
            <a:ext cx="14483080" cy="8825229"/>
          </a:xfrm>
          <a:custGeom>
            <a:avLst/>
            <a:gdLst>
              <a:gd name="connsiteX0" fmla="*/ 14199870 w 14483080"/>
              <a:gd name="connsiteY0" fmla="*/ 433070 h 8825229"/>
              <a:gd name="connsiteX1" fmla="*/ 14177010 w 14483080"/>
              <a:gd name="connsiteY1" fmla="*/ 441959 h 8825229"/>
              <a:gd name="connsiteX2" fmla="*/ 14168120 w 14483080"/>
              <a:gd name="connsiteY2" fmla="*/ 464820 h 8825229"/>
              <a:gd name="connsiteX3" fmla="*/ 14177010 w 14483080"/>
              <a:gd name="connsiteY3" fmla="*/ 487680 h 8825229"/>
              <a:gd name="connsiteX4" fmla="*/ 14199870 w 14483080"/>
              <a:gd name="connsiteY4" fmla="*/ 496569 h 8825229"/>
              <a:gd name="connsiteX5" fmla="*/ 14222730 w 14483080"/>
              <a:gd name="connsiteY5" fmla="*/ 487680 h 8825229"/>
              <a:gd name="connsiteX6" fmla="*/ 14231620 w 14483080"/>
              <a:gd name="connsiteY6" fmla="*/ 464820 h 8825229"/>
              <a:gd name="connsiteX7" fmla="*/ 14222730 w 14483080"/>
              <a:gd name="connsiteY7" fmla="*/ 441959 h 8825229"/>
              <a:gd name="connsiteX8" fmla="*/ 14199870 w 14483080"/>
              <a:gd name="connsiteY8" fmla="*/ 433070 h 8825229"/>
              <a:gd name="connsiteX9" fmla="*/ 14199870 w 14483080"/>
              <a:gd name="connsiteY9" fmla="*/ 339090 h 8825229"/>
              <a:gd name="connsiteX10" fmla="*/ 14177010 w 14483080"/>
              <a:gd name="connsiteY10" fmla="*/ 347979 h 8825229"/>
              <a:gd name="connsiteX11" fmla="*/ 14168120 w 14483080"/>
              <a:gd name="connsiteY11" fmla="*/ 370839 h 8825229"/>
              <a:gd name="connsiteX12" fmla="*/ 14177010 w 14483080"/>
              <a:gd name="connsiteY12" fmla="*/ 393699 h 8825229"/>
              <a:gd name="connsiteX13" fmla="*/ 14199870 w 14483080"/>
              <a:gd name="connsiteY13" fmla="*/ 402590 h 8825229"/>
              <a:gd name="connsiteX14" fmla="*/ 14222730 w 14483080"/>
              <a:gd name="connsiteY14" fmla="*/ 393699 h 8825229"/>
              <a:gd name="connsiteX15" fmla="*/ 14231620 w 14483080"/>
              <a:gd name="connsiteY15" fmla="*/ 370839 h 8825229"/>
              <a:gd name="connsiteX16" fmla="*/ 14222730 w 14483080"/>
              <a:gd name="connsiteY16" fmla="*/ 347979 h 8825229"/>
              <a:gd name="connsiteX17" fmla="*/ 14199870 w 14483080"/>
              <a:gd name="connsiteY17" fmla="*/ 339090 h 8825229"/>
              <a:gd name="connsiteX18" fmla="*/ 384287 w 14483080"/>
              <a:gd name="connsiteY18" fmla="*/ 272437 h 8825229"/>
              <a:gd name="connsiteX19" fmla="*/ 344462 w 14483080"/>
              <a:gd name="connsiteY19" fmla="*/ 273611 h 8825229"/>
              <a:gd name="connsiteX20" fmla="*/ 269485 w 14483080"/>
              <a:gd name="connsiteY20" fmla="*/ 394078 h 8825229"/>
              <a:gd name="connsiteX21" fmla="*/ 389951 w 14483080"/>
              <a:gd name="connsiteY21" fmla="*/ 469054 h 8825229"/>
              <a:gd name="connsiteX22" fmla="*/ 464927 w 14483080"/>
              <a:gd name="connsiteY22" fmla="*/ 348587 h 8825229"/>
              <a:gd name="connsiteX23" fmla="*/ 384287 w 14483080"/>
              <a:gd name="connsiteY23" fmla="*/ 272437 h 8825229"/>
              <a:gd name="connsiteX24" fmla="*/ 683903 w 14483080"/>
              <a:gd name="connsiteY24" fmla="*/ 272042 h 8825229"/>
              <a:gd name="connsiteX25" fmla="*/ 644077 w 14483080"/>
              <a:gd name="connsiteY25" fmla="*/ 273099 h 8825229"/>
              <a:gd name="connsiteX26" fmla="*/ 568751 w 14483080"/>
              <a:gd name="connsiteY26" fmla="*/ 393333 h 8825229"/>
              <a:gd name="connsiteX27" fmla="*/ 688985 w 14483080"/>
              <a:gd name="connsiteY27" fmla="*/ 468662 h 8825229"/>
              <a:gd name="connsiteX28" fmla="*/ 764313 w 14483080"/>
              <a:gd name="connsiteY28" fmla="*/ 348426 h 8825229"/>
              <a:gd name="connsiteX29" fmla="*/ 683903 w 14483080"/>
              <a:gd name="connsiteY29" fmla="*/ 272042 h 8825229"/>
              <a:gd name="connsiteX30" fmla="*/ 966470 w 14483080"/>
              <a:gd name="connsiteY30" fmla="*/ 270510 h 8825229"/>
              <a:gd name="connsiteX31" fmla="*/ 866140 w 14483080"/>
              <a:gd name="connsiteY31" fmla="*/ 370840 h 8825229"/>
              <a:gd name="connsiteX32" fmla="*/ 966470 w 14483080"/>
              <a:gd name="connsiteY32" fmla="*/ 471170 h 8825229"/>
              <a:gd name="connsiteX33" fmla="*/ 1066800 w 14483080"/>
              <a:gd name="connsiteY33" fmla="*/ 370840 h 8825229"/>
              <a:gd name="connsiteX34" fmla="*/ 966470 w 14483080"/>
              <a:gd name="connsiteY34" fmla="*/ 270510 h 8825229"/>
              <a:gd name="connsiteX35" fmla="*/ 14199870 w 14483080"/>
              <a:gd name="connsiteY35" fmla="*/ 243839 h 8825229"/>
              <a:gd name="connsiteX36" fmla="*/ 14177010 w 14483080"/>
              <a:gd name="connsiteY36" fmla="*/ 252729 h 8825229"/>
              <a:gd name="connsiteX37" fmla="*/ 14168120 w 14483080"/>
              <a:gd name="connsiteY37" fmla="*/ 275590 h 8825229"/>
              <a:gd name="connsiteX38" fmla="*/ 14177010 w 14483080"/>
              <a:gd name="connsiteY38" fmla="*/ 298450 h 8825229"/>
              <a:gd name="connsiteX39" fmla="*/ 14199870 w 14483080"/>
              <a:gd name="connsiteY39" fmla="*/ 307339 h 8825229"/>
              <a:gd name="connsiteX40" fmla="*/ 14222730 w 14483080"/>
              <a:gd name="connsiteY40" fmla="*/ 298450 h 8825229"/>
              <a:gd name="connsiteX41" fmla="*/ 14231620 w 14483080"/>
              <a:gd name="connsiteY41" fmla="*/ 275590 h 8825229"/>
              <a:gd name="connsiteX42" fmla="*/ 14222730 w 14483080"/>
              <a:gd name="connsiteY42" fmla="*/ 252729 h 8825229"/>
              <a:gd name="connsiteX43" fmla="*/ 14199870 w 14483080"/>
              <a:gd name="connsiteY43" fmla="*/ 243839 h 8825229"/>
              <a:gd name="connsiteX44" fmla="*/ 3068320 w 14483080"/>
              <a:gd name="connsiteY44" fmla="*/ 214631 h 8825229"/>
              <a:gd name="connsiteX45" fmla="*/ 2912110 w 14483080"/>
              <a:gd name="connsiteY45" fmla="*/ 370841 h 8825229"/>
              <a:gd name="connsiteX46" fmla="*/ 3068320 w 14483080"/>
              <a:gd name="connsiteY46" fmla="*/ 527051 h 8825229"/>
              <a:gd name="connsiteX47" fmla="*/ 13745210 w 14483080"/>
              <a:gd name="connsiteY47" fmla="*/ 527051 h 8825229"/>
              <a:gd name="connsiteX48" fmla="*/ 13901420 w 14483080"/>
              <a:gd name="connsiteY48" fmla="*/ 370841 h 8825229"/>
              <a:gd name="connsiteX49" fmla="*/ 13745210 w 14483080"/>
              <a:gd name="connsiteY49" fmla="*/ 214631 h 8825229"/>
              <a:gd name="connsiteX50" fmla="*/ 255269 w 14483080"/>
              <a:gd name="connsiteY50" fmla="*/ 0 h 8825229"/>
              <a:gd name="connsiteX51" fmla="*/ 14227808 w 14483080"/>
              <a:gd name="connsiteY51" fmla="*/ 0 h 8825229"/>
              <a:gd name="connsiteX52" fmla="*/ 14483080 w 14483080"/>
              <a:gd name="connsiteY52" fmla="*/ 255269 h 8825229"/>
              <a:gd name="connsiteX53" fmla="*/ 14483080 w 14483080"/>
              <a:gd name="connsiteY53" fmla="*/ 8569959 h 8825229"/>
              <a:gd name="connsiteX54" fmla="*/ 14227808 w 14483080"/>
              <a:gd name="connsiteY54" fmla="*/ 8825229 h 8825229"/>
              <a:gd name="connsiteX55" fmla="*/ 255269 w 14483080"/>
              <a:gd name="connsiteY55" fmla="*/ 8825229 h 8825229"/>
              <a:gd name="connsiteX56" fmla="*/ 0 w 14483080"/>
              <a:gd name="connsiteY56" fmla="*/ 8569959 h 8825229"/>
              <a:gd name="connsiteX57" fmla="*/ 0 w 14483080"/>
              <a:gd name="connsiteY57" fmla="*/ 256540 h 8825229"/>
              <a:gd name="connsiteX58" fmla="*/ 255269 w 14483080"/>
              <a:gd name="connsiteY58" fmla="*/ 1270 h 8825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483080" h="8825229">
                <a:moveTo>
                  <a:pt x="14199870" y="433070"/>
                </a:moveTo>
                <a:cubicBezTo>
                  <a:pt x="14190982" y="433070"/>
                  <a:pt x="14183358" y="435610"/>
                  <a:pt x="14177010" y="441959"/>
                </a:cubicBezTo>
                <a:cubicBezTo>
                  <a:pt x="14170658" y="448309"/>
                  <a:pt x="14168120" y="455929"/>
                  <a:pt x="14168120" y="464820"/>
                </a:cubicBezTo>
                <a:cubicBezTo>
                  <a:pt x="14168120" y="473710"/>
                  <a:pt x="14170658" y="481329"/>
                  <a:pt x="14177010" y="487680"/>
                </a:cubicBezTo>
                <a:cubicBezTo>
                  <a:pt x="14183358" y="494029"/>
                  <a:pt x="14190982" y="496569"/>
                  <a:pt x="14199870" y="496569"/>
                </a:cubicBezTo>
                <a:cubicBezTo>
                  <a:pt x="14208758" y="496569"/>
                  <a:pt x="14215110" y="494029"/>
                  <a:pt x="14222730" y="487680"/>
                </a:cubicBezTo>
                <a:cubicBezTo>
                  <a:pt x="14229082" y="481329"/>
                  <a:pt x="14231620" y="473710"/>
                  <a:pt x="14231620" y="464820"/>
                </a:cubicBezTo>
                <a:cubicBezTo>
                  <a:pt x="14231620" y="455929"/>
                  <a:pt x="14229082" y="448309"/>
                  <a:pt x="14222730" y="441959"/>
                </a:cubicBezTo>
                <a:cubicBezTo>
                  <a:pt x="14216382" y="435610"/>
                  <a:pt x="14208758" y="433070"/>
                  <a:pt x="14199870" y="433070"/>
                </a:cubicBezTo>
                <a:close/>
                <a:moveTo>
                  <a:pt x="14199870" y="339090"/>
                </a:moveTo>
                <a:cubicBezTo>
                  <a:pt x="14190982" y="339090"/>
                  <a:pt x="14183358" y="341629"/>
                  <a:pt x="14177010" y="347979"/>
                </a:cubicBezTo>
                <a:cubicBezTo>
                  <a:pt x="14170658" y="354330"/>
                  <a:pt x="14168120" y="361950"/>
                  <a:pt x="14168120" y="370839"/>
                </a:cubicBezTo>
                <a:cubicBezTo>
                  <a:pt x="14168120" y="379730"/>
                  <a:pt x="14170658" y="387350"/>
                  <a:pt x="14177010" y="393699"/>
                </a:cubicBezTo>
                <a:cubicBezTo>
                  <a:pt x="14183358" y="400049"/>
                  <a:pt x="14190982" y="402590"/>
                  <a:pt x="14199870" y="402590"/>
                </a:cubicBezTo>
                <a:cubicBezTo>
                  <a:pt x="14208758" y="402590"/>
                  <a:pt x="14215110" y="398780"/>
                  <a:pt x="14222730" y="393699"/>
                </a:cubicBezTo>
                <a:cubicBezTo>
                  <a:pt x="14229082" y="387350"/>
                  <a:pt x="14231620" y="379730"/>
                  <a:pt x="14231620" y="370839"/>
                </a:cubicBezTo>
                <a:cubicBezTo>
                  <a:pt x="14231620" y="361950"/>
                  <a:pt x="14229082" y="354330"/>
                  <a:pt x="14222730" y="347979"/>
                </a:cubicBezTo>
                <a:cubicBezTo>
                  <a:pt x="14216382" y="341629"/>
                  <a:pt x="14208758" y="339090"/>
                  <a:pt x="14199870" y="339090"/>
                </a:cubicBezTo>
                <a:close/>
                <a:moveTo>
                  <a:pt x="384287" y="272437"/>
                </a:moveTo>
                <a:cubicBezTo>
                  <a:pt x="371444" y="270213"/>
                  <a:pt x="357955" y="270471"/>
                  <a:pt x="344462" y="273611"/>
                </a:cubicBezTo>
                <a:cubicBezTo>
                  <a:pt x="290492" y="286173"/>
                  <a:pt x="256923" y="340108"/>
                  <a:pt x="269485" y="394078"/>
                </a:cubicBezTo>
                <a:cubicBezTo>
                  <a:pt x="282046" y="448048"/>
                  <a:pt x="335981" y="481616"/>
                  <a:pt x="389951" y="469054"/>
                </a:cubicBezTo>
                <a:cubicBezTo>
                  <a:pt x="443921" y="456492"/>
                  <a:pt x="477489" y="402558"/>
                  <a:pt x="464927" y="348587"/>
                </a:cubicBezTo>
                <a:cubicBezTo>
                  <a:pt x="455506" y="308111"/>
                  <a:pt x="422813" y="279109"/>
                  <a:pt x="384287" y="272437"/>
                </a:cubicBezTo>
                <a:close/>
                <a:moveTo>
                  <a:pt x="683903" y="272042"/>
                </a:moveTo>
                <a:cubicBezTo>
                  <a:pt x="671068" y="269781"/>
                  <a:pt x="657579" y="269998"/>
                  <a:pt x="644077" y="273099"/>
                </a:cubicBezTo>
                <a:cubicBezTo>
                  <a:pt x="590075" y="285499"/>
                  <a:pt x="556349" y="339330"/>
                  <a:pt x="568751" y="393333"/>
                </a:cubicBezTo>
                <a:cubicBezTo>
                  <a:pt x="581151" y="447336"/>
                  <a:pt x="634983" y="481063"/>
                  <a:pt x="688985" y="468662"/>
                </a:cubicBezTo>
                <a:cubicBezTo>
                  <a:pt x="742989" y="456260"/>
                  <a:pt x="776715" y="402429"/>
                  <a:pt x="764313" y="348426"/>
                </a:cubicBezTo>
                <a:cubicBezTo>
                  <a:pt x="755013" y="307924"/>
                  <a:pt x="722408" y="278828"/>
                  <a:pt x="683903" y="272042"/>
                </a:cubicBezTo>
                <a:close/>
                <a:moveTo>
                  <a:pt x="966470" y="270510"/>
                </a:moveTo>
                <a:cubicBezTo>
                  <a:pt x="910590" y="270510"/>
                  <a:pt x="866140" y="314960"/>
                  <a:pt x="866140" y="370840"/>
                </a:cubicBezTo>
                <a:cubicBezTo>
                  <a:pt x="866140" y="426720"/>
                  <a:pt x="910590" y="471170"/>
                  <a:pt x="966470" y="471170"/>
                </a:cubicBezTo>
                <a:cubicBezTo>
                  <a:pt x="1022351" y="471170"/>
                  <a:pt x="1066800" y="426720"/>
                  <a:pt x="1066800" y="370840"/>
                </a:cubicBezTo>
                <a:cubicBezTo>
                  <a:pt x="1066800" y="314960"/>
                  <a:pt x="1022351" y="270510"/>
                  <a:pt x="966470" y="270510"/>
                </a:cubicBezTo>
                <a:close/>
                <a:moveTo>
                  <a:pt x="14199870" y="243839"/>
                </a:moveTo>
                <a:cubicBezTo>
                  <a:pt x="14190982" y="243839"/>
                  <a:pt x="14183358" y="246380"/>
                  <a:pt x="14177010" y="252729"/>
                </a:cubicBezTo>
                <a:cubicBezTo>
                  <a:pt x="14170658" y="259079"/>
                  <a:pt x="14168120" y="266699"/>
                  <a:pt x="14168120" y="275590"/>
                </a:cubicBezTo>
                <a:cubicBezTo>
                  <a:pt x="14168120" y="284480"/>
                  <a:pt x="14170658" y="292099"/>
                  <a:pt x="14177010" y="298450"/>
                </a:cubicBezTo>
                <a:cubicBezTo>
                  <a:pt x="14183358" y="304799"/>
                  <a:pt x="14190982" y="307339"/>
                  <a:pt x="14199870" y="307339"/>
                </a:cubicBezTo>
                <a:cubicBezTo>
                  <a:pt x="14208758" y="307339"/>
                  <a:pt x="14215110" y="304799"/>
                  <a:pt x="14222730" y="298450"/>
                </a:cubicBezTo>
                <a:cubicBezTo>
                  <a:pt x="14229082" y="292099"/>
                  <a:pt x="14231620" y="284480"/>
                  <a:pt x="14231620" y="275590"/>
                </a:cubicBezTo>
                <a:cubicBezTo>
                  <a:pt x="14231620" y="266699"/>
                  <a:pt x="14229082" y="259079"/>
                  <a:pt x="14222730" y="252729"/>
                </a:cubicBezTo>
                <a:cubicBezTo>
                  <a:pt x="14216382" y="246380"/>
                  <a:pt x="14208758" y="243839"/>
                  <a:pt x="14199870" y="243839"/>
                </a:cubicBezTo>
                <a:close/>
                <a:moveTo>
                  <a:pt x="3068320" y="214631"/>
                </a:moveTo>
                <a:cubicBezTo>
                  <a:pt x="2981960" y="214631"/>
                  <a:pt x="2912110" y="284481"/>
                  <a:pt x="2912110" y="370841"/>
                </a:cubicBezTo>
                <a:cubicBezTo>
                  <a:pt x="2912110" y="457201"/>
                  <a:pt x="2981960" y="527051"/>
                  <a:pt x="3068320" y="527051"/>
                </a:cubicBezTo>
                <a:lnTo>
                  <a:pt x="13745210" y="527051"/>
                </a:lnTo>
                <a:cubicBezTo>
                  <a:pt x="13830300" y="527051"/>
                  <a:pt x="13901420" y="457201"/>
                  <a:pt x="13901420" y="370841"/>
                </a:cubicBezTo>
                <a:cubicBezTo>
                  <a:pt x="13901420" y="284481"/>
                  <a:pt x="13831570" y="214631"/>
                  <a:pt x="13745210" y="214631"/>
                </a:cubicBezTo>
                <a:close/>
                <a:moveTo>
                  <a:pt x="255269" y="0"/>
                </a:moveTo>
                <a:lnTo>
                  <a:pt x="14227808" y="0"/>
                </a:lnTo>
                <a:cubicBezTo>
                  <a:pt x="14368780" y="0"/>
                  <a:pt x="14483080" y="114299"/>
                  <a:pt x="14483080" y="255269"/>
                </a:cubicBezTo>
                <a:lnTo>
                  <a:pt x="14483080" y="8569959"/>
                </a:lnTo>
                <a:cubicBezTo>
                  <a:pt x="14483080" y="8710929"/>
                  <a:pt x="14368780" y="8825229"/>
                  <a:pt x="14227808" y="8825229"/>
                </a:cubicBezTo>
                <a:lnTo>
                  <a:pt x="255269" y="8825229"/>
                </a:lnTo>
                <a:cubicBezTo>
                  <a:pt x="114300" y="8825229"/>
                  <a:pt x="0" y="8710929"/>
                  <a:pt x="0" y="8569959"/>
                </a:cubicBezTo>
                <a:lnTo>
                  <a:pt x="0" y="256540"/>
                </a:lnTo>
                <a:cubicBezTo>
                  <a:pt x="0" y="115570"/>
                  <a:pt x="114300" y="1270"/>
                  <a:pt x="255269" y="1270"/>
                </a:cubicBez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22AF6A4-5443-6CFE-E4FC-BE973DB9787C}"/>
              </a:ext>
            </a:extLst>
          </p:cNvPr>
          <p:cNvGrpSpPr/>
          <p:nvPr userDrawn="1"/>
        </p:nvGrpSpPr>
        <p:grpSpPr>
          <a:xfrm>
            <a:off x="2066288" y="4018279"/>
            <a:ext cx="1182369" cy="213360"/>
            <a:chOff x="9860915" y="4018279"/>
            <a:chExt cx="1182369" cy="213360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99ECB21-AA66-8C7A-7274-0C2ACDA510B2}"/>
                </a:ext>
              </a:extLst>
            </p:cNvPr>
            <p:cNvSpPr/>
            <p:nvPr userDrawn="1"/>
          </p:nvSpPr>
          <p:spPr>
            <a:xfrm>
              <a:off x="9860915" y="4022089"/>
              <a:ext cx="255269" cy="208280"/>
            </a:xfrm>
            <a:custGeom>
              <a:avLst/>
              <a:gdLst>
                <a:gd name="connsiteX0" fmla="*/ 104140 w 255269"/>
                <a:gd name="connsiteY0" fmla="*/ 208280 h 208280"/>
                <a:gd name="connsiteX1" fmla="*/ 0 w 255269"/>
                <a:gd name="connsiteY1" fmla="*/ 104140 h 208280"/>
                <a:gd name="connsiteX2" fmla="*/ 104140 w 255269"/>
                <a:gd name="connsiteY2" fmla="*/ 0 h 208280"/>
                <a:gd name="connsiteX3" fmla="*/ 255270 w 255269"/>
                <a:gd name="connsiteY3" fmla="*/ 104140 h 208280"/>
                <a:gd name="connsiteX4" fmla="*/ 1270 w 255269"/>
                <a:gd name="connsiteY4" fmla="*/ 10414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269" h="208280">
                  <a:moveTo>
                    <a:pt x="104140" y="208280"/>
                  </a:moveTo>
                  <a:lnTo>
                    <a:pt x="0" y="104140"/>
                  </a:lnTo>
                  <a:lnTo>
                    <a:pt x="104140" y="0"/>
                  </a:lnTo>
                  <a:moveTo>
                    <a:pt x="255270" y="104140"/>
                  </a:moveTo>
                  <a:lnTo>
                    <a:pt x="1270" y="10414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1721869-0B8D-F0A0-8559-008505D1BF4B}"/>
                </a:ext>
              </a:extLst>
            </p:cNvPr>
            <p:cNvSpPr/>
            <p:nvPr userDrawn="1"/>
          </p:nvSpPr>
          <p:spPr>
            <a:xfrm>
              <a:off x="10253344" y="4022089"/>
              <a:ext cx="254000" cy="208280"/>
            </a:xfrm>
            <a:custGeom>
              <a:avLst/>
              <a:gdLst>
                <a:gd name="connsiteX0" fmla="*/ 149861 w 254000"/>
                <a:gd name="connsiteY0" fmla="*/ 0 h 208280"/>
                <a:gd name="connsiteX1" fmla="*/ 254000 w 254000"/>
                <a:gd name="connsiteY1" fmla="*/ 104140 h 208280"/>
                <a:gd name="connsiteX2" fmla="*/ 149861 w 254000"/>
                <a:gd name="connsiteY2" fmla="*/ 208280 h 208280"/>
                <a:gd name="connsiteX3" fmla="*/ 0 w 254000"/>
                <a:gd name="connsiteY3" fmla="*/ 104140 h 208280"/>
                <a:gd name="connsiteX4" fmla="*/ 254000 w 254000"/>
                <a:gd name="connsiteY4" fmla="*/ 10414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000" h="208280">
                  <a:moveTo>
                    <a:pt x="149861" y="0"/>
                  </a:moveTo>
                  <a:lnTo>
                    <a:pt x="254000" y="104140"/>
                  </a:lnTo>
                  <a:lnTo>
                    <a:pt x="149861" y="208280"/>
                  </a:lnTo>
                  <a:moveTo>
                    <a:pt x="0" y="104140"/>
                  </a:moveTo>
                  <a:lnTo>
                    <a:pt x="254000" y="10414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877BB60D-FF4D-861F-368F-EC918AFD62BF}"/>
                </a:ext>
              </a:extLst>
            </p:cNvPr>
            <p:cNvSpPr/>
            <p:nvPr userDrawn="1"/>
          </p:nvSpPr>
          <p:spPr>
            <a:xfrm>
              <a:off x="10852784" y="4018279"/>
              <a:ext cx="190500" cy="213360"/>
            </a:xfrm>
            <a:custGeom>
              <a:avLst/>
              <a:gdLst>
                <a:gd name="connsiteX0" fmla="*/ 190500 w 190500"/>
                <a:gd name="connsiteY0" fmla="*/ 85090 h 213360"/>
                <a:gd name="connsiteX1" fmla="*/ 97790 w 190500"/>
                <a:gd name="connsiteY1" fmla="*/ 17780 h 213360"/>
                <a:gd name="connsiteX2" fmla="*/ 0 w 190500"/>
                <a:gd name="connsiteY2" fmla="*/ 115570 h 213360"/>
                <a:gd name="connsiteX3" fmla="*/ 97790 w 190500"/>
                <a:gd name="connsiteY3" fmla="*/ 213360 h 213360"/>
                <a:gd name="connsiteX4" fmla="*/ 190500 w 190500"/>
                <a:gd name="connsiteY4" fmla="*/ 146050 h 213360"/>
                <a:gd name="connsiteX5" fmla="*/ 190500 w 190500"/>
                <a:gd name="connsiteY5" fmla="*/ 0 h 213360"/>
                <a:gd name="connsiteX6" fmla="*/ 190500 w 190500"/>
                <a:gd name="connsiteY6" fmla="*/ 85090 h 213360"/>
                <a:gd name="connsiteX7" fmla="*/ 105410 w 190500"/>
                <a:gd name="connsiteY7" fmla="*/ 85090 h 21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0" h="213360">
                  <a:moveTo>
                    <a:pt x="190500" y="85090"/>
                  </a:moveTo>
                  <a:cubicBezTo>
                    <a:pt x="177800" y="45720"/>
                    <a:pt x="140970" y="17780"/>
                    <a:pt x="97790" y="17780"/>
                  </a:cubicBezTo>
                  <a:cubicBezTo>
                    <a:pt x="43180" y="17780"/>
                    <a:pt x="0" y="62230"/>
                    <a:pt x="0" y="115570"/>
                  </a:cubicBezTo>
                  <a:cubicBezTo>
                    <a:pt x="0" y="170180"/>
                    <a:pt x="44450" y="213360"/>
                    <a:pt x="97790" y="213360"/>
                  </a:cubicBezTo>
                  <a:cubicBezTo>
                    <a:pt x="140970" y="213360"/>
                    <a:pt x="177800" y="185420"/>
                    <a:pt x="190500" y="146050"/>
                  </a:cubicBezTo>
                  <a:moveTo>
                    <a:pt x="190500" y="0"/>
                  </a:moveTo>
                  <a:lnTo>
                    <a:pt x="190500" y="85090"/>
                  </a:lnTo>
                  <a:lnTo>
                    <a:pt x="105410" y="8509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15F27B37-974E-6F75-2158-F56505382AA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82625" y="4482691"/>
            <a:ext cx="14464030" cy="8081833"/>
          </a:xfrm>
          <a:custGeom>
            <a:avLst/>
            <a:gdLst>
              <a:gd name="connsiteX0" fmla="*/ 0 w 14471649"/>
              <a:gd name="connsiteY0" fmla="*/ 0 h 8086090"/>
              <a:gd name="connsiteX1" fmla="*/ 14471649 w 14471649"/>
              <a:gd name="connsiteY1" fmla="*/ 0 h 8086090"/>
              <a:gd name="connsiteX2" fmla="*/ 14471649 w 14471649"/>
              <a:gd name="connsiteY2" fmla="*/ 7832090 h 8086090"/>
              <a:gd name="connsiteX3" fmla="*/ 14217649 w 14471649"/>
              <a:gd name="connsiteY3" fmla="*/ 8086090 h 8086090"/>
              <a:gd name="connsiteX4" fmla="*/ 254000 w 14471649"/>
              <a:gd name="connsiteY4" fmla="*/ 8086090 h 8086090"/>
              <a:gd name="connsiteX5" fmla="*/ 0 w 14471649"/>
              <a:gd name="connsiteY5" fmla="*/ 7832090 h 8086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71649" h="8086090">
                <a:moveTo>
                  <a:pt x="0" y="0"/>
                </a:moveTo>
                <a:lnTo>
                  <a:pt x="14471649" y="0"/>
                </a:lnTo>
                <a:lnTo>
                  <a:pt x="14471649" y="7832090"/>
                </a:lnTo>
                <a:cubicBezTo>
                  <a:pt x="14471649" y="7971790"/>
                  <a:pt x="14357349" y="8086090"/>
                  <a:pt x="14217649" y="8086090"/>
                </a:cubicBezTo>
                <a:lnTo>
                  <a:pt x="254000" y="8086090"/>
                </a:lnTo>
                <a:cubicBezTo>
                  <a:pt x="114300" y="8086090"/>
                  <a:pt x="0" y="7971790"/>
                  <a:pt x="0" y="783209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729326EE-4BB3-C92C-2403-46A478BEE73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6269804" y="3738563"/>
            <a:ext cx="3127375" cy="8834216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9140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26" y="2121408"/>
            <a:ext cx="23010812" cy="11887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5728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2626" y="3651250"/>
            <a:ext cx="1135384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1185" y="3651250"/>
            <a:ext cx="11352253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8864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5801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E39B94-1177-0BFF-94BD-AEA7EFD73446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43837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5569A4-52DC-1A78-1501-8F2BF63B7C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7" y="3723375"/>
            <a:ext cx="23235919" cy="7631697"/>
          </a:xfrm>
        </p:spPr>
        <p:txBody>
          <a:bodyPr anchor="t" anchorCtr="0"/>
          <a:lstStyle>
            <a:lvl1pPr>
              <a:lnSpc>
                <a:spcPts val="18000"/>
              </a:lnSpc>
              <a:defRPr sz="18000" b="0" i="0" spc="-140" baseline="0">
                <a:solidFill>
                  <a:schemeClr val="bg1"/>
                </a:solidFill>
                <a:latin typeface="Everyday Sans Light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D1AF1-9BF4-7B60-4B41-90188FC01F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</p:spTree>
    <p:extLst>
      <p:ext uri="{BB962C8B-B14F-4D97-AF65-F5344CB8AC3E}">
        <p14:creationId xmlns:p14="http://schemas.microsoft.com/office/powerpoint/2010/main" val="81849330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rketing Perform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7597773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82625" y="4547406"/>
            <a:ext cx="5943600" cy="8062170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 marL="458788" indent="-439738">
              <a:lnSpc>
                <a:spcPts val="2600"/>
              </a:lnSpc>
              <a:spcAft>
                <a:spcPts val="1200"/>
              </a:spcAft>
              <a:buFont typeface="+mj-lt"/>
              <a:buAutoNum type="arabicPeriod"/>
              <a:tabLst/>
              <a:defRPr sz="1800"/>
            </a:lvl2pPr>
            <a:lvl3pPr marL="917575" indent="-458788">
              <a:lnSpc>
                <a:spcPts val="2600"/>
              </a:lnSpc>
              <a:spcAft>
                <a:spcPts val="1200"/>
              </a:spcAft>
              <a:buFont typeface="+mj-lt"/>
              <a:buAutoNum type="arabicPeriod"/>
              <a:tabLst/>
              <a:defRPr sz="1800"/>
            </a:lvl3pPr>
            <a:lvl4pPr marL="1373188" indent="-436563">
              <a:lnSpc>
                <a:spcPts val="2600"/>
              </a:lnSpc>
              <a:spcAft>
                <a:spcPts val="1200"/>
              </a:spcAft>
              <a:buFont typeface="+mj-lt"/>
              <a:buAutoNum type="arabicPeriod"/>
              <a:tabLst/>
              <a:defRPr sz="1800"/>
            </a:lvl4pPr>
            <a:lvl5pPr marL="1822450" indent="-444500">
              <a:lnSpc>
                <a:spcPts val="2600"/>
              </a:lnSpc>
              <a:spcAft>
                <a:spcPts val="1200"/>
              </a:spcAft>
              <a:buFont typeface="+mj-lt"/>
              <a:buAutoNum type="arabicPeriod"/>
              <a:tabLst/>
              <a:defRPr sz="18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C36C26D-B149-8A05-04BC-CBF5FC7D8C6E}"/>
              </a:ext>
            </a:extLst>
          </p:cNvPr>
          <p:cNvSpPr/>
          <p:nvPr/>
        </p:nvSpPr>
        <p:spPr>
          <a:xfrm>
            <a:off x="8492963" y="717391"/>
            <a:ext cx="15884687" cy="5726679"/>
          </a:xfrm>
          <a:custGeom>
            <a:avLst/>
            <a:gdLst>
              <a:gd name="connsiteX0" fmla="*/ 0 w 15989342"/>
              <a:gd name="connsiteY0" fmla="*/ 0 h 5726679"/>
              <a:gd name="connsiteX1" fmla="*/ 15989343 w 15989342"/>
              <a:gd name="connsiteY1" fmla="*/ 0 h 5726679"/>
              <a:gd name="connsiteX2" fmla="*/ 15989343 w 15989342"/>
              <a:gd name="connsiteY2" fmla="*/ 5726680 h 5726679"/>
              <a:gd name="connsiteX3" fmla="*/ 1 w 15989342"/>
              <a:gd name="connsiteY3" fmla="*/ 5726680 h 5726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89342" h="5726679">
                <a:moveTo>
                  <a:pt x="0" y="0"/>
                </a:moveTo>
                <a:lnTo>
                  <a:pt x="15989343" y="0"/>
                </a:lnTo>
                <a:lnTo>
                  <a:pt x="15989343" y="5726680"/>
                </a:lnTo>
                <a:lnTo>
                  <a:pt x="1" y="572668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753EE66-7319-5297-A305-9468F5D905EF}"/>
              </a:ext>
            </a:extLst>
          </p:cNvPr>
          <p:cNvSpPr/>
          <p:nvPr/>
        </p:nvSpPr>
        <p:spPr>
          <a:xfrm>
            <a:off x="8492963" y="6835069"/>
            <a:ext cx="15884686" cy="2693870"/>
          </a:xfrm>
          <a:custGeom>
            <a:avLst/>
            <a:gdLst>
              <a:gd name="connsiteX0" fmla="*/ 0 w 15989342"/>
              <a:gd name="connsiteY0" fmla="*/ 0 h 2693870"/>
              <a:gd name="connsiteX1" fmla="*/ 15989343 w 15989342"/>
              <a:gd name="connsiteY1" fmla="*/ 0 h 2693870"/>
              <a:gd name="connsiteX2" fmla="*/ 15989343 w 15989342"/>
              <a:gd name="connsiteY2" fmla="*/ 2693870 h 2693870"/>
              <a:gd name="connsiteX3" fmla="*/ 1 w 15989342"/>
              <a:gd name="connsiteY3" fmla="*/ 2693870 h 269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89342" h="2693870">
                <a:moveTo>
                  <a:pt x="0" y="0"/>
                </a:moveTo>
                <a:lnTo>
                  <a:pt x="15989343" y="0"/>
                </a:lnTo>
                <a:lnTo>
                  <a:pt x="15989343" y="2693870"/>
                </a:lnTo>
                <a:lnTo>
                  <a:pt x="1" y="2693870"/>
                </a:lnTo>
                <a:close/>
              </a:path>
            </a:pathLst>
          </a:custGeom>
          <a:solidFill>
            <a:srgbClr val="B2CBF6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856326F-D280-9202-8ADE-A5161E5D5969}"/>
              </a:ext>
            </a:extLst>
          </p:cNvPr>
          <p:cNvSpPr/>
          <p:nvPr/>
        </p:nvSpPr>
        <p:spPr>
          <a:xfrm>
            <a:off x="12377517" y="717391"/>
            <a:ext cx="8899347" cy="2958469"/>
          </a:xfrm>
          <a:custGeom>
            <a:avLst/>
            <a:gdLst>
              <a:gd name="connsiteX0" fmla="*/ 0 w 8899347"/>
              <a:gd name="connsiteY0" fmla="*/ 0 h 2958469"/>
              <a:gd name="connsiteX1" fmla="*/ 782458 w 8899347"/>
              <a:gd name="connsiteY1" fmla="*/ 2958469 h 2958469"/>
              <a:gd name="connsiteX2" fmla="*/ 8118151 w 8899347"/>
              <a:gd name="connsiteY2" fmla="*/ 2958469 h 2958469"/>
              <a:gd name="connsiteX3" fmla="*/ 8899348 w 8899347"/>
              <a:gd name="connsiteY3" fmla="*/ 0 h 2958469"/>
              <a:gd name="connsiteX4" fmla="*/ 0 w 8899347"/>
              <a:gd name="connsiteY4" fmla="*/ 0 h 2958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99347" h="2958469">
                <a:moveTo>
                  <a:pt x="0" y="0"/>
                </a:moveTo>
                <a:lnTo>
                  <a:pt x="782458" y="2958469"/>
                </a:lnTo>
                <a:lnTo>
                  <a:pt x="8118151" y="2958469"/>
                </a:lnTo>
                <a:lnTo>
                  <a:pt x="889934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DBB0F58-24D4-EA24-E319-7C4A0F70909F}"/>
              </a:ext>
            </a:extLst>
          </p:cNvPr>
          <p:cNvSpPr/>
          <p:nvPr/>
        </p:nvSpPr>
        <p:spPr>
          <a:xfrm>
            <a:off x="13159344" y="3675860"/>
            <a:ext cx="7335693" cy="2768210"/>
          </a:xfrm>
          <a:custGeom>
            <a:avLst/>
            <a:gdLst>
              <a:gd name="connsiteX0" fmla="*/ 0 w 7335693"/>
              <a:gd name="connsiteY0" fmla="*/ 0 h 2768210"/>
              <a:gd name="connsiteX1" fmla="*/ 732057 w 7335693"/>
              <a:gd name="connsiteY1" fmla="*/ 2768210 h 2768210"/>
              <a:gd name="connsiteX2" fmla="*/ 6603636 w 7335693"/>
              <a:gd name="connsiteY2" fmla="*/ 2768210 h 2768210"/>
              <a:gd name="connsiteX3" fmla="*/ 7335693 w 7335693"/>
              <a:gd name="connsiteY3" fmla="*/ 0 h 2768210"/>
              <a:gd name="connsiteX4" fmla="*/ 0 w 7335693"/>
              <a:gd name="connsiteY4" fmla="*/ 0 h 2768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35693" h="2768210">
                <a:moveTo>
                  <a:pt x="0" y="0"/>
                </a:moveTo>
                <a:lnTo>
                  <a:pt x="732057" y="2768210"/>
                </a:lnTo>
                <a:lnTo>
                  <a:pt x="6603636" y="2768210"/>
                </a:lnTo>
                <a:lnTo>
                  <a:pt x="733569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C39BB483-3A83-BAFB-EDD2-AD07FD932637}"/>
              </a:ext>
            </a:extLst>
          </p:cNvPr>
          <p:cNvSpPr/>
          <p:nvPr/>
        </p:nvSpPr>
        <p:spPr>
          <a:xfrm>
            <a:off x="13971411" y="6835069"/>
            <a:ext cx="5711559" cy="2692610"/>
          </a:xfrm>
          <a:custGeom>
            <a:avLst/>
            <a:gdLst>
              <a:gd name="connsiteX0" fmla="*/ 0 w 5711559"/>
              <a:gd name="connsiteY0" fmla="*/ 0 h 2692610"/>
              <a:gd name="connsiteX1" fmla="*/ 711897 w 5711559"/>
              <a:gd name="connsiteY1" fmla="*/ 2692611 h 2692610"/>
              <a:gd name="connsiteX2" fmla="*/ 4999662 w 5711559"/>
              <a:gd name="connsiteY2" fmla="*/ 2692611 h 2692610"/>
              <a:gd name="connsiteX3" fmla="*/ 5711560 w 5711559"/>
              <a:gd name="connsiteY3" fmla="*/ 0 h 2692610"/>
              <a:gd name="connsiteX4" fmla="*/ 0 w 5711559"/>
              <a:gd name="connsiteY4" fmla="*/ 0 h 269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1559" h="2692610">
                <a:moveTo>
                  <a:pt x="0" y="0"/>
                </a:moveTo>
                <a:lnTo>
                  <a:pt x="711897" y="2692611"/>
                </a:lnTo>
                <a:lnTo>
                  <a:pt x="4999662" y="2692611"/>
                </a:lnTo>
                <a:lnTo>
                  <a:pt x="571156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3E2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120B5B9-6346-7D3C-B4A8-E098474162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763950" y="1362250"/>
            <a:ext cx="6126480" cy="635027"/>
          </a:xfrm>
        </p:spPr>
        <p:txBody>
          <a:bodyPr anchor="ctr" anchorCtr="0"/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9705D6D-345C-BB93-149B-BD2669F3076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3763950" y="4264033"/>
            <a:ext cx="6126480" cy="635027"/>
          </a:xfrm>
        </p:spPr>
        <p:txBody>
          <a:bodyPr anchor="ctr" anchorCtr="0"/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8D8F87D-8779-318E-29D2-2FCB89EA259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3763950" y="7364715"/>
            <a:ext cx="6126480" cy="635027"/>
          </a:xfrm>
        </p:spPr>
        <p:txBody>
          <a:bodyPr anchor="ctr" anchorCtr="0"/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bg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F2B0286D-5DFD-E492-3DD0-C905AFEBC48E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14359264" y="2166352"/>
            <a:ext cx="4974844" cy="1371600"/>
          </a:xfrm>
        </p:spPr>
        <p:txBody>
          <a:bodyPr/>
          <a:lstStyle>
            <a:lvl1pPr algn="ctr">
              <a:lnSpc>
                <a:spcPts val="2200"/>
              </a:lnSpc>
              <a:spcAft>
                <a:spcPts val="0"/>
              </a:spcAft>
              <a:defRPr sz="1600">
                <a:solidFill>
                  <a:schemeClr val="accent1"/>
                </a:solidFill>
              </a:defRPr>
            </a:lvl1pPr>
            <a:lvl2pPr marL="465138" indent="-4460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2pPr>
            <a:lvl3pPr marL="915988" indent="-4333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3pPr>
            <a:lvl4pPr marL="1543050" indent="-474663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4pPr>
            <a:lvl5pPr marL="2008188" indent="-457200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69D59D08-6681-2E5E-F3DE-686BACA8360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4379956" y="5055421"/>
            <a:ext cx="4974844" cy="1371600"/>
          </a:xfrm>
        </p:spPr>
        <p:txBody>
          <a:bodyPr/>
          <a:lstStyle>
            <a:lvl1pPr algn="ctr">
              <a:lnSpc>
                <a:spcPts val="2200"/>
              </a:lnSpc>
              <a:spcAft>
                <a:spcPts val="0"/>
              </a:spcAft>
              <a:defRPr sz="1600">
                <a:solidFill>
                  <a:schemeClr val="accent1"/>
                </a:solidFill>
              </a:defRPr>
            </a:lvl1pPr>
            <a:lvl2pPr marL="465138" indent="-4460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2pPr>
            <a:lvl3pPr marL="979488" indent="-4968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3pPr>
            <a:lvl4pPr marL="1543050" indent="-474663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4pPr>
            <a:lvl5pPr marL="2008188" indent="-457200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C921A96B-D862-8B6B-CDE5-18D7A4675D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4735556" y="8161916"/>
            <a:ext cx="4263644" cy="1371600"/>
          </a:xfrm>
        </p:spPr>
        <p:txBody>
          <a:bodyPr/>
          <a:lstStyle>
            <a:lvl1pPr algn="ctr">
              <a:lnSpc>
                <a:spcPts val="22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marL="465138" indent="-4460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2pPr>
            <a:lvl3pPr marL="979488" indent="-496888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3pPr>
            <a:lvl4pPr marL="1543050" indent="-474663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4pPr>
            <a:lvl5pPr marL="2008188" indent="-457200">
              <a:lnSpc>
                <a:spcPts val="2200"/>
              </a:lnSpc>
              <a:spcAft>
                <a:spcPts val="0"/>
              </a:spcAft>
              <a:tabLst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F499E774-D34B-1CFA-3A31-AEFC8D3C107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815221" y="1003790"/>
            <a:ext cx="3632873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1" i="0" kern="1200" dirty="0">
                <a:solidFill>
                  <a:srgbClr val="041E42"/>
                </a:solidFill>
                <a:latin typeface="Everyday Sans" pitchFamily="2" charset="77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BCBFAC63-94B4-524C-71EF-4D124CBB1CE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15221" y="7122145"/>
            <a:ext cx="3632873" cy="29495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lang="en-US" sz="1600" b="1" i="0" kern="1200" dirty="0">
                <a:solidFill>
                  <a:srgbClr val="041E42"/>
                </a:solidFill>
                <a:latin typeface="Everyday Sans" pitchFamily="2" charset="77"/>
                <a:ea typeface="+mn-ea"/>
                <a:cs typeface="+mn-cs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FF31D8-FAB4-448B-096B-33C6EEFB7371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6059305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rketing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7285716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62099" y="3730752"/>
            <a:ext cx="6406243" cy="6876288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>
              <a:lnSpc>
                <a:spcPts val="2600"/>
              </a:lnSpc>
              <a:spcAft>
                <a:spcPts val="0"/>
              </a:spcAft>
              <a:defRPr sz="1800"/>
            </a:lvl2pPr>
            <a:lvl3pPr>
              <a:lnSpc>
                <a:spcPts val="2600"/>
              </a:lnSpc>
              <a:spcAft>
                <a:spcPts val="0"/>
              </a:spcAft>
              <a:defRPr sz="1800"/>
            </a:lvl3pPr>
            <a:lvl4pPr>
              <a:lnSpc>
                <a:spcPts val="2600"/>
              </a:lnSpc>
              <a:spcAft>
                <a:spcPts val="0"/>
              </a:spcAft>
              <a:defRPr sz="1800"/>
            </a:lvl4pPr>
            <a:lvl5pPr>
              <a:lnSpc>
                <a:spcPts val="2600"/>
              </a:lnSpc>
              <a:spcAft>
                <a:spcPts val="0"/>
              </a:spcAft>
              <a:defRPr sz="1800"/>
            </a:lvl5pPr>
          </a:lstStyle>
          <a:p>
            <a:pPr lvl="0"/>
            <a:r>
              <a:rPr lang="en-US" err="1"/>
              <a:t>LClick</a:t>
            </a:r>
            <a:r>
              <a:rPr lang="en-US"/>
              <a:t>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774BA20-BB4C-2380-5853-1F167D0AEB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51" y="1496144"/>
            <a:ext cx="6648360" cy="46187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29123C-4E04-63D3-5199-081CBD26BB9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1667" y="10942320"/>
            <a:ext cx="7346675" cy="1690622"/>
          </a:xfrm>
        </p:spPr>
        <p:txBody>
          <a:bodyPr anchor="b" anchorCtr="0"/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D6924-0FFB-3A21-B6E0-98548C6D1820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832B6F25-0767-5172-05D5-D11C2F36C429}"/>
              </a:ext>
            </a:extLst>
          </p:cNvPr>
          <p:cNvSpPr>
            <a:spLocks noGrp="1"/>
          </p:cNvSpPr>
          <p:nvPr>
            <p:ph type="tbl" sz="quarter" idx="36"/>
          </p:nvPr>
        </p:nvSpPr>
        <p:spPr>
          <a:xfrm>
            <a:off x="8462258" y="681741"/>
            <a:ext cx="15254450" cy="1214150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0220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mpaign Invest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7285716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62099" y="3730752"/>
            <a:ext cx="6406243" cy="6876288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1800"/>
            </a:lvl1pPr>
            <a:lvl2pPr>
              <a:lnSpc>
                <a:spcPts val="2600"/>
              </a:lnSpc>
              <a:spcAft>
                <a:spcPts val="0"/>
              </a:spcAft>
              <a:defRPr sz="1800"/>
            </a:lvl2pPr>
            <a:lvl3pPr>
              <a:lnSpc>
                <a:spcPts val="2600"/>
              </a:lnSpc>
              <a:spcAft>
                <a:spcPts val="0"/>
              </a:spcAft>
              <a:defRPr sz="1800"/>
            </a:lvl3pPr>
            <a:lvl4pPr>
              <a:lnSpc>
                <a:spcPts val="2600"/>
              </a:lnSpc>
              <a:spcAft>
                <a:spcPts val="0"/>
              </a:spcAft>
              <a:defRPr sz="1800"/>
            </a:lvl4pPr>
            <a:lvl5pPr>
              <a:lnSpc>
                <a:spcPts val="2600"/>
              </a:lnSpc>
              <a:spcAft>
                <a:spcPts val="0"/>
              </a:spcAft>
              <a:defRPr sz="1800"/>
            </a:lvl5pPr>
          </a:lstStyle>
          <a:p>
            <a:pPr lvl="0"/>
            <a:r>
              <a:rPr lang="en-US" err="1"/>
              <a:t>LClick</a:t>
            </a:r>
            <a:r>
              <a:rPr lang="en-US"/>
              <a:t>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774BA20-BB4C-2380-5853-1F167D0AEB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51" y="1496144"/>
            <a:ext cx="6648360" cy="46187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29123C-4E04-63D3-5199-081CBD26BB9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1667" y="10942320"/>
            <a:ext cx="7346675" cy="1690622"/>
          </a:xfrm>
        </p:spPr>
        <p:txBody>
          <a:bodyPr anchor="b" anchorCtr="0"/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D6924-0FFB-3A21-B6E0-98548C6D1820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832B6F25-0767-5172-05D5-D11C2F36C429}"/>
              </a:ext>
            </a:extLst>
          </p:cNvPr>
          <p:cNvSpPr>
            <a:spLocks noGrp="1"/>
          </p:cNvSpPr>
          <p:nvPr>
            <p:ph type="tbl" sz="quarter" idx="36"/>
          </p:nvPr>
        </p:nvSpPr>
        <p:spPr>
          <a:xfrm>
            <a:off x="8462258" y="6139543"/>
            <a:ext cx="15254450" cy="6683699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DD2DB81B-4429-C2A8-B63C-ED4D70F35D52}"/>
              </a:ext>
            </a:extLst>
          </p:cNvPr>
          <p:cNvSpPr>
            <a:spLocks noGrp="1"/>
          </p:cNvSpPr>
          <p:nvPr>
            <p:ph type="chart" sz="quarter" idx="37"/>
          </p:nvPr>
        </p:nvSpPr>
        <p:spPr>
          <a:xfrm>
            <a:off x="11125146" y="1957388"/>
            <a:ext cx="3457957" cy="3476625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F36417FB-FCF9-50BF-EFD7-9D40164C4CA0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15914688" y="2121407"/>
            <a:ext cx="7802020" cy="356673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4B5242-455E-67AB-FBB8-972710AE4FF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40975" y="1657350"/>
            <a:ext cx="5442128" cy="300664"/>
          </a:xfrm>
        </p:spPr>
        <p:txBody>
          <a:bodyPr anchor="t" anchorCtr="0"/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3768E02-7C91-7810-294A-CE3A69C081F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6595850" y="1657350"/>
            <a:ext cx="7120858" cy="300664"/>
          </a:xfrm>
        </p:spPr>
        <p:txBody>
          <a:bodyPr anchor="t" anchorCtr="0"/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09805314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ove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8FA2C8F-10C4-1C33-927A-1D6E160189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69800" y="0"/>
            <a:ext cx="12007850" cy="1371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2625" y="2121408"/>
            <a:ext cx="11204575" cy="11699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625" y="3759200"/>
            <a:ext cx="7442200" cy="8861821"/>
          </a:xfrm>
        </p:spPr>
        <p:txBody>
          <a:bodyPr lIns="0" tIns="0" rIns="0" anchor="t"/>
          <a:lstStyle>
            <a:lvl1pPr>
              <a:lnSpc>
                <a:spcPts val="3400"/>
              </a:lnSpc>
              <a:spcAft>
                <a:spcPts val="0"/>
              </a:spcAft>
              <a:defRPr sz="2600">
                <a:solidFill>
                  <a:schemeClr val="bg1"/>
                </a:solidFill>
              </a:defRPr>
            </a:lvl1pPr>
            <a:lvl2pPr>
              <a:lnSpc>
                <a:spcPts val="3400"/>
              </a:lnSpc>
              <a:spcAft>
                <a:spcPts val="0"/>
              </a:spcAft>
              <a:defRPr sz="2600">
                <a:solidFill>
                  <a:schemeClr val="bg1"/>
                </a:solidFill>
              </a:defRPr>
            </a:lvl2pPr>
            <a:lvl3pPr>
              <a:lnSpc>
                <a:spcPts val="3400"/>
              </a:lnSpc>
              <a:spcAft>
                <a:spcPts val="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ts val="3400"/>
              </a:lnSpc>
              <a:spcAft>
                <a:spcPts val="0"/>
              </a:spcAft>
              <a:defRPr sz="2600">
                <a:solidFill>
                  <a:schemeClr val="bg1"/>
                </a:solidFill>
              </a:defRPr>
            </a:lvl4pPr>
            <a:lvl5pPr>
              <a:lnSpc>
                <a:spcPts val="3400"/>
              </a:lnSpc>
              <a:spcAft>
                <a:spcPts val="0"/>
              </a:spcAft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126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wareness _Me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C59028A-ACD7-18B1-3881-F3D791A9B5A0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2649501" y="1497160"/>
            <a:ext cx="19104713" cy="1077281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94177B-EAAB-B4CD-BEEF-363F7B5F88A7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975AFC2-01C7-3051-2557-EB00AECF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8875" y="2121408"/>
            <a:ext cx="17799900" cy="11887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1057799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cove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7AFFCF-1BB7-1528-C663-74E3796F8E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51" y="4517539"/>
            <a:ext cx="7453936" cy="461870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417D7-6AD1-870D-82D5-AFAD913ABA20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505E4AC-3002-B40A-BCA8-61F77CAA755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2625" y="5232744"/>
            <a:ext cx="7459662" cy="829433"/>
          </a:xfrm>
        </p:spPr>
        <p:txBody>
          <a:bodyPr anchor="t" anchorCtr="0"/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1368425" algn="l"/>
              </a:tabLst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9492249-5D56-200C-5698-638025AC21D3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461475" y="5232744"/>
            <a:ext cx="7459662" cy="829433"/>
          </a:xfrm>
        </p:spPr>
        <p:txBody>
          <a:bodyPr anchor="t" anchorCtr="0"/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1368425" algn="l"/>
              </a:tabLst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AA1013-98FA-9C33-C305-AD5C3AB2201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16250285" y="5232744"/>
            <a:ext cx="7459662" cy="829433"/>
          </a:xfrm>
        </p:spPr>
        <p:txBody>
          <a:bodyPr anchor="t" anchorCtr="0"/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1368425" algn="l"/>
              </a:tabLst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EFB6C7F-233D-F786-0405-664C29FD04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62321" y="4517539"/>
            <a:ext cx="7458815" cy="461870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E9D9729-3C7B-6B68-266B-6969BB3235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250284" y="4517539"/>
            <a:ext cx="7458815" cy="461870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32A3A49-3955-0F6B-1149-27D9BCFE67C3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85801" y="6458857"/>
            <a:ext cx="7442200" cy="4590143"/>
          </a:xfrm>
          <a:prstGeom prst="roundRect">
            <a:avLst>
              <a:gd name="adj" fmla="val 9129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048927E9-B8DA-EC76-D88E-91F0737E8FD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462236" y="6458856"/>
            <a:ext cx="7442200" cy="4590288"/>
          </a:xfrm>
          <a:prstGeom prst="roundRect">
            <a:avLst>
              <a:gd name="adj" fmla="val 9129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9962253-5DA2-E225-22F4-F84A21FA29C2}"/>
              </a:ext>
            </a:extLst>
          </p:cNvPr>
          <p:cNvSpPr/>
          <p:nvPr userDrawn="1"/>
        </p:nvSpPr>
        <p:spPr>
          <a:xfrm>
            <a:off x="16249650" y="6458856"/>
            <a:ext cx="7443216" cy="4590288"/>
          </a:xfrm>
          <a:prstGeom prst="roundRect">
            <a:avLst>
              <a:gd name="adj" fmla="val 919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1556152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ekly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7AFFCF-1BB7-1528-C663-74E3796F8E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51" y="1496144"/>
            <a:ext cx="6648360" cy="46187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4A7D980-A2A3-A237-F479-5F6F1A412F19}"/>
              </a:ext>
            </a:extLst>
          </p:cNvPr>
          <p:cNvSpPr/>
          <p:nvPr/>
        </p:nvSpPr>
        <p:spPr>
          <a:xfrm>
            <a:off x="683170" y="3738596"/>
            <a:ext cx="7441230" cy="8218369"/>
          </a:xfrm>
          <a:custGeom>
            <a:avLst/>
            <a:gdLst>
              <a:gd name="connsiteX0" fmla="*/ 7034884 w 7441230"/>
              <a:gd name="connsiteY0" fmla="*/ 0 h 8218369"/>
              <a:gd name="connsiteX1" fmla="*/ 7441231 w 7441230"/>
              <a:gd name="connsiteY1" fmla="*/ 406347 h 8218369"/>
              <a:gd name="connsiteX2" fmla="*/ 7441231 w 7441230"/>
              <a:gd name="connsiteY2" fmla="*/ 7812023 h 8218369"/>
              <a:gd name="connsiteX3" fmla="*/ 7034884 w 7441230"/>
              <a:gd name="connsiteY3" fmla="*/ 8218370 h 8218369"/>
              <a:gd name="connsiteX4" fmla="*/ 406347 w 7441230"/>
              <a:gd name="connsiteY4" fmla="*/ 8218370 h 8218369"/>
              <a:gd name="connsiteX5" fmla="*/ 0 w 7441230"/>
              <a:gd name="connsiteY5" fmla="*/ 7812023 h 8218369"/>
              <a:gd name="connsiteX6" fmla="*/ 0 w 7441230"/>
              <a:gd name="connsiteY6" fmla="*/ 406347 h 8218369"/>
              <a:gd name="connsiteX7" fmla="*/ 406347 w 7441230"/>
              <a:gd name="connsiteY7" fmla="*/ 0 h 821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1230" h="8218369">
                <a:moveTo>
                  <a:pt x="7034884" y="0"/>
                </a:moveTo>
                <a:cubicBezTo>
                  <a:pt x="7259303" y="0"/>
                  <a:pt x="7441231" y="181928"/>
                  <a:pt x="7441231" y="406347"/>
                </a:cubicBezTo>
                <a:lnTo>
                  <a:pt x="7441231" y="7812023"/>
                </a:lnTo>
                <a:cubicBezTo>
                  <a:pt x="7441231" y="8036442"/>
                  <a:pt x="7259303" y="8218370"/>
                  <a:pt x="7034884" y="8218370"/>
                </a:cubicBezTo>
                <a:lnTo>
                  <a:pt x="406347" y="8218370"/>
                </a:lnTo>
                <a:cubicBezTo>
                  <a:pt x="181928" y="8218370"/>
                  <a:pt x="0" y="8036442"/>
                  <a:pt x="0" y="7812023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lIns="685800" tIns="621792" rtlCol="0" anchor="t" anchorCtr="0"/>
          <a:lstStyle/>
          <a:p>
            <a:pPr>
              <a:lnSpc>
                <a:spcPts val="3400"/>
              </a:lnSpc>
            </a:pPr>
            <a:endParaRPr lang="en-US" sz="2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3FF5AD1-E455-0981-06B2-904692C52A52}"/>
              </a:ext>
            </a:extLst>
          </p:cNvPr>
          <p:cNvSpPr/>
          <p:nvPr/>
        </p:nvSpPr>
        <p:spPr>
          <a:xfrm>
            <a:off x="8467256" y="3738596"/>
            <a:ext cx="7441230" cy="8218369"/>
          </a:xfrm>
          <a:custGeom>
            <a:avLst/>
            <a:gdLst>
              <a:gd name="connsiteX0" fmla="*/ 7034885 w 7441230"/>
              <a:gd name="connsiteY0" fmla="*/ 0 h 8218369"/>
              <a:gd name="connsiteX1" fmla="*/ 7441232 w 7441230"/>
              <a:gd name="connsiteY1" fmla="*/ 406347 h 8218369"/>
              <a:gd name="connsiteX2" fmla="*/ 7441232 w 7441230"/>
              <a:gd name="connsiteY2" fmla="*/ 7812023 h 8218369"/>
              <a:gd name="connsiteX3" fmla="*/ 7034885 w 7441230"/>
              <a:gd name="connsiteY3" fmla="*/ 8218370 h 8218369"/>
              <a:gd name="connsiteX4" fmla="*/ 406348 w 7441230"/>
              <a:gd name="connsiteY4" fmla="*/ 8218370 h 8218369"/>
              <a:gd name="connsiteX5" fmla="*/ 1 w 7441230"/>
              <a:gd name="connsiteY5" fmla="*/ 7812023 h 8218369"/>
              <a:gd name="connsiteX6" fmla="*/ 1 w 7441230"/>
              <a:gd name="connsiteY6" fmla="*/ 406347 h 8218369"/>
              <a:gd name="connsiteX7" fmla="*/ 406348 w 7441230"/>
              <a:gd name="connsiteY7" fmla="*/ 0 h 821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1230" h="8218369">
                <a:moveTo>
                  <a:pt x="7034885" y="0"/>
                </a:moveTo>
                <a:cubicBezTo>
                  <a:pt x="7259304" y="0"/>
                  <a:pt x="7441232" y="181928"/>
                  <a:pt x="7441232" y="406347"/>
                </a:cubicBezTo>
                <a:lnTo>
                  <a:pt x="7441232" y="7812023"/>
                </a:lnTo>
                <a:cubicBezTo>
                  <a:pt x="7441232" y="8036442"/>
                  <a:pt x="7259304" y="8218370"/>
                  <a:pt x="7034885" y="8218370"/>
                </a:cubicBezTo>
                <a:lnTo>
                  <a:pt x="406348" y="8218370"/>
                </a:lnTo>
                <a:cubicBezTo>
                  <a:pt x="181929" y="8218370"/>
                  <a:pt x="1" y="8036442"/>
                  <a:pt x="1" y="7812023"/>
                </a:cubicBezTo>
                <a:lnTo>
                  <a:pt x="1" y="406347"/>
                </a:lnTo>
                <a:cubicBezTo>
                  <a:pt x="1" y="181928"/>
                  <a:pt x="181929" y="0"/>
                  <a:pt x="406348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lIns="685800" tIns="621792" rtlCol="0" anchor="t" anchorCtr="0"/>
          <a:lstStyle/>
          <a:p>
            <a:pPr>
              <a:lnSpc>
                <a:spcPts val="3400"/>
              </a:lnSpc>
            </a:pPr>
            <a:endParaRPr lang="en-US" sz="2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6579FFC-1B27-A5B6-A2A7-864E4EACB389}"/>
              </a:ext>
            </a:extLst>
          </p:cNvPr>
          <p:cNvSpPr/>
          <p:nvPr/>
        </p:nvSpPr>
        <p:spPr>
          <a:xfrm>
            <a:off x="16251342" y="3738596"/>
            <a:ext cx="7441230" cy="8218369"/>
          </a:xfrm>
          <a:custGeom>
            <a:avLst/>
            <a:gdLst>
              <a:gd name="connsiteX0" fmla="*/ 7034885 w 7441230"/>
              <a:gd name="connsiteY0" fmla="*/ 0 h 8218369"/>
              <a:gd name="connsiteX1" fmla="*/ 7441232 w 7441230"/>
              <a:gd name="connsiteY1" fmla="*/ 406347 h 8218369"/>
              <a:gd name="connsiteX2" fmla="*/ 7441232 w 7441230"/>
              <a:gd name="connsiteY2" fmla="*/ 7812023 h 8218369"/>
              <a:gd name="connsiteX3" fmla="*/ 7034885 w 7441230"/>
              <a:gd name="connsiteY3" fmla="*/ 8218370 h 8218369"/>
              <a:gd name="connsiteX4" fmla="*/ 406348 w 7441230"/>
              <a:gd name="connsiteY4" fmla="*/ 8218370 h 8218369"/>
              <a:gd name="connsiteX5" fmla="*/ 1 w 7441230"/>
              <a:gd name="connsiteY5" fmla="*/ 7812023 h 8218369"/>
              <a:gd name="connsiteX6" fmla="*/ 1 w 7441230"/>
              <a:gd name="connsiteY6" fmla="*/ 406347 h 8218369"/>
              <a:gd name="connsiteX7" fmla="*/ 406348 w 7441230"/>
              <a:gd name="connsiteY7" fmla="*/ 0 h 821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1230" h="8218369">
                <a:moveTo>
                  <a:pt x="7034885" y="0"/>
                </a:moveTo>
                <a:cubicBezTo>
                  <a:pt x="7259304" y="0"/>
                  <a:pt x="7441232" y="181928"/>
                  <a:pt x="7441232" y="406347"/>
                </a:cubicBezTo>
                <a:lnTo>
                  <a:pt x="7441232" y="7812023"/>
                </a:lnTo>
                <a:cubicBezTo>
                  <a:pt x="7441232" y="8036442"/>
                  <a:pt x="7259304" y="8218370"/>
                  <a:pt x="7034885" y="8218370"/>
                </a:cubicBezTo>
                <a:lnTo>
                  <a:pt x="406348" y="8218370"/>
                </a:lnTo>
                <a:cubicBezTo>
                  <a:pt x="181929" y="8218370"/>
                  <a:pt x="1" y="8036442"/>
                  <a:pt x="1" y="7812023"/>
                </a:cubicBezTo>
                <a:lnTo>
                  <a:pt x="1" y="406347"/>
                </a:lnTo>
                <a:cubicBezTo>
                  <a:pt x="1" y="181928"/>
                  <a:pt x="181929" y="0"/>
                  <a:pt x="406348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lIns="685800" tIns="621792" rtlCol="0" anchor="t" anchorCtr="0"/>
          <a:lstStyle/>
          <a:p>
            <a:pPr>
              <a:lnSpc>
                <a:spcPts val="3400"/>
              </a:lnSpc>
            </a:pPr>
            <a:endParaRPr lang="en-US" sz="2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EF3A31E2-277B-895B-2DCA-20B05F91F1D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00251" y="9067218"/>
            <a:ext cx="6251977" cy="1607573"/>
          </a:xfrm>
        </p:spPr>
        <p:txBody>
          <a:bodyPr anchor="t"/>
          <a:lstStyle>
            <a:lvl1pPr>
              <a:lnSpc>
                <a:spcPts val="2600"/>
              </a:lnSpc>
              <a:spcAft>
                <a:spcPts val="0"/>
              </a:spcAft>
              <a:defRPr sz="1800">
                <a:solidFill>
                  <a:schemeClr val="accent1"/>
                </a:solidFill>
              </a:defRPr>
            </a:lvl1pPr>
            <a:lvl2pPr marL="465138" indent="-4460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2pPr>
            <a:lvl3pPr marL="915988" indent="-4333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3pPr>
            <a:lvl4pPr marL="1543050" indent="-474663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4pPr>
            <a:lvl5pPr marL="2008188" indent="-457200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6A83725-489B-6EF2-F382-2FF6DFF963A2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9086971" y="9067218"/>
            <a:ext cx="6251977" cy="1607573"/>
          </a:xfrm>
        </p:spPr>
        <p:txBody>
          <a:bodyPr anchor="t"/>
          <a:lstStyle>
            <a:lvl1pPr>
              <a:lnSpc>
                <a:spcPts val="2600"/>
              </a:lnSpc>
              <a:spcAft>
                <a:spcPts val="0"/>
              </a:spcAft>
              <a:defRPr sz="1800">
                <a:solidFill>
                  <a:schemeClr val="accent1"/>
                </a:solidFill>
              </a:defRPr>
            </a:lvl1pPr>
            <a:lvl2pPr marL="465138" indent="-4460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2pPr>
            <a:lvl3pPr marL="915988" indent="-4333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accent1"/>
                </a:solidFill>
              </a:defRPr>
            </a:lvl3pPr>
            <a:lvl4pPr marL="1543050" indent="-474663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4pPr>
            <a:lvl5pPr marL="2008188" indent="-457200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47B56C7E-80C3-29D5-E6F4-56E8F0F628EA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16891268" y="9067218"/>
            <a:ext cx="6251977" cy="1607573"/>
          </a:xfrm>
        </p:spPr>
        <p:txBody>
          <a:bodyPr anchor="t"/>
          <a:lstStyle>
            <a:lvl1pPr>
              <a:lnSpc>
                <a:spcPts val="26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 marL="465138" indent="-4460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2pPr>
            <a:lvl3pPr marL="915988" indent="-433388">
              <a:lnSpc>
                <a:spcPts val="26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3pPr>
            <a:lvl4pPr marL="1543050" indent="-474663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4pPr>
            <a:lvl5pPr marL="2008188" indent="-457200">
              <a:lnSpc>
                <a:spcPts val="2300"/>
              </a:lnSpc>
              <a:spcAft>
                <a:spcPts val="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C25FD9A-AA0E-5260-29BC-577CC5A9B4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70289" y="4356806"/>
            <a:ext cx="6126480" cy="635027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C1792-1F5B-5669-854B-1F0D468FFE0F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9149719" y="4356806"/>
            <a:ext cx="6126480" cy="635027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accent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B781E95-250D-9EDE-50C8-B617203E857E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6938452" y="4356806"/>
            <a:ext cx="6126480" cy="635027"/>
          </a:xfrm>
        </p:spPr>
        <p:txBody>
          <a:bodyPr anchor="t" anchorCtr="0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chemeClr val="bg1"/>
                </a:solidFill>
                <a:latin typeface="+mj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5DE3347-6502-C8D5-F752-7800C516DED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300251" y="5273899"/>
            <a:ext cx="6196518" cy="334612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8898F9CD-427D-1960-313A-B5D555A5ED1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114700" y="5273899"/>
            <a:ext cx="6196518" cy="334612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D910035D-9B73-6FC4-FB70-B04D749005D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6903433" y="5273899"/>
            <a:ext cx="6196518" cy="334612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FB66664-6919-C5AA-C82F-074A1424B7E4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1666" y="12295326"/>
            <a:ext cx="23095042" cy="390340"/>
          </a:xfrm>
        </p:spPr>
        <p:txBody>
          <a:bodyPr anchor="ctr" anchorCtr="0"/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391615002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ekly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571351" y="3659986"/>
            <a:ext cx="23234947" cy="8928314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627" y="2121408"/>
            <a:ext cx="21405848" cy="1169989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7AFFCF-1BB7-1528-C663-74E3796F8E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51" y="1496144"/>
            <a:ext cx="6648360" cy="461870"/>
          </a:xfrm>
        </p:spPr>
        <p:txBody>
          <a:bodyPr anchor="t" anchorCtr="0"/>
          <a:lstStyle>
            <a:lvl1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14858469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24377656" cy="1371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1"/>
            <a:ext cx="4608901" cy="13716002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51872" y="2244726"/>
            <a:ext cx="17578571" cy="4775200"/>
          </a:xfrm>
        </p:spPr>
        <p:txBody>
          <a:bodyPr anchor="b">
            <a:normAutofit/>
          </a:bodyPr>
          <a:lstStyle>
            <a:lvl1pPr algn="l">
              <a:defRPr sz="9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51872" y="7204076"/>
            <a:ext cx="17578571" cy="3311524"/>
          </a:xfrm>
        </p:spPr>
        <p:txBody>
          <a:bodyPr>
            <a:normAutofit/>
          </a:bodyPr>
          <a:lstStyle>
            <a:lvl1pPr marL="0" indent="0" algn="l">
              <a:buNone/>
              <a:defRPr sz="3999" cap="all" baseline="0">
                <a:solidFill>
                  <a:schemeClr val="tx2"/>
                </a:solidFill>
              </a:defRPr>
            </a:lvl1pPr>
            <a:lvl2pPr marL="914171" indent="0" algn="ctr">
              <a:buNone/>
              <a:defRPr sz="3999"/>
            </a:lvl2pPr>
            <a:lvl3pPr marL="1828343" indent="0" algn="ctr">
              <a:buNone/>
              <a:defRPr sz="3599"/>
            </a:lvl3pPr>
            <a:lvl4pPr marL="2742514" indent="0" algn="ctr">
              <a:buNone/>
              <a:defRPr sz="3199"/>
            </a:lvl4pPr>
            <a:lvl5pPr marL="3656686" indent="0" algn="ctr">
              <a:buNone/>
              <a:defRPr sz="3199"/>
            </a:lvl5pPr>
            <a:lvl6pPr marL="4570857" indent="0" algn="ctr">
              <a:buNone/>
              <a:defRPr sz="3199"/>
            </a:lvl6pPr>
            <a:lvl7pPr marL="5485028" indent="0" algn="ctr">
              <a:buNone/>
              <a:defRPr sz="3199"/>
            </a:lvl7pPr>
            <a:lvl8pPr marL="6399200" indent="0" algn="ctr">
              <a:buNone/>
              <a:defRPr sz="3199"/>
            </a:lvl8pPr>
            <a:lvl9pPr marL="7313371" indent="0" algn="ctr">
              <a:buNone/>
              <a:defRPr sz="31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151336" y="10820403"/>
            <a:ext cx="5484971" cy="73025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51871" y="10820403"/>
            <a:ext cx="10247103" cy="730250"/>
          </a:xfrm>
        </p:spPr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788669" y="10820399"/>
            <a:ext cx="1541776" cy="730250"/>
          </a:xfrm>
        </p:spPr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47644"/>
      </p:ext>
    </p:extLst>
  </p:cSld>
  <p:clrMapOvr>
    <a:masterClrMapping/>
  </p:clrMapOvr>
  <p:hf hdr="0" dt="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2468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2227" y="2838453"/>
            <a:ext cx="19806841" cy="5705474"/>
          </a:xfrm>
        </p:spPr>
        <p:txBody>
          <a:bodyPr anchor="b">
            <a:normAutofit/>
          </a:bodyPr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2227" y="8848724"/>
            <a:ext cx="19806841" cy="2749552"/>
          </a:xfrm>
        </p:spPr>
        <p:txBody>
          <a:bodyPr>
            <a:normAutofit/>
          </a:bodyPr>
          <a:lstStyle>
            <a:lvl1pPr marL="0" indent="0">
              <a:buNone/>
              <a:defRPr sz="3599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914171" indent="0">
              <a:buNone/>
              <a:defRPr sz="3599">
                <a:solidFill>
                  <a:schemeClr val="tx1">
                    <a:tint val="75000"/>
                  </a:schemeClr>
                </a:solidFill>
              </a:defRPr>
            </a:lvl2pPr>
            <a:lvl3pPr marL="1828343" indent="0">
              <a:buNone/>
              <a:defRPr sz="3599">
                <a:solidFill>
                  <a:schemeClr val="tx1">
                    <a:tint val="75000"/>
                  </a:schemeClr>
                </a:solidFill>
              </a:defRPr>
            </a:lvl3pPr>
            <a:lvl4pPr marL="2742514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4pPr>
            <a:lvl5pPr marL="3656686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5pPr>
            <a:lvl6pPr marL="4570857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6pPr>
            <a:lvl7pPr marL="5485028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7pPr>
            <a:lvl8pPr marL="6399200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8pPr>
            <a:lvl9pPr marL="7313371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5518"/>
      </p:ext>
    </p:extLst>
  </p:cSld>
  <p:clrMapOvr>
    <a:masterClrMapping/>
  </p:clrMapOvr>
  <p:hf hdr="0" dt="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2227" y="4498972"/>
            <a:ext cx="9754237" cy="70834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1186" y="4498972"/>
            <a:ext cx="9747883" cy="70834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1333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2227" y="1238253"/>
            <a:ext cx="19806841" cy="2955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39326" y="4498972"/>
            <a:ext cx="9297144" cy="164782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47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2227" y="6146795"/>
            <a:ext cx="9754241" cy="5435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98282" y="4498970"/>
            <a:ext cx="9290784" cy="164782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47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1185" y="6146795"/>
            <a:ext cx="9747881" cy="5435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940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9695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1FE6DD-B16C-2CB3-9ED1-5BFA4AAD8936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24257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2814" y="1219202"/>
            <a:ext cx="7710066" cy="3279768"/>
          </a:xfrm>
        </p:spPr>
        <p:txBody>
          <a:bodyPr anchor="b"/>
          <a:lstStyle>
            <a:lvl1pPr>
              <a:defRPr sz="6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9715" y="1185332"/>
            <a:ext cx="11779350" cy="1039706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92814" y="4498972"/>
            <a:ext cx="7710066" cy="7083428"/>
          </a:xfrm>
        </p:spPr>
        <p:txBody>
          <a:bodyPr/>
          <a:lstStyle>
            <a:lvl1pPr marL="0" indent="0">
              <a:buNone/>
              <a:defRPr sz="31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01178"/>
      </p:ext>
    </p:extLst>
  </p:cSld>
  <p:clrMapOvr>
    <a:masterClrMapping/>
  </p:clrMapOvr>
  <p:hf hdr="0" dt="0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2232" y="1219200"/>
            <a:ext cx="11865925" cy="3279772"/>
          </a:xfrm>
        </p:spPr>
        <p:txBody>
          <a:bodyPr anchor="b"/>
          <a:lstStyle>
            <a:lvl1pPr>
              <a:defRPr sz="6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757598" y="1219203"/>
            <a:ext cx="7331470" cy="1036319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6398"/>
            </a:lvl1pPr>
            <a:lvl2pPr marL="914171" indent="0">
              <a:buNone/>
              <a:defRPr sz="5599"/>
            </a:lvl2pPr>
            <a:lvl3pPr marL="1828343" indent="0">
              <a:buNone/>
              <a:defRPr sz="4799"/>
            </a:lvl3pPr>
            <a:lvl4pPr marL="2742514" indent="0">
              <a:buNone/>
              <a:defRPr sz="3999"/>
            </a:lvl4pPr>
            <a:lvl5pPr marL="3656686" indent="0">
              <a:buNone/>
              <a:defRPr sz="3999"/>
            </a:lvl5pPr>
            <a:lvl6pPr marL="4570857" indent="0">
              <a:buNone/>
              <a:defRPr sz="3999"/>
            </a:lvl6pPr>
            <a:lvl7pPr marL="5485028" indent="0">
              <a:buNone/>
              <a:defRPr sz="3999"/>
            </a:lvl7pPr>
            <a:lvl8pPr marL="6399200" indent="0">
              <a:buNone/>
              <a:defRPr sz="3999"/>
            </a:lvl8pPr>
            <a:lvl9pPr marL="7313371" indent="0">
              <a:buNone/>
              <a:defRPr sz="3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2227" y="4498972"/>
            <a:ext cx="11865931" cy="7083428"/>
          </a:xfrm>
        </p:spPr>
        <p:txBody>
          <a:bodyPr/>
          <a:lstStyle>
            <a:lvl1pPr marL="0" indent="0">
              <a:buNone/>
              <a:defRPr sz="31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72540"/>
      </p:ext>
    </p:extLst>
  </p:cSld>
  <p:clrMapOvr>
    <a:masterClrMapping/>
  </p:clrMapOvr>
  <p:hf hd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2227" y="8609329"/>
            <a:ext cx="19819547" cy="1638710"/>
          </a:xfrm>
        </p:spPr>
        <p:txBody>
          <a:bodyPr anchor="b">
            <a:normAutofit/>
          </a:bodyPr>
          <a:lstStyle>
            <a:lvl1pPr>
              <a:defRPr sz="6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2228" y="1212852"/>
            <a:ext cx="19819545" cy="6599556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6398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2135" y="10248040"/>
            <a:ext cx="19816556" cy="1364944"/>
          </a:xfrm>
        </p:spPr>
        <p:txBody>
          <a:bodyPr>
            <a:normAutofit/>
          </a:bodyPr>
          <a:lstStyle>
            <a:lvl1pPr marL="0" indent="0">
              <a:buNone/>
              <a:defRPr sz="31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08887"/>
      </p:ext>
    </p:extLst>
  </p:cSld>
  <p:clrMapOvr>
    <a:masterClrMapping/>
  </p:clrMapOvr>
  <p:hf hdr="0" dt="0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2318" y="1219200"/>
            <a:ext cx="19806751" cy="6858000"/>
          </a:xfrm>
        </p:spPr>
        <p:txBody>
          <a:bodyPr anchor="ctr">
            <a:normAutofit/>
          </a:bodyPr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2227" y="8839199"/>
            <a:ext cx="19803759" cy="2743198"/>
          </a:xfrm>
        </p:spPr>
        <p:txBody>
          <a:bodyPr anchor="ctr">
            <a:normAutofit/>
          </a:bodyPr>
          <a:lstStyle>
            <a:lvl1pPr marL="0" indent="0">
              <a:buNone/>
              <a:defRPr sz="35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76985"/>
      </p:ext>
    </p:extLst>
  </p:cSld>
  <p:clrMapOvr>
    <a:masterClrMapping/>
  </p:clrMapOvr>
  <p:hf hdr="0" dt="0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1671" y="1219199"/>
            <a:ext cx="18600659" cy="5496858"/>
          </a:xfrm>
        </p:spPr>
        <p:txBody>
          <a:bodyPr anchor="ctr">
            <a:normAutofit/>
          </a:bodyPr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3440393" y="6731114"/>
            <a:ext cx="17500040" cy="1097936"/>
          </a:xfrm>
        </p:spPr>
        <p:txBody>
          <a:bodyPr anchor="t">
            <a:normAutofit/>
          </a:bodyPr>
          <a:lstStyle>
            <a:lvl1pPr marL="0" indent="0">
              <a:buNone/>
              <a:defRPr sz="27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2227" y="8619838"/>
            <a:ext cx="19806845" cy="2978992"/>
          </a:xfrm>
        </p:spPr>
        <p:txBody>
          <a:bodyPr anchor="ctr">
            <a:normAutofit/>
          </a:bodyPr>
          <a:lstStyle>
            <a:lvl1pPr marL="0" indent="0">
              <a:buNone/>
              <a:defRPr sz="35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1806553" y="1464788"/>
            <a:ext cx="1218883" cy="1169552"/>
          </a:xfrm>
          <a:prstGeom prst="rect">
            <a:avLst/>
          </a:prstGeom>
        </p:spPr>
        <p:txBody>
          <a:bodyPr vert="horz" lIns="182832" tIns="91416" rIns="182832" bIns="9141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5996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69252" y="5529944"/>
            <a:ext cx="1218883" cy="1169552"/>
          </a:xfrm>
          <a:prstGeom prst="rect">
            <a:avLst/>
          </a:prstGeom>
        </p:spPr>
        <p:txBody>
          <a:bodyPr vert="horz" lIns="182832" tIns="91416" rIns="182832" bIns="9141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5996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0999329"/>
      </p:ext>
    </p:extLst>
  </p:cSld>
  <p:clrMapOvr>
    <a:masterClrMapping/>
  </p:clrMapOvr>
  <p:hf hdr="0" dt="0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2226" y="4268083"/>
            <a:ext cx="19806843" cy="5023670"/>
          </a:xfrm>
        </p:spPr>
        <p:txBody>
          <a:bodyPr anchor="b">
            <a:normAutofit/>
          </a:bodyPr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2135" y="9315310"/>
            <a:ext cx="19803851" cy="2281288"/>
          </a:xfrm>
        </p:spPr>
        <p:txBody>
          <a:bodyPr anchor="t">
            <a:normAutofit/>
          </a:bodyPr>
          <a:lstStyle>
            <a:lvl1pPr marL="0" indent="0">
              <a:buNone/>
              <a:defRPr sz="3599"/>
            </a:lvl1pPr>
            <a:lvl2pPr marL="914171" indent="0">
              <a:buNone/>
              <a:defRPr sz="2799"/>
            </a:lvl2pPr>
            <a:lvl3pPr marL="1828343" indent="0">
              <a:buNone/>
              <a:defRPr sz="2399"/>
            </a:lvl3pPr>
            <a:lvl4pPr marL="2742514" indent="0">
              <a:buNone/>
              <a:defRPr sz="2000"/>
            </a:lvl4pPr>
            <a:lvl5pPr marL="3656686" indent="0">
              <a:buNone/>
              <a:defRPr sz="2000"/>
            </a:lvl5pPr>
            <a:lvl6pPr marL="4570857" indent="0">
              <a:buNone/>
              <a:defRPr sz="2000"/>
            </a:lvl6pPr>
            <a:lvl7pPr marL="5485028" indent="0">
              <a:buNone/>
              <a:defRPr sz="2000"/>
            </a:lvl7pPr>
            <a:lvl8pPr marL="6399200" indent="0">
              <a:buNone/>
              <a:defRPr sz="2000"/>
            </a:lvl8pPr>
            <a:lvl9pPr marL="7313371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66482"/>
      </p:ext>
    </p:extLst>
  </p:cSld>
  <p:clrMapOvr>
    <a:masterClrMapping/>
  </p:clrMapOvr>
  <p:hf hdr="0" dt="0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282231" y="1219200"/>
            <a:ext cx="19806837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2282226" y="5348926"/>
            <a:ext cx="6392133" cy="13716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47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2255249" y="6720526"/>
            <a:ext cx="6415799" cy="4861872"/>
          </a:xfrm>
        </p:spPr>
        <p:txBody>
          <a:bodyPr anchor="t">
            <a:normAutofit/>
          </a:bodyPr>
          <a:lstStyle>
            <a:lvl1pPr marL="0" indent="0">
              <a:buNone/>
              <a:defRPr sz="2799"/>
            </a:lvl1pPr>
            <a:lvl2pPr marL="914171" indent="0">
              <a:buNone/>
              <a:defRPr sz="2399"/>
            </a:lvl2pPr>
            <a:lvl3pPr marL="1828343" indent="0">
              <a:buNone/>
              <a:defRPr sz="2000"/>
            </a:lvl3pPr>
            <a:lvl4pPr marL="2742514" indent="0">
              <a:buNone/>
              <a:defRPr sz="1800"/>
            </a:lvl4pPr>
            <a:lvl5pPr marL="3656686" indent="0">
              <a:buNone/>
              <a:defRPr sz="1800"/>
            </a:lvl5pPr>
            <a:lvl6pPr marL="4570857" indent="0">
              <a:buNone/>
              <a:defRPr sz="1800"/>
            </a:lvl6pPr>
            <a:lvl7pPr marL="5485028" indent="0">
              <a:buNone/>
              <a:defRPr sz="1800"/>
            </a:lvl7pPr>
            <a:lvl8pPr marL="6399200" indent="0">
              <a:buNone/>
              <a:defRPr sz="1800"/>
            </a:lvl8pPr>
            <a:lvl9pPr marL="7313371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27182" y="5355270"/>
            <a:ext cx="6367111" cy="13716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47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9006080" y="6726870"/>
            <a:ext cx="6389996" cy="4861872"/>
          </a:xfrm>
        </p:spPr>
        <p:txBody>
          <a:bodyPr anchor="t">
            <a:normAutofit/>
          </a:bodyPr>
          <a:lstStyle>
            <a:lvl1pPr marL="0" indent="0">
              <a:buNone/>
              <a:defRPr sz="2799"/>
            </a:lvl1pPr>
            <a:lvl2pPr marL="914171" indent="0">
              <a:buNone/>
              <a:defRPr sz="2399"/>
            </a:lvl2pPr>
            <a:lvl3pPr marL="1828343" indent="0">
              <a:buNone/>
              <a:defRPr sz="2000"/>
            </a:lvl3pPr>
            <a:lvl4pPr marL="2742514" indent="0">
              <a:buNone/>
              <a:defRPr sz="1800"/>
            </a:lvl4pPr>
            <a:lvl5pPr marL="3656686" indent="0">
              <a:buNone/>
              <a:defRPr sz="1800"/>
            </a:lvl5pPr>
            <a:lvl6pPr marL="4570857" indent="0">
              <a:buNone/>
              <a:defRPr sz="1800"/>
            </a:lvl6pPr>
            <a:lvl7pPr marL="5485028" indent="0">
              <a:buNone/>
              <a:defRPr sz="1800"/>
            </a:lvl7pPr>
            <a:lvl8pPr marL="6399200" indent="0">
              <a:buNone/>
              <a:defRPr sz="1800"/>
            </a:lvl8pPr>
            <a:lvl9pPr marL="7313371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5700794" y="5348926"/>
            <a:ext cx="6388272" cy="13716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47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5700794" y="6720526"/>
            <a:ext cx="6388272" cy="4861872"/>
          </a:xfrm>
        </p:spPr>
        <p:txBody>
          <a:bodyPr anchor="t">
            <a:normAutofit/>
          </a:bodyPr>
          <a:lstStyle>
            <a:lvl1pPr marL="0" indent="0">
              <a:buNone/>
              <a:defRPr sz="2799"/>
            </a:lvl1pPr>
            <a:lvl2pPr marL="914171" indent="0">
              <a:buNone/>
              <a:defRPr sz="2399"/>
            </a:lvl2pPr>
            <a:lvl3pPr marL="1828343" indent="0">
              <a:buNone/>
              <a:defRPr sz="2000"/>
            </a:lvl3pPr>
            <a:lvl4pPr marL="2742514" indent="0">
              <a:buNone/>
              <a:defRPr sz="1800"/>
            </a:lvl4pPr>
            <a:lvl5pPr marL="3656686" indent="0">
              <a:buNone/>
              <a:defRPr sz="1800"/>
            </a:lvl5pPr>
            <a:lvl6pPr marL="4570857" indent="0">
              <a:buNone/>
              <a:defRPr sz="1800"/>
            </a:lvl6pPr>
            <a:lvl7pPr marL="5485028" indent="0">
              <a:buNone/>
              <a:defRPr sz="1800"/>
            </a:lvl7pPr>
            <a:lvl8pPr marL="6399200" indent="0">
              <a:buNone/>
              <a:defRPr sz="1800"/>
            </a:lvl8pPr>
            <a:lvl9pPr marL="7313371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62045"/>
      </p:ext>
    </p:extLst>
  </p:cSld>
  <p:clrMapOvr>
    <a:masterClrMapping/>
  </p:clrMapOvr>
  <p:hf hdr="0" dt="0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282228" y="1219200"/>
            <a:ext cx="19806839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2282231" y="8809192"/>
            <a:ext cx="6388816" cy="115252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9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2282231" y="5333996"/>
            <a:ext cx="6388816" cy="3048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999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82231" y="9961717"/>
            <a:ext cx="6388816" cy="1635686"/>
          </a:xfrm>
        </p:spPr>
        <p:txBody>
          <a:bodyPr anchor="t">
            <a:normAutofit/>
          </a:bodyPr>
          <a:lstStyle>
            <a:lvl1pPr marL="0" indent="0">
              <a:buNone/>
              <a:defRPr sz="2799"/>
            </a:lvl1pPr>
            <a:lvl2pPr marL="914171" indent="0">
              <a:buNone/>
              <a:defRPr sz="2399"/>
            </a:lvl2pPr>
            <a:lvl3pPr marL="1828343" indent="0">
              <a:buNone/>
              <a:defRPr sz="2000"/>
            </a:lvl3pPr>
            <a:lvl4pPr marL="2742514" indent="0">
              <a:buNone/>
              <a:defRPr sz="1800"/>
            </a:lvl4pPr>
            <a:lvl5pPr marL="3656686" indent="0">
              <a:buNone/>
              <a:defRPr sz="1800"/>
            </a:lvl5pPr>
            <a:lvl6pPr marL="4570857" indent="0">
              <a:buNone/>
              <a:defRPr sz="1800"/>
            </a:lvl6pPr>
            <a:lvl7pPr marL="5485028" indent="0">
              <a:buNone/>
              <a:defRPr sz="1800"/>
            </a:lvl7pPr>
            <a:lvl8pPr marL="6399200" indent="0">
              <a:buNone/>
              <a:defRPr sz="1800"/>
            </a:lvl8pPr>
            <a:lvl9pPr marL="7313371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75768" y="8809192"/>
            <a:ext cx="6399133" cy="115252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9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8975768" y="5333996"/>
            <a:ext cx="6396214" cy="3048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999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8972849" y="9961714"/>
            <a:ext cx="6399133" cy="1620684"/>
          </a:xfrm>
        </p:spPr>
        <p:txBody>
          <a:bodyPr anchor="t">
            <a:normAutofit/>
          </a:bodyPr>
          <a:lstStyle>
            <a:lvl1pPr marL="0" indent="0">
              <a:buNone/>
              <a:defRPr sz="2799"/>
            </a:lvl1pPr>
            <a:lvl2pPr marL="914171" indent="0">
              <a:buNone/>
              <a:defRPr sz="2399"/>
            </a:lvl2pPr>
            <a:lvl3pPr marL="1828343" indent="0">
              <a:buNone/>
              <a:defRPr sz="2000"/>
            </a:lvl3pPr>
            <a:lvl4pPr marL="2742514" indent="0">
              <a:buNone/>
              <a:defRPr sz="1800"/>
            </a:lvl4pPr>
            <a:lvl5pPr marL="3656686" indent="0">
              <a:buNone/>
              <a:defRPr sz="1800"/>
            </a:lvl5pPr>
            <a:lvl6pPr marL="4570857" indent="0">
              <a:buNone/>
              <a:defRPr sz="1800"/>
            </a:lvl6pPr>
            <a:lvl7pPr marL="5485028" indent="0">
              <a:buNone/>
              <a:defRPr sz="1800"/>
            </a:lvl7pPr>
            <a:lvl8pPr marL="6399200" indent="0">
              <a:buNone/>
              <a:defRPr sz="1800"/>
            </a:lvl8pPr>
            <a:lvl9pPr marL="7313371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5701045" y="8809190"/>
            <a:ext cx="6379820" cy="115252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999" b="0" cap="all" baseline="0">
                <a:solidFill>
                  <a:schemeClr val="tx1"/>
                </a:solidFill>
              </a:defRPr>
            </a:lvl1pPr>
            <a:lvl2pPr marL="914171" indent="0">
              <a:buNone/>
              <a:defRPr sz="3999" b="1"/>
            </a:lvl2pPr>
            <a:lvl3pPr marL="1828343" indent="0">
              <a:buNone/>
              <a:defRPr sz="3599" b="1"/>
            </a:lvl3pPr>
            <a:lvl4pPr marL="2742514" indent="0">
              <a:buNone/>
              <a:defRPr sz="3199" b="1"/>
            </a:lvl4pPr>
            <a:lvl5pPr marL="3656686" indent="0">
              <a:buNone/>
              <a:defRPr sz="3199" b="1"/>
            </a:lvl5pPr>
            <a:lvl6pPr marL="4570857" indent="0">
              <a:buNone/>
              <a:defRPr sz="3199" b="1"/>
            </a:lvl6pPr>
            <a:lvl7pPr marL="5485028" indent="0">
              <a:buNone/>
              <a:defRPr sz="3199" b="1"/>
            </a:lvl7pPr>
            <a:lvl8pPr marL="6399200" indent="0">
              <a:buNone/>
              <a:defRPr sz="3199" b="1"/>
            </a:lvl8pPr>
            <a:lvl9pPr marL="7313371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5700795" y="5333996"/>
            <a:ext cx="6388274" cy="3048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999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5700794" y="9961709"/>
            <a:ext cx="6388272" cy="1620690"/>
          </a:xfrm>
        </p:spPr>
        <p:txBody>
          <a:bodyPr anchor="t">
            <a:normAutofit/>
          </a:bodyPr>
          <a:lstStyle>
            <a:lvl1pPr marL="0" indent="0">
              <a:buNone/>
              <a:defRPr sz="2799"/>
            </a:lvl1pPr>
            <a:lvl2pPr marL="914171" indent="0">
              <a:buNone/>
              <a:defRPr sz="2399"/>
            </a:lvl2pPr>
            <a:lvl3pPr marL="1828343" indent="0">
              <a:buNone/>
              <a:defRPr sz="2000"/>
            </a:lvl3pPr>
            <a:lvl4pPr marL="2742514" indent="0">
              <a:buNone/>
              <a:defRPr sz="1800"/>
            </a:lvl4pPr>
            <a:lvl5pPr marL="3656686" indent="0">
              <a:buNone/>
              <a:defRPr sz="1800"/>
            </a:lvl5pPr>
            <a:lvl6pPr marL="4570857" indent="0">
              <a:buNone/>
              <a:defRPr sz="1800"/>
            </a:lvl6pPr>
            <a:lvl7pPr marL="5485028" indent="0">
              <a:buNone/>
              <a:defRPr sz="1800"/>
            </a:lvl7pPr>
            <a:lvl8pPr marL="6399200" indent="0">
              <a:buNone/>
              <a:defRPr sz="1800"/>
            </a:lvl8pPr>
            <a:lvl9pPr marL="7313371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79218"/>
      </p:ext>
    </p:extLst>
  </p:cSld>
  <p:clrMapOvr>
    <a:masterClrMapping/>
  </p:clrMapOvr>
  <p:hf hdr="0" dt="0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20585"/>
      </p:ext>
    </p:extLst>
  </p:cSld>
  <p:clrMapOvr>
    <a:masterClrMapping/>
  </p:clrMapOvr>
  <p:hf hdr="0" dt="0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80091" y="1219199"/>
            <a:ext cx="4008978" cy="103632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2226" y="1219199"/>
            <a:ext cx="15493144" cy="103632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05117"/>
      </p:ext>
    </p:extLst>
  </p:cSld>
  <p:clrMapOvr>
    <a:masterClrMapping/>
  </p:clrMapOvr>
  <p:hf hdr="0" dt="0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ext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626" y="3767328"/>
            <a:ext cx="13274674" cy="8877247"/>
          </a:xfrm>
        </p:spPr>
        <p:txBody>
          <a:bodyPr/>
          <a:lstStyle>
            <a:lvl1pPr>
              <a:spcAft>
                <a:spcPts val="3000"/>
              </a:spcAft>
              <a:defRPr/>
            </a:lvl1pPr>
            <a:lvl2pPr>
              <a:spcAft>
                <a:spcPts val="3000"/>
              </a:spcAft>
              <a:defRPr/>
            </a:lvl2pPr>
            <a:lvl3pPr>
              <a:spcAft>
                <a:spcPts val="3000"/>
              </a:spcAft>
              <a:defRPr/>
            </a:lvl3pPr>
            <a:lvl4pPr>
              <a:spcAft>
                <a:spcPts val="3000"/>
              </a:spcAft>
              <a:defRPr/>
            </a:lvl4pPr>
            <a:lvl5pPr>
              <a:spcAft>
                <a:spcPts val="30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813DAB7-2A4F-CF7C-AB43-860A32E7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25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103" Type="http://schemas.openxmlformats.org/officeDocument/2006/relationships/image" Target="../media/image2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slideLayout" Target="../slideLayouts/slideLayout114.xml"/><Relationship Id="rId18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17" Type="http://schemas.openxmlformats.org/officeDocument/2006/relationships/slideLayout" Target="../slideLayouts/slideLayout118.xml"/><Relationship Id="rId2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17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slideLayout" Target="../slideLayouts/slideLayout1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0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24377656" cy="1371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28569" y="1"/>
            <a:ext cx="24101498" cy="13716002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2231" y="1237036"/>
            <a:ext cx="19806837" cy="2957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2230" y="4498974"/>
            <a:ext cx="19806839" cy="7083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9958" y="11766553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2229" y="11766551"/>
            <a:ext cx="1247536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99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547291" y="11766549"/>
            <a:ext cx="154177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447FF466-8B7B-545E-972F-C1E24F6EDC87}"/>
              </a:ext>
            </a:extLst>
          </p:cNvPr>
          <p:cNvSpPr/>
          <p:nvPr userDrawn="1"/>
        </p:nvSpPr>
        <p:spPr>
          <a:xfrm>
            <a:off x="23336162" y="590412"/>
            <a:ext cx="380546" cy="425614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72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65840D-9CAE-2C87-17A6-F120198EAA3E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761545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  <p:sldLayoutId id="2147483795" r:id="rId18"/>
    <p:sldLayoutId id="2147483796" r:id="rId19"/>
    <p:sldLayoutId id="2147483797" r:id="rId20"/>
    <p:sldLayoutId id="2147483798" r:id="rId21"/>
    <p:sldLayoutId id="2147483799" r:id="rId22"/>
    <p:sldLayoutId id="2147483672" r:id="rId23"/>
    <p:sldLayoutId id="2147483675" r:id="rId24"/>
    <p:sldLayoutId id="2147483665" r:id="rId25"/>
    <p:sldLayoutId id="2147483736" r:id="rId26"/>
    <p:sldLayoutId id="2147483737" r:id="rId27"/>
    <p:sldLayoutId id="2147483676" r:id="rId28"/>
    <p:sldLayoutId id="2147483677" r:id="rId29"/>
    <p:sldLayoutId id="2147483682" r:id="rId30"/>
    <p:sldLayoutId id="2147483683" r:id="rId31"/>
    <p:sldLayoutId id="2147483685" r:id="rId32"/>
    <p:sldLayoutId id="2147483686" r:id="rId33"/>
    <p:sldLayoutId id="2147483687" r:id="rId34"/>
    <p:sldLayoutId id="2147483688" r:id="rId35"/>
    <p:sldLayoutId id="2147483738" r:id="rId36"/>
    <p:sldLayoutId id="2147483689" r:id="rId37"/>
    <p:sldLayoutId id="2147483739" r:id="rId38"/>
    <p:sldLayoutId id="2147483740" r:id="rId39"/>
    <p:sldLayoutId id="2147483690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703" r:id="rId51"/>
    <p:sldLayoutId id="2147483741" r:id="rId52"/>
    <p:sldLayoutId id="2147483742" r:id="rId53"/>
    <p:sldLayoutId id="2147483705" r:id="rId54"/>
    <p:sldLayoutId id="2147483706" r:id="rId55"/>
    <p:sldLayoutId id="2147483707" r:id="rId56"/>
    <p:sldLayoutId id="2147483708" r:id="rId57"/>
    <p:sldLayoutId id="2147483709" r:id="rId58"/>
    <p:sldLayoutId id="2147483710" r:id="rId59"/>
    <p:sldLayoutId id="2147483711" r:id="rId60"/>
    <p:sldLayoutId id="2147483743" r:id="rId61"/>
    <p:sldLayoutId id="2147483712" r:id="rId62"/>
    <p:sldLayoutId id="2147483713" r:id="rId63"/>
    <p:sldLayoutId id="2147483721" r:id="rId64"/>
    <p:sldLayoutId id="2147483723" r:id="rId65"/>
    <p:sldLayoutId id="2147483724" r:id="rId66"/>
    <p:sldLayoutId id="2147483722" r:id="rId67"/>
    <p:sldLayoutId id="2147483725" r:id="rId68"/>
    <p:sldLayoutId id="2147483728" r:id="rId69"/>
    <p:sldLayoutId id="2147483727" r:id="rId70"/>
    <p:sldLayoutId id="2147483729" r:id="rId71"/>
    <p:sldLayoutId id="2147483730" r:id="rId72"/>
    <p:sldLayoutId id="2147483731" r:id="rId73"/>
    <p:sldLayoutId id="2147483732" r:id="rId74"/>
    <p:sldLayoutId id="2147483733" r:id="rId75"/>
    <p:sldLayoutId id="2147483734" r:id="rId76"/>
    <p:sldLayoutId id="2147483735" r:id="rId77"/>
    <p:sldLayoutId id="2147483726" r:id="rId78"/>
    <p:sldLayoutId id="2147483746" r:id="rId79"/>
    <p:sldLayoutId id="2147483744" r:id="rId80"/>
    <p:sldLayoutId id="2147483745" r:id="rId81"/>
    <p:sldLayoutId id="2147483717" r:id="rId82"/>
    <p:sldLayoutId id="2147483716" r:id="rId83"/>
    <p:sldLayoutId id="2147483718" r:id="rId84"/>
    <p:sldLayoutId id="2147483719" r:id="rId85"/>
    <p:sldLayoutId id="2147483714" r:id="rId86"/>
    <p:sldLayoutId id="2147483715" r:id="rId87"/>
    <p:sldLayoutId id="2147483720" r:id="rId88"/>
    <p:sldLayoutId id="2147483662" r:id="rId89"/>
    <p:sldLayoutId id="2147483664" r:id="rId90"/>
    <p:sldLayoutId id="2147483666" r:id="rId91"/>
    <p:sldLayoutId id="2147483667" r:id="rId92"/>
    <p:sldLayoutId id="2147483678" r:id="rId93"/>
    <p:sldLayoutId id="2147483748" r:id="rId94"/>
    <p:sldLayoutId id="2147483751" r:id="rId95"/>
    <p:sldLayoutId id="2147483752" r:id="rId96"/>
    <p:sldLayoutId id="2147483749" r:id="rId97"/>
    <p:sldLayoutId id="2147483704" r:id="rId98"/>
    <p:sldLayoutId id="2147483750" r:id="rId99"/>
    <p:sldLayoutId id="2147483747" r:id="rId100"/>
    <p:sldLayoutId id="2147483753" r:id="rId101"/>
  </p:sldLayoutIdLst>
  <p:hf hd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7198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6" indent="-457086" algn="l" defTabSz="1828343" rtl="0" eaLnBrk="1" latinLnBrk="0" hangingPunct="1">
        <a:lnSpc>
          <a:spcPct val="120000"/>
        </a:lnSpc>
        <a:spcBef>
          <a:spcPts val="2000"/>
        </a:spcBef>
        <a:buSzPct val="125000"/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1pPr>
      <a:lvl2pPr marL="1371257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3999" kern="1200">
          <a:solidFill>
            <a:schemeClr val="tx1"/>
          </a:solidFill>
          <a:latin typeface="+mn-lt"/>
          <a:ea typeface="+mn-ea"/>
          <a:cs typeface="+mn-cs"/>
        </a:defRPr>
      </a:lvl2pPr>
      <a:lvl3pPr marL="2285429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3199600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4pPr>
      <a:lvl5pPr marL="4113771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0" userDrawn="1">
          <p15:clr>
            <a:srgbClr val="F26B43"/>
          </p15:clr>
        </p15:guide>
        <p15:guide id="2" pos="1438" userDrawn="1">
          <p15:clr>
            <a:srgbClr val="F26B43"/>
          </p15:clr>
        </p15:guide>
        <p15:guide id="3" pos="1652" userDrawn="1">
          <p15:clr>
            <a:srgbClr val="F26B43"/>
          </p15:clr>
        </p15:guide>
        <p15:guide id="4" pos="2662" userDrawn="1">
          <p15:clr>
            <a:srgbClr val="F26B43"/>
          </p15:clr>
        </p15:guide>
        <p15:guide id="5" pos="2880" userDrawn="1">
          <p15:clr>
            <a:srgbClr val="F26B43"/>
          </p15:clr>
        </p15:guide>
        <p15:guide id="6" pos="9007" userDrawn="1">
          <p15:clr>
            <a:srgbClr val="F26B43"/>
          </p15:clr>
        </p15:guide>
        <p15:guide id="7" pos="8792" userDrawn="1">
          <p15:clr>
            <a:srgbClr val="F26B43"/>
          </p15:clr>
        </p15:guide>
        <p15:guide id="8" pos="3893" userDrawn="1">
          <p15:clr>
            <a:srgbClr val="F26B43"/>
          </p15:clr>
        </p15:guide>
        <p15:guide id="9" pos="4108" userDrawn="1">
          <p15:clr>
            <a:srgbClr val="F26B43"/>
          </p15:clr>
        </p15:guide>
        <p15:guide id="10" pos="5118" userDrawn="1">
          <p15:clr>
            <a:srgbClr val="F26B43"/>
          </p15:clr>
        </p15:guide>
        <p15:guide id="11" pos="5330" userDrawn="1">
          <p15:clr>
            <a:srgbClr val="F26B43"/>
          </p15:clr>
        </p15:guide>
        <p15:guide id="12" pos="6342" userDrawn="1">
          <p15:clr>
            <a:srgbClr val="F26B43"/>
          </p15:clr>
        </p15:guide>
        <p15:guide id="13" pos="6559" userDrawn="1">
          <p15:clr>
            <a:srgbClr val="F26B43"/>
          </p15:clr>
        </p15:guide>
        <p15:guide id="14" pos="7570" userDrawn="1">
          <p15:clr>
            <a:srgbClr val="F26B43"/>
          </p15:clr>
        </p15:guide>
        <p15:guide id="15" pos="7785" userDrawn="1">
          <p15:clr>
            <a:srgbClr val="F26B43"/>
          </p15:clr>
        </p15:guide>
        <p15:guide id="16" pos="10014" userDrawn="1">
          <p15:clr>
            <a:srgbClr val="F26B43"/>
          </p15:clr>
        </p15:guide>
        <p15:guide id="17" pos="10235" userDrawn="1">
          <p15:clr>
            <a:srgbClr val="F26B43"/>
          </p15:clr>
        </p15:guide>
        <p15:guide id="18" pos="11248" userDrawn="1">
          <p15:clr>
            <a:srgbClr val="F26B43"/>
          </p15:clr>
        </p15:guide>
        <p15:guide id="19" pos="11457" userDrawn="1">
          <p15:clr>
            <a:srgbClr val="F26B43"/>
          </p15:clr>
        </p15:guide>
        <p15:guide id="20" pos="12469" userDrawn="1">
          <p15:clr>
            <a:srgbClr val="F26B43"/>
          </p15:clr>
        </p15:guide>
        <p15:guide id="21" pos="12685" userDrawn="1">
          <p15:clr>
            <a:srgbClr val="F26B43"/>
          </p15:clr>
        </p15:guide>
        <p15:guide id="22" pos="13694" userDrawn="1">
          <p15:clr>
            <a:srgbClr val="F26B43"/>
          </p15:clr>
        </p15:guide>
        <p15:guide id="23" pos="13914" userDrawn="1">
          <p15:clr>
            <a:srgbClr val="F26B43"/>
          </p15:clr>
        </p15:guide>
        <p15:guide id="24" pos="14925" userDrawn="1">
          <p15:clr>
            <a:srgbClr val="F26B43"/>
          </p15:clr>
        </p15:guide>
        <p15:guide id="25" orient="horz" pos="432" userDrawn="1">
          <p15:clr>
            <a:srgbClr val="F26B43"/>
          </p15:clr>
        </p15:guide>
        <p15:guide id="26" orient="horz" pos="1176" userDrawn="1">
          <p15:clr>
            <a:srgbClr val="F26B43"/>
          </p15:clr>
        </p15:guide>
        <p15:guide id="27" orient="horz" pos="1393" userDrawn="1">
          <p15:clr>
            <a:srgbClr val="F26B43"/>
          </p15:clr>
        </p15:guide>
        <p15:guide id="28" orient="horz" pos="2141" userDrawn="1">
          <p15:clr>
            <a:srgbClr val="F26B43"/>
          </p15:clr>
        </p15:guide>
        <p15:guide id="29" orient="horz" pos="2355" userDrawn="1">
          <p15:clr>
            <a:srgbClr val="F26B43"/>
          </p15:clr>
        </p15:guide>
        <p15:guide id="30" orient="horz" pos="3100" userDrawn="1">
          <p15:clr>
            <a:srgbClr val="F26B43"/>
          </p15:clr>
        </p15:guide>
        <p15:guide id="31" orient="horz" pos="3317" userDrawn="1">
          <p15:clr>
            <a:srgbClr val="F26B43"/>
          </p15:clr>
        </p15:guide>
        <p15:guide id="32" orient="horz" pos="4062" userDrawn="1">
          <p15:clr>
            <a:srgbClr val="F26B43"/>
          </p15:clr>
        </p15:guide>
        <p15:guide id="33" orient="horz" pos="4279" userDrawn="1">
          <p15:clr>
            <a:srgbClr val="F26B43"/>
          </p15:clr>
        </p15:guide>
        <p15:guide id="34" orient="horz" pos="5027" userDrawn="1">
          <p15:clr>
            <a:srgbClr val="F26B43"/>
          </p15:clr>
        </p15:guide>
        <p15:guide id="35" orient="horz" pos="5244" userDrawn="1">
          <p15:clr>
            <a:srgbClr val="F26B43"/>
          </p15:clr>
        </p15:guide>
        <p15:guide id="36" orient="horz" pos="5992" userDrawn="1">
          <p15:clr>
            <a:srgbClr val="F26B43"/>
          </p15:clr>
        </p15:guide>
        <p15:guide id="37" orient="horz" pos="6206" userDrawn="1">
          <p15:clr>
            <a:srgbClr val="F26B43"/>
          </p15:clr>
        </p15:guide>
        <p15:guide id="38" orient="horz" pos="6951" userDrawn="1">
          <p15:clr>
            <a:srgbClr val="F26B43"/>
          </p15:clr>
        </p15:guide>
        <p15:guide id="39" orient="horz" pos="7168" userDrawn="1">
          <p15:clr>
            <a:srgbClr val="F26B43"/>
          </p15:clr>
        </p15:guide>
        <p15:guide id="40" orient="horz" pos="79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24377656" cy="1371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28569" y="1"/>
            <a:ext cx="24101498" cy="13716002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2231" y="1237036"/>
            <a:ext cx="19806837" cy="2957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2230" y="4498974"/>
            <a:ext cx="19806839" cy="7083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9958" y="11766553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2229" y="11766551"/>
            <a:ext cx="1247536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99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547291" y="11766549"/>
            <a:ext cx="154177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418B591D-E4C4-FD6C-0BC0-94E08299CA93}"/>
              </a:ext>
            </a:extLst>
          </p:cNvPr>
          <p:cNvSpPr/>
          <p:nvPr userDrawn="1"/>
        </p:nvSpPr>
        <p:spPr>
          <a:xfrm>
            <a:off x="23336162" y="590412"/>
            <a:ext cx="380546" cy="425614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72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5E29F8-56F5-BE7E-969E-C45411B0907E}"/>
              </a:ext>
            </a:extLst>
          </p:cNvPr>
          <p:cNvSpPr txBox="1"/>
          <p:nvPr userDrawn="1"/>
        </p:nvSpPr>
        <p:spPr>
          <a:xfrm>
            <a:off x="686363" y="12933107"/>
            <a:ext cx="7415409" cy="4572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16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270029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</p:sldLayoutIdLst>
  <p:hf hd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7198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6" indent="-457086" algn="l" defTabSz="1828343" rtl="0" eaLnBrk="1" latinLnBrk="0" hangingPunct="1">
        <a:lnSpc>
          <a:spcPct val="120000"/>
        </a:lnSpc>
        <a:spcBef>
          <a:spcPts val="2000"/>
        </a:spcBef>
        <a:buSzPct val="125000"/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1pPr>
      <a:lvl2pPr marL="1371257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3999" kern="1200">
          <a:solidFill>
            <a:schemeClr val="tx1"/>
          </a:solidFill>
          <a:latin typeface="+mn-lt"/>
          <a:ea typeface="+mn-ea"/>
          <a:cs typeface="+mn-cs"/>
        </a:defRPr>
      </a:lvl2pPr>
      <a:lvl3pPr marL="2285429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3199600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4pPr>
      <a:lvl5pPr marL="4113771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0" userDrawn="1">
          <p15:clr>
            <a:srgbClr val="F26B43"/>
          </p15:clr>
        </p15:guide>
        <p15:guide id="2" pos="1438" userDrawn="1">
          <p15:clr>
            <a:srgbClr val="F26B43"/>
          </p15:clr>
        </p15:guide>
        <p15:guide id="3" pos="1652" userDrawn="1">
          <p15:clr>
            <a:srgbClr val="F26B43"/>
          </p15:clr>
        </p15:guide>
        <p15:guide id="4" pos="2662" userDrawn="1">
          <p15:clr>
            <a:srgbClr val="F26B43"/>
          </p15:clr>
        </p15:guide>
        <p15:guide id="5" pos="2880" userDrawn="1">
          <p15:clr>
            <a:srgbClr val="F26B43"/>
          </p15:clr>
        </p15:guide>
        <p15:guide id="6" pos="9007" userDrawn="1">
          <p15:clr>
            <a:srgbClr val="F26B43"/>
          </p15:clr>
        </p15:guide>
        <p15:guide id="7" pos="8792" userDrawn="1">
          <p15:clr>
            <a:srgbClr val="F26B43"/>
          </p15:clr>
        </p15:guide>
        <p15:guide id="8" pos="3893" userDrawn="1">
          <p15:clr>
            <a:srgbClr val="F26B43"/>
          </p15:clr>
        </p15:guide>
        <p15:guide id="9" pos="4108" userDrawn="1">
          <p15:clr>
            <a:srgbClr val="F26B43"/>
          </p15:clr>
        </p15:guide>
        <p15:guide id="10" pos="5118" userDrawn="1">
          <p15:clr>
            <a:srgbClr val="F26B43"/>
          </p15:clr>
        </p15:guide>
        <p15:guide id="11" pos="5330" userDrawn="1">
          <p15:clr>
            <a:srgbClr val="F26B43"/>
          </p15:clr>
        </p15:guide>
        <p15:guide id="12" pos="6342" userDrawn="1">
          <p15:clr>
            <a:srgbClr val="F26B43"/>
          </p15:clr>
        </p15:guide>
        <p15:guide id="13" pos="6559" userDrawn="1">
          <p15:clr>
            <a:srgbClr val="F26B43"/>
          </p15:clr>
        </p15:guide>
        <p15:guide id="14" pos="7570" userDrawn="1">
          <p15:clr>
            <a:srgbClr val="F26B43"/>
          </p15:clr>
        </p15:guide>
        <p15:guide id="15" pos="7785" userDrawn="1">
          <p15:clr>
            <a:srgbClr val="F26B43"/>
          </p15:clr>
        </p15:guide>
        <p15:guide id="16" pos="10014" userDrawn="1">
          <p15:clr>
            <a:srgbClr val="F26B43"/>
          </p15:clr>
        </p15:guide>
        <p15:guide id="17" pos="10235" userDrawn="1">
          <p15:clr>
            <a:srgbClr val="F26B43"/>
          </p15:clr>
        </p15:guide>
        <p15:guide id="18" pos="11248" userDrawn="1">
          <p15:clr>
            <a:srgbClr val="F26B43"/>
          </p15:clr>
        </p15:guide>
        <p15:guide id="19" pos="11457" userDrawn="1">
          <p15:clr>
            <a:srgbClr val="F26B43"/>
          </p15:clr>
        </p15:guide>
        <p15:guide id="20" pos="12469" userDrawn="1">
          <p15:clr>
            <a:srgbClr val="F26B43"/>
          </p15:clr>
        </p15:guide>
        <p15:guide id="21" pos="12685" userDrawn="1">
          <p15:clr>
            <a:srgbClr val="F26B43"/>
          </p15:clr>
        </p15:guide>
        <p15:guide id="22" pos="13694" userDrawn="1">
          <p15:clr>
            <a:srgbClr val="F26B43"/>
          </p15:clr>
        </p15:guide>
        <p15:guide id="23" pos="13914" userDrawn="1">
          <p15:clr>
            <a:srgbClr val="F26B43"/>
          </p15:clr>
        </p15:guide>
        <p15:guide id="24" pos="14925" userDrawn="1">
          <p15:clr>
            <a:srgbClr val="F26B43"/>
          </p15:clr>
        </p15:guide>
        <p15:guide id="25" orient="horz" pos="432" userDrawn="1">
          <p15:clr>
            <a:srgbClr val="F26B43"/>
          </p15:clr>
        </p15:guide>
        <p15:guide id="26" orient="horz" pos="1176" userDrawn="1">
          <p15:clr>
            <a:srgbClr val="F26B43"/>
          </p15:clr>
        </p15:guide>
        <p15:guide id="27" orient="horz" pos="1393" userDrawn="1">
          <p15:clr>
            <a:srgbClr val="F26B43"/>
          </p15:clr>
        </p15:guide>
        <p15:guide id="28" orient="horz" pos="2141" userDrawn="1">
          <p15:clr>
            <a:srgbClr val="F26B43"/>
          </p15:clr>
        </p15:guide>
        <p15:guide id="29" orient="horz" pos="2355" userDrawn="1">
          <p15:clr>
            <a:srgbClr val="F26B43"/>
          </p15:clr>
        </p15:guide>
        <p15:guide id="30" orient="horz" pos="3100" userDrawn="1">
          <p15:clr>
            <a:srgbClr val="F26B43"/>
          </p15:clr>
        </p15:guide>
        <p15:guide id="31" orient="horz" pos="3317" userDrawn="1">
          <p15:clr>
            <a:srgbClr val="F26B43"/>
          </p15:clr>
        </p15:guide>
        <p15:guide id="32" orient="horz" pos="4062" userDrawn="1">
          <p15:clr>
            <a:srgbClr val="F26B43"/>
          </p15:clr>
        </p15:guide>
        <p15:guide id="33" orient="horz" pos="4279" userDrawn="1">
          <p15:clr>
            <a:srgbClr val="F26B43"/>
          </p15:clr>
        </p15:guide>
        <p15:guide id="34" orient="horz" pos="5027" userDrawn="1">
          <p15:clr>
            <a:srgbClr val="F26B43"/>
          </p15:clr>
        </p15:guide>
        <p15:guide id="35" orient="horz" pos="5244" userDrawn="1">
          <p15:clr>
            <a:srgbClr val="F26B43"/>
          </p15:clr>
        </p15:guide>
        <p15:guide id="36" orient="horz" pos="5992" userDrawn="1">
          <p15:clr>
            <a:srgbClr val="F26B43"/>
          </p15:clr>
        </p15:guide>
        <p15:guide id="37" orient="horz" pos="6206" userDrawn="1">
          <p15:clr>
            <a:srgbClr val="F26B43"/>
          </p15:clr>
        </p15:guide>
        <p15:guide id="38" orient="horz" pos="6951" userDrawn="1">
          <p15:clr>
            <a:srgbClr val="F26B43"/>
          </p15:clr>
        </p15:guide>
        <p15:guide id="39" orient="horz" pos="7168" userDrawn="1">
          <p15:clr>
            <a:srgbClr val="F26B43"/>
          </p15:clr>
        </p15:guide>
        <p15:guide id="40" orient="horz" pos="79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9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8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"/>
            <a:ext cx="24377655" cy="13716002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49" name="Group 114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08943" cy="13716002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5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04" name="Rectangle 1203">
            <a:extLst>
              <a:ext uri="{FF2B5EF4-FFF2-40B4-BE49-F238E27FC236}">
                <a16:creationId xmlns:a16="http://schemas.microsoft.com/office/drawing/2014/main" id="{4D6A640B-6684-4338-9199-6EE758735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05" name="Group 1204">
            <a:extLst>
              <a:ext uri="{FF2B5EF4-FFF2-40B4-BE49-F238E27FC236}">
                <a16:creationId xmlns:a16="http://schemas.microsoft.com/office/drawing/2014/main" id="{5BAB052D-92E4-4715-895B-E42323075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"/>
            <a:ext cx="4608943" cy="13716002"/>
            <a:chOff x="0" y="0"/>
            <a:chExt cx="2305051" cy="6858001"/>
          </a:xfrm>
          <a:solidFill>
            <a:schemeClr val="bg2">
              <a:lumMod val="60000"/>
              <a:lumOff val="40000"/>
              <a:alpha val="60000"/>
            </a:schemeClr>
          </a:solidFill>
          <a:effectLst/>
        </p:grpSpPr>
        <p:sp>
          <p:nvSpPr>
            <p:cNvPr id="1206" name="Rectangle 5">
              <a:extLst>
                <a:ext uri="{FF2B5EF4-FFF2-40B4-BE49-F238E27FC236}">
                  <a16:creationId xmlns:a16="http://schemas.microsoft.com/office/drawing/2014/main" id="{F9792D54-14D4-44D6-A491-DEA72C26C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" name="Freeform 6">
              <a:extLst>
                <a:ext uri="{FF2B5EF4-FFF2-40B4-BE49-F238E27FC236}">
                  <a16:creationId xmlns:a16="http://schemas.microsoft.com/office/drawing/2014/main" id="{D3CB19E7-637B-4FA1-B5E7-E35CF50AD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" name="Freeform 7">
              <a:extLst>
                <a:ext uri="{FF2B5EF4-FFF2-40B4-BE49-F238E27FC236}">
                  <a16:creationId xmlns:a16="http://schemas.microsoft.com/office/drawing/2014/main" id="{B8CED72B-CBE7-450E-BE7C-247E88439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" name="Rectangle 8">
              <a:extLst>
                <a:ext uri="{FF2B5EF4-FFF2-40B4-BE49-F238E27FC236}">
                  <a16:creationId xmlns:a16="http://schemas.microsoft.com/office/drawing/2014/main" id="{3BBD7465-3665-40AE-98E8-F8503EE20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0" name="Freeform 9">
              <a:extLst>
                <a:ext uri="{FF2B5EF4-FFF2-40B4-BE49-F238E27FC236}">
                  <a16:creationId xmlns:a16="http://schemas.microsoft.com/office/drawing/2014/main" id="{86CB6F49-3080-4A29-860D-F8F1AC4AC3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1" name="Freeform 10">
              <a:extLst>
                <a:ext uri="{FF2B5EF4-FFF2-40B4-BE49-F238E27FC236}">
                  <a16:creationId xmlns:a16="http://schemas.microsoft.com/office/drawing/2014/main" id="{EA3A8EBB-EC1C-42C6-B409-E065ACD0E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2" name="Freeform 11">
              <a:extLst>
                <a:ext uri="{FF2B5EF4-FFF2-40B4-BE49-F238E27FC236}">
                  <a16:creationId xmlns:a16="http://schemas.microsoft.com/office/drawing/2014/main" id="{0F0AAA08-BD9A-4F88-A60C-F2ECB84CE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3" name="Freeform 12">
              <a:extLst>
                <a:ext uri="{FF2B5EF4-FFF2-40B4-BE49-F238E27FC236}">
                  <a16:creationId xmlns:a16="http://schemas.microsoft.com/office/drawing/2014/main" id="{44ACFC6E-01EE-4A01-8C39-0C4BC6B4EF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4" name="Freeform 13">
              <a:extLst>
                <a:ext uri="{FF2B5EF4-FFF2-40B4-BE49-F238E27FC236}">
                  <a16:creationId xmlns:a16="http://schemas.microsoft.com/office/drawing/2014/main" id="{DDE8B861-702A-45C6-A7C5-D20764B55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" name="Freeform 14">
              <a:extLst>
                <a:ext uri="{FF2B5EF4-FFF2-40B4-BE49-F238E27FC236}">
                  <a16:creationId xmlns:a16="http://schemas.microsoft.com/office/drawing/2014/main" id="{28DFAFFC-4BAC-4606-8F45-47284ED21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6" name="Freeform 15">
              <a:extLst>
                <a:ext uri="{FF2B5EF4-FFF2-40B4-BE49-F238E27FC236}">
                  <a16:creationId xmlns:a16="http://schemas.microsoft.com/office/drawing/2014/main" id="{B141C913-8CB4-4E5B-B684-BD40367775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7" name="Freeform 16">
              <a:extLst>
                <a:ext uri="{FF2B5EF4-FFF2-40B4-BE49-F238E27FC236}">
                  <a16:creationId xmlns:a16="http://schemas.microsoft.com/office/drawing/2014/main" id="{81E80ADE-DC6D-491B-BAC4-A90D44FD4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8" name="Freeform 17">
              <a:extLst>
                <a:ext uri="{FF2B5EF4-FFF2-40B4-BE49-F238E27FC236}">
                  <a16:creationId xmlns:a16="http://schemas.microsoft.com/office/drawing/2014/main" id="{4A425A61-47B5-41CA-A1D6-21C358B89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9" name="Freeform 18">
              <a:extLst>
                <a:ext uri="{FF2B5EF4-FFF2-40B4-BE49-F238E27FC236}">
                  <a16:creationId xmlns:a16="http://schemas.microsoft.com/office/drawing/2014/main" id="{B44D4532-40A1-4CEB-8A1C-711180D586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0" name="Freeform 19">
              <a:extLst>
                <a:ext uri="{FF2B5EF4-FFF2-40B4-BE49-F238E27FC236}">
                  <a16:creationId xmlns:a16="http://schemas.microsoft.com/office/drawing/2014/main" id="{31056221-3B7D-4E0B-A366-3E03523EF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1" name="Freeform 20">
              <a:extLst>
                <a:ext uri="{FF2B5EF4-FFF2-40B4-BE49-F238E27FC236}">
                  <a16:creationId xmlns:a16="http://schemas.microsoft.com/office/drawing/2014/main" id="{0F4CE988-2CA1-4875-8419-BC9914E7A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2" name="Freeform 21">
              <a:extLst>
                <a:ext uri="{FF2B5EF4-FFF2-40B4-BE49-F238E27FC236}">
                  <a16:creationId xmlns:a16="http://schemas.microsoft.com/office/drawing/2014/main" id="{D5E11DED-8522-4839-A2C5-9D64FBB03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3" name="Freeform 22">
              <a:extLst>
                <a:ext uri="{FF2B5EF4-FFF2-40B4-BE49-F238E27FC236}">
                  <a16:creationId xmlns:a16="http://schemas.microsoft.com/office/drawing/2014/main" id="{3A1EE55C-F160-4A56-ABFE-5EE18FE21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4" name="Freeform 23">
              <a:extLst>
                <a:ext uri="{FF2B5EF4-FFF2-40B4-BE49-F238E27FC236}">
                  <a16:creationId xmlns:a16="http://schemas.microsoft.com/office/drawing/2014/main" id="{519A9CFB-FBD5-4742-9228-976E852BC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5" name="Freeform 24">
              <a:extLst>
                <a:ext uri="{FF2B5EF4-FFF2-40B4-BE49-F238E27FC236}">
                  <a16:creationId xmlns:a16="http://schemas.microsoft.com/office/drawing/2014/main" id="{E808A3F5-6663-49E0-B6BB-AFBBCD508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6" name="Freeform 25">
              <a:extLst>
                <a:ext uri="{FF2B5EF4-FFF2-40B4-BE49-F238E27FC236}">
                  <a16:creationId xmlns:a16="http://schemas.microsoft.com/office/drawing/2014/main" id="{33A492F1-3A43-47FE-8E3E-4BF2B7864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7" name="Freeform 26">
              <a:extLst>
                <a:ext uri="{FF2B5EF4-FFF2-40B4-BE49-F238E27FC236}">
                  <a16:creationId xmlns:a16="http://schemas.microsoft.com/office/drawing/2014/main" id="{2ED7DF23-0B1F-4E17-8EC2-1B74D318F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" name="Freeform 27">
              <a:extLst>
                <a:ext uri="{FF2B5EF4-FFF2-40B4-BE49-F238E27FC236}">
                  <a16:creationId xmlns:a16="http://schemas.microsoft.com/office/drawing/2014/main" id="{FE1204BD-7481-4989-957D-B61AEA964A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" name="Freeform 28">
              <a:extLst>
                <a:ext uri="{FF2B5EF4-FFF2-40B4-BE49-F238E27FC236}">
                  <a16:creationId xmlns:a16="http://schemas.microsoft.com/office/drawing/2014/main" id="{DD3C5673-1874-477D-AE35-B37A91974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" name="Freeform 29">
              <a:extLst>
                <a:ext uri="{FF2B5EF4-FFF2-40B4-BE49-F238E27FC236}">
                  <a16:creationId xmlns:a16="http://schemas.microsoft.com/office/drawing/2014/main" id="{DA963A0C-386F-4A9E-89E8-67081094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" name="Freeform 30">
              <a:extLst>
                <a:ext uri="{FF2B5EF4-FFF2-40B4-BE49-F238E27FC236}">
                  <a16:creationId xmlns:a16="http://schemas.microsoft.com/office/drawing/2014/main" id="{D527BB52-D4EE-4CAA-A8A0-53A27DC7FF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" name="Freeform 31">
              <a:extLst>
                <a:ext uri="{FF2B5EF4-FFF2-40B4-BE49-F238E27FC236}">
                  <a16:creationId xmlns:a16="http://schemas.microsoft.com/office/drawing/2014/main" id="{2A037511-5E0A-4293-81AB-28C5DC96B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" name="Freeform 32">
              <a:extLst>
                <a:ext uri="{FF2B5EF4-FFF2-40B4-BE49-F238E27FC236}">
                  <a16:creationId xmlns:a16="http://schemas.microsoft.com/office/drawing/2014/main" id="{42A7FE1C-EF14-483B-B5FC-FDC150282A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" name="Rectangle 33">
              <a:extLst>
                <a:ext uri="{FF2B5EF4-FFF2-40B4-BE49-F238E27FC236}">
                  <a16:creationId xmlns:a16="http://schemas.microsoft.com/office/drawing/2014/main" id="{45A82D49-825B-47BC-8622-A1D54C5C2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" name="Freeform 34">
              <a:extLst>
                <a:ext uri="{FF2B5EF4-FFF2-40B4-BE49-F238E27FC236}">
                  <a16:creationId xmlns:a16="http://schemas.microsoft.com/office/drawing/2014/main" id="{039D74A5-B4AF-4800-B941-E5F8CD44E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" name="Freeform 35">
              <a:extLst>
                <a:ext uri="{FF2B5EF4-FFF2-40B4-BE49-F238E27FC236}">
                  <a16:creationId xmlns:a16="http://schemas.microsoft.com/office/drawing/2014/main" id="{70B5D059-1472-474F-BDE6-881B5D1CD7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" name="Freeform 36">
              <a:extLst>
                <a:ext uri="{FF2B5EF4-FFF2-40B4-BE49-F238E27FC236}">
                  <a16:creationId xmlns:a16="http://schemas.microsoft.com/office/drawing/2014/main" id="{736D79CC-81E0-4C87-ABAC-58197ADBD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" name="Freeform 37">
              <a:extLst>
                <a:ext uri="{FF2B5EF4-FFF2-40B4-BE49-F238E27FC236}">
                  <a16:creationId xmlns:a16="http://schemas.microsoft.com/office/drawing/2014/main" id="{7E72BA97-1228-4006-B095-8D9FB45FB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" name="Freeform 38">
              <a:extLst>
                <a:ext uri="{FF2B5EF4-FFF2-40B4-BE49-F238E27FC236}">
                  <a16:creationId xmlns:a16="http://schemas.microsoft.com/office/drawing/2014/main" id="{36FA3A99-37FB-4B03-A810-425BC9B379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" name="Freeform 39">
              <a:extLst>
                <a:ext uri="{FF2B5EF4-FFF2-40B4-BE49-F238E27FC236}">
                  <a16:creationId xmlns:a16="http://schemas.microsoft.com/office/drawing/2014/main" id="{2E45B959-2AD5-4FE4-BF6A-4F011011CF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" name="Freeform 40">
              <a:extLst>
                <a:ext uri="{FF2B5EF4-FFF2-40B4-BE49-F238E27FC236}">
                  <a16:creationId xmlns:a16="http://schemas.microsoft.com/office/drawing/2014/main" id="{CEE29A17-924F-4EED-A18C-E6A0137E52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" name="Freeform 41">
              <a:extLst>
                <a:ext uri="{FF2B5EF4-FFF2-40B4-BE49-F238E27FC236}">
                  <a16:creationId xmlns:a16="http://schemas.microsoft.com/office/drawing/2014/main" id="{EFB8BDF1-3A59-4EE5-BFAB-4F4B301E3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" name="Freeform 42">
              <a:extLst>
                <a:ext uri="{FF2B5EF4-FFF2-40B4-BE49-F238E27FC236}">
                  <a16:creationId xmlns:a16="http://schemas.microsoft.com/office/drawing/2014/main" id="{8F94E417-93B4-4071-A6D1-AE66CA682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" name="Freeform 43">
              <a:extLst>
                <a:ext uri="{FF2B5EF4-FFF2-40B4-BE49-F238E27FC236}">
                  <a16:creationId xmlns:a16="http://schemas.microsoft.com/office/drawing/2014/main" id="{A18F44A8-385D-4EB4-A013-7EB252A2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" name="Freeform 44">
              <a:extLst>
                <a:ext uri="{FF2B5EF4-FFF2-40B4-BE49-F238E27FC236}">
                  <a16:creationId xmlns:a16="http://schemas.microsoft.com/office/drawing/2014/main" id="{B25FB320-9784-4EA9-B1AE-3BF9106E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6" name="Rectangle 45">
              <a:extLst>
                <a:ext uri="{FF2B5EF4-FFF2-40B4-BE49-F238E27FC236}">
                  <a16:creationId xmlns:a16="http://schemas.microsoft.com/office/drawing/2014/main" id="{C9EB05E6-5BE4-4EE1-9F0C-E8B57B362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7" name="Freeform 46">
              <a:extLst>
                <a:ext uri="{FF2B5EF4-FFF2-40B4-BE49-F238E27FC236}">
                  <a16:creationId xmlns:a16="http://schemas.microsoft.com/office/drawing/2014/main" id="{C66CAA98-15DB-4EF7-B2CA-54F523A3C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8" name="Freeform 47">
              <a:extLst>
                <a:ext uri="{FF2B5EF4-FFF2-40B4-BE49-F238E27FC236}">
                  <a16:creationId xmlns:a16="http://schemas.microsoft.com/office/drawing/2014/main" id="{7A30C330-EB27-4D08-82D2-7311A8505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9" name="Freeform 48">
              <a:extLst>
                <a:ext uri="{FF2B5EF4-FFF2-40B4-BE49-F238E27FC236}">
                  <a16:creationId xmlns:a16="http://schemas.microsoft.com/office/drawing/2014/main" id="{285C54D0-DCD8-43CD-AE6D-00487565C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0" name="Freeform 49">
              <a:extLst>
                <a:ext uri="{FF2B5EF4-FFF2-40B4-BE49-F238E27FC236}">
                  <a16:creationId xmlns:a16="http://schemas.microsoft.com/office/drawing/2014/main" id="{BC525C34-0A4A-4042-8FA3-F64A115AE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1" name="Freeform 50">
              <a:extLst>
                <a:ext uri="{FF2B5EF4-FFF2-40B4-BE49-F238E27FC236}">
                  <a16:creationId xmlns:a16="http://schemas.microsoft.com/office/drawing/2014/main" id="{870751A2-DBE9-4631-86D3-800E77491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2" name="Freeform 51">
              <a:extLst>
                <a:ext uri="{FF2B5EF4-FFF2-40B4-BE49-F238E27FC236}">
                  <a16:creationId xmlns:a16="http://schemas.microsoft.com/office/drawing/2014/main" id="{ED6D7806-3E23-488D-80ED-281D3DA72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3" name="Freeform 52">
              <a:extLst>
                <a:ext uri="{FF2B5EF4-FFF2-40B4-BE49-F238E27FC236}">
                  <a16:creationId xmlns:a16="http://schemas.microsoft.com/office/drawing/2014/main" id="{170E0895-F9C9-44BA-AF81-F7938C7E4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4" name="Freeform 53">
              <a:extLst>
                <a:ext uri="{FF2B5EF4-FFF2-40B4-BE49-F238E27FC236}">
                  <a16:creationId xmlns:a16="http://schemas.microsoft.com/office/drawing/2014/main" id="{75AD3DD3-BD4A-4DD9-9AC1-C60E34174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5" name="Freeform 54">
              <a:extLst>
                <a:ext uri="{FF2B5EF4-FFF2-40B4-BE49-F238E27FC236}">
                  <a16:creationId xmlns:a16="http://schemas.microsoft.com/office/drawing/2014/main" id="{D047B55E-0847-4696-8101-A643C3C7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6" name="Freeform 55">
              <a:extLst>
                <a:ext uri="{FF2B5EF4-FFF2-40B4-BE49-F238E27FC236}">
                  <a16:creationId xmlns:a16="http://schemas.microsoft.com/office/drawing/2014/main" id="{CB3EF1DB-37BD-463B-A542-7AA57DC9F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7" name="Freeform 56">
              <a:extLst>
                <a:ext uri="{FF2B5EF4-FFF2-40B4-BE49-F238E27FC236}">
                  <a16:creationId xmlns:a16="http://schemas.microsoft.com/office/drawing/2014/main" id="{95D0E013-2F18-4248-9D83-3BFF25A05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8" name="Freeform 57">
              <a:extLst>
                <a:ext uri="{FF2B5EF4-FFF2-40B4-BE49-F238E27FC236}">
                  <a16:creationId xmlns:a16="http://schemas.microsoft.com/office/drawing/2014/main" id="{E7D95722-3A1F-4917-8C16-D4D409941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" name="Freeform 58">
              <a:extLst>
                <a:ext uri="{FF2B5EF4-FFF2-40B4-BE49-F238E27FC236}">
                  <a16:creationId xmlns:a16="http://schemas.microsoft.com/office/drawing/2014/main" id="{A54912BE-A961-4720-992C-09A2D13DE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147" name="Round Diagonal Corner Rectangle 7">
            <a:extLst>
              <a:ext uri="{FF2B5EF4-FFF2-40B4-BE49-F238E27FC236}">
                <a16:creationId xmlns:a16="http://schemas.microsoft.com/office/drawing/2014/main" id="{FF5E4228-419E-44B9-B090-94A9540E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6043" y="0"/>
            <a:ext cx="16261608" cy="13696952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3728F5-A900-AD14-F3AA-6CC00AFAD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6167" y="1927226"/>
            <a:ext cx="12024274" cy="82994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1900" b="1">
                <a:solidFill>
                  <a:schemeClr val="tx1"/>
                </a:solidFill>
                <a:latin typeface="+mj-lt"/>
              </a:rPr>
              <a:t>Technical Contribution: Optimization-Based Fixture Allocation</a:t>
            </a:r>
            <a:endParaRPr lang="en-US" sz="119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3D565-1FA5-E319-DA69-D8D2B4E58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06167" y="10845800"/>
            <a:ext cx="10209283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50">
                <a:solidFill>
                  <a:schemeClr val="tx1">
                    <a:tint val="75000"/>
                  </a:schemeClr>
                </a:solidFill>
              </a:rPr>
              <a:t>Walmart Team 02 | Practicum Team 06</a:t>
            </a:r>
          </a:p>
          <a:p>
            <a:pPr>
              <a:spcAft>
                <a:spcPts val="600"/>
              </a:spcAft>
            </a:pPr>
            <a:r>
              <a:rPr lang="en-US" sz="1050">
                <a:solidFill>
                  <a:schemeClr val="tx1">
                    <a:tint val="75000"/>
                  </a:schemeClr>
                </a:solidFill>
              </a:rPr>
              <a:t>April 8th, 2026</a:t>
            </a:r>
          </a:p>
        </p:txBody>
      </p:sp>
      <p:pic>
        <p:nvPicPr>
          <p:cNvPr id="1026" name="Picture 2" descr="UARK Data Science | Fayetteville AR">
            <a:extLst>
              <a:ext uri="{FF2B5EF4-FFF2-40B4-BE49-F238E27FC236}">
                <a16:creationId xmlns:a16="http://schemas.microsoft.com/office/drawing/2014/main" id="{745193D8-5F77-CC12-D569-DEEAD0EED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3001" y="130824"/>
            <a:ext cx="1865474" cy="1865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07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"/>
            <a:ext cx="24377655" cy="13716002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08943" cy="13716002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7A070EAD-1DCD-4F3D-BA84-799B891A0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648" cy="13716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F2F155-DF81-58E9-7799-86381C009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300" y="2244726"/>
            <a:ext cx="15114141" cy="60547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10700" dirty="0"/>
              <a:t>My Contribution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E471E13-6104-4637-8A8F-B545529B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08943" cy="13716002"/>
            <a:chOff x="0" y="0"/>
            <a:chExt cx="2305051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71" name="Rectangle 5">
              <a:extLst>
                <a:ext uri="{FF2B5EF4-FFF2-40B4-BE49-F238E27FC236}">
                  <a16:creationId xmlns:a16="http://schemas.microsoft.com/office/drawing/2014/main" id="{802F412D-6781-427D-AB79-09FD610CCE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8471B962-D824-43CE-B5DD-704B305B2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ED60EBD3-FA75-460B-AFBD-3F234A0CA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Rectangle 8">
              <a:extLst>
                <a:ext uri="{FF2B5EF4-FFF2-40B4-BE49-F238E27FC236}">
                  <a16:creationId xmlns:a16="http://schemas.microsoft.com/office/drawing/2014/main" id="{D0791244-FBF2-49D9-BDBC-E2E58C86B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FEE4C4B1-195C-40F5-A78F-2EB7ED6E6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22766AF8-3850-41E4-80D0-321D9A13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8834F8EE-AB04-42FE-AE7B-3E9C6ACA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C86BB534-4617-4275-908E-357CF2246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B6DEB58B-8D28-4BE9-9CA9-F4B3A083B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25A772BC-4720-4EC2-AD61-A7B74E915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60D6B27E-FAC5-4267-80A9-DE4D2E02B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1F39FA83-D8C8-4CE3-9C62-10375FD04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E09B4CF3-A51F-4787-81FE-F5C79BA42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6695CB35-74E4-43C0-89F5-9FDA59B3A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945450CE-FB13-4C46-825F-5BB191703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E80AA0B2-7FE7-4B75-AC25-E0F6C0FE4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id="{2E81F7C1-AD8F-41A0-91A8-E05F66CB0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F4E8A538-9FFA-4C76-BCE2-D54F56A11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3C412824-3CBA-4E74-B2FD-936EA7048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E28DC1F0-74FF-4D97-BD4D-FD42DE4AC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77CEC4FA-6FD3-4ABF-BF98-94E7947A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D4E61DA7-BFA9-48AF-BD6F-EBB15C235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57164D6A-1DD9-43AE-878F-A413DC26F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4949EBA6-53D9-4F2D-91DB-EA7AE260F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0AFEA5FA-F759-441C-A0BC-7EDC79A67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5B913AE0-5DC8-4244-8C26-ED97F834E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A87DB58A-25D2-46F1-85E3-06F964D01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E7AE8209-F3E7-4ACA-98D0-90B282A14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Rectangle 33">
              <a:extLst>
                <a:ext uri="{FF2B5EF4-FFF2-40B4-BE49-F238E27FC236}">
                  <a16:creationId xmlns:a16="http://schemas.microsoft.com/office/drawing/2014/main" id="{1CED7927-A7C7-444A-A8F3-6348852AE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4">
              <a:extLst>
                <a:ext uri="{FF2B5EF4-FFF2-40B4-BE49-F238E27FC236}">
                  <a16:creationId xmlns:a16="http://schemas.microsoft.com/office/drawing/2014/main" id="{08BEDF90-F9A6-4DE4-94B6-43E416039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5">
              <a:extLst>
                <a:ext uri="{FF2B5EF4-FFF2-40B4-BE49-F238E27FC236}">
                  <a16:creationId xmlns:a16="http://schemas.microsoft.com/office/drawing/2014/main" id="{36540D5F-1C77-438A-BF12-56455C472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6">
              <a:extLst>
                <a:ext uri="{FF2B5EF4-FFF2-40B4-BE49-F238E27FC236}">
                  <a16:creationId xmlns:a16="http://schemas.microsoft.com/office/drawing/2014/main" id="{52FC779A-BC55-40AC-8FFD-E014F8C05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7">
              <a:extLst>
                <a:ext uri="{FF2B5EF4-FFF2-40B4-BE49-F238E27FC236}">
                  <a16:creationId xmlns:a16="http://schemas.microsoft.com/office/drawing/2014/main" id="{63E42DE5-DC0E-4043-8A35-20C53074A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8">
              <a:extLst>
                <a:ext uri="{FF2B5EF4-FFF2-40B4-BE49-F238E27FC236}">
                  <a16:creationId xmlns:a16="http://schemas.microsoft.com/office/drawing/2014/main" id="{41581FA6-993A-4899-ADF1-0A83A623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39">
              <a:extLst>
                <a:ext uri="{FF2B5EF4-FFF2-40B4-BE49-F238E27FC236}">
                  <a16:creationId xmlns:a16="http://schemas.microsoft.com/office/drawing/2014/main" id="{33C4FDB9-01D2-4CB0-BFED-216CAC7EB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0">
              <a:extLst>
                <a:ext uri="{FF2B5EF4-FFF2-40B4-BE49-F238E27FC236}">
                  <a16:creationId xmlns:a16="http://schemas.microsoft.com/office/drawing/2014/main" id="{34E715AB-2B68-41C4-A61F-02C413F242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41">
              <a:extLst>
                <a:ext uri="{FF2B5EF4-FFF2-40B4-BE49-F238E27FC236}">
                  <a16:creationId xmlns:a16="http://schemas.microsoft.com/office/drawing/2014/main" id="{D3861C35-D060-408D-9871-4DA2D0547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2">
              <a:extLst>
                <a:ext uri="{FF2B5EF4-FFF2-40B4-BE49-F238E27FC236}">
                  <a16:creationId xmlns:a16="http://schemas.microsoft.com/office/drawing/2014/main" id="{B4F4F38F-33FE-48A0-986D-FB771F18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3">
              <a:extLst>
                <a:ext uri="{FF2B5EF4-FFF2-40B4-BE49-F238E27FC236}">
                  <a16:creationId xmlns:a16="http://schemas.microsoft.com/office/drawing/2014/main" id="{50FCFC8E-2DC3-4F27-9E02-196830E78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4">
              <a:extLst>
                <a:ext uri="{FF2B5EF4-FFF2-40B4-BE49-F238E27FC236}">
                  <a16:creationId xmlns:a16="http://schemas.microsoft.com/office/drawing/2014/main" id="{3A6EE414-1500-4144-B453-BA950E510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Rectangle 45">
              <a:extLst>
                <a:ext uri="{FF2B5EF4-FFF2-40B4-BE49-F238E27FC236}">
                  <a16:creationId xmlns:a16="http://schemas.microsoft.com/office/drawing/2014/main" id="{0C1A9D8A-5515-4C84-AE17-A6D51243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46">
              <a:extLst>
                <a:ext uri="{FF2B5EF4-FFF2-40B4-BE49-F238E27FC236}">
                  <a16:creationId xmlns:a16="http://schemas.microsoft.com/office/drawing/2014/main" id="{E8E7C8C7-FE85-4C8F-960C-3748511E0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47">
              <a:extLst>
                <a:ext uri="{FF2B5EF4-FFF2-40B4-BE49-F238E27FC236}">
                  <a16:creationId xmlns:a16="http://schemas.microsoft.com/office/drawing/2014/main" id="{33DF2ED7-F601-4A9F-AA50-822ED85D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48">
              <a:extLst>
                <a:ext uri="{FF2B5EF4-FFF2-40B4-BE49-F238E27FC236}">
                  <a16:creationId xmlns:a16="http://schemas.microsoft.com/office/drawing/2014/main" id="{FEDB3A05-6FDD-4E87-B800-8F9975244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49">
              <a:extLst>
                <a:ext uri="{FF2B5EF4-FFF2-40B4-BE49-F238E27FC236}">
                  <a16:creationId xmlns:a16="http://schemas.microsoft.com/office/drawing/2014/main" id="{AD6225C0-E391-49D5-9A7B-57C5ED60E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0">
              <a:extLst>
                <a:ext uri="{FF2B5EF4-FFF2-40B4-BE49-F238E27FC236}">
                  <a16:creationId xmlns:a16="http://schemas.microsoft.com/office/drawing/2014/main" id="{B814B458-45E5-451C-9CBD-027E3776A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1">
              <a:extLst>
                <a:ext uri="{FF2B5EF4-FFF2-40B4-BE49-F238E27FC236}">
                  <a16:creationId xmlns:a16="http://schemas.microsoft.com/office/drawing/2014/main" id="{59167140-9A0D-4FE7-8E37-2CD613011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2">
              <a:extLst>
                <a:ext uri="{FF2B5EF4-FFF2-40B4-BE49-F238E27FC236}">
                  <a16:creationId xmlns:a16="http://schemas.microsoft.com/office/drawing/2014/main" id="{2D38B213-991B-495D-8886-04CAD44C7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3">
              <a:extLst>
                <a:ext uri="{FF2B5EF4-FFF2-40B4-BE49-F238E27FC236}">
                  <a16:creationId xmlns:a16="http://schemas.microsoft.com/office/drawing/2014/main" id="{67C1C3DA-3972-4D98-9D9E-390461B2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4">
              <a:extLst>
                <a:ext uri="{FF2B5EF4-FFF2-40B4-BE49-F238E27FC236}">
                  <a16:creationId xmlns:a16="http://schemas.microsoft.com/office/drawing/2014/main" id="{972F8941-61DB-48E1-B9C1-E7324705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55">
              <a:extLst>
                <a:ext uri="{FF2B5EF4-FFF2-40B4-BE49-F238E27FC236}">
                  <a16:creationId xmlns:a16="http://schemas.microsoft.com/office/drawing/2014/main" id="{857B495F-5C9B-435F-8D39-45CC57471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56">
              <a:extLst>
                <a:ext uri="{FF2B5EF4-FFF2-40B4-BE49-F238E27FC236}">
                  <a16:creationId xmlns:a16="http://schemas.microsoft.com/office/drawing/2014/main" id="{B607428B-B7C9-4017-84F8-19C9B2134A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57">
              <a:extLst>
                <a:ext uri="{FF2B5EF4-FFF2-40B4-BE49-F238E27FC236}">
                  <a16:creationId xmlns:a16="http://schemas.microsoft.com/office/drawing/2014/main" id="{A20C5139-2108-4F5E-B892-64F1D8605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58">
              <a:extLst>
                <a:ext uri="{FF2B5EF4-FFF2-40B4-BE49-F238E27FC236}">
                  <a16:creationId xmlns:a16="http://schemas.microsoft.com/office/drawing/2014/main" id="{C2A51623-F2F3-4584-93F5-598E56A5F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7E34AB-255A-57D0-80EF-76112415E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54392" y="10826496"/>
            <a:ext cx="9435732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50"/>
              <a:t>Walmart Team 02 | Practicum Team 06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1C32A-5237-97D2-A4EB-E7891021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043844" y="10826496"/>
            <a:ext cx="1286599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7E83E8E-4C8F-494C-96FC-84A57D31552C}" type="slidenum">
              <a:rPr lang="en-US" sz="105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</a:t>
            </a:fld>
            <a:endParaRPr lang="en-US" sz="105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586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"/>
            <a:ext cx="24377655" cy="13716002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570" y="0"/>
            <a:ext cx="24101498" cy="13716002"/>
            <a:chOff x="-14288" y="0"/>
            <a:chExt cx="12053888" cy="685800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9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9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0B38558-5389-4817-936F-FD62560CA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"/>
            <a:ext cx="24377655" cy="13716002"/>
            <a:chOff x="0" y="-1"/>
            <a:chExt cx="12192003" cy="6858001"/>
          </a:xfrm>
        </p:grpSpPr>
        <p:sp useBgFill="1">
          <p:nvSpPr>
            <p:cNvPr id="58" name="Rectangle 57">
              <a:extLst>
                <a:ext uri="{FF2B5EF4-FFF2-40B4-BE49-F238E27FC236}">
                  <a16:creationId xmlns:a16="http://schemas.microsoft.com/office/drawing/2014/main" id="{CCB252B9-42EF-4414-AA22-2A95C1819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9" name="Picture 2">
              <a:extLst>
                <a:ext uri="{FF2B5EF4-FFF2-40B4-BE49-F238E27FC236}">
                  <a16:creationId xmlns:a16="http://schemas.microsoft.com/office/drawing/2014/main" id="{F9C2C800-C3E3-4317-A3CC-1558D71F1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5502586-682B-4EDF-9515-674BB4E1C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4870" y="0"/>
            <a:ext cx="22904835" cy="13696952"/>
            <a:chOff x="372533" y="0"/>
            <a:chExt cx="11455400" cy="6848476"/>
          </a:xfrm>
        </p:grpSpPr>
        <p:sp>
          <p:nvSpPr>
            <p:cNvPr id="62" name="Round Diagonal Corner Rectangle 7">
              <a:extLst>
                <a:ext uri="{FF2B5EF4-FFF2-40B4-BE49-F238E27FC236}">
                  <a16:creationId xmlns:a16="http://schemas.microsoft.com/office/drawing/2014/main" id="{C4491F87-B86B-413A-ACCD-56525E533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2867" y="766234"/>
              <a:ext cx="10346266" cy="5325532"/>
            </a:xfrm>
            <a:prstGeom prst="round2DiagRect">
              <a:avLst>
                <a:gd name="adj1" fmla="val 4147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A25545-7FDA-465A-8546-9D927F828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085512" y="0"/>
              <a:ext cx="650875" cy="1730375"/>
              <a:chOff x="11347978" y="0"/>
              <a:chExt cx="650875" cy="1730375"/>
            </a:xfrm>
          </p:grpSpPr>
          <p:sp>
            <p:nvSpPr>
              <p:cNvPr id="83" name="Freeform 32">
                <a:extLst>
                  <a:ext uri="{FF2B5EF4-FFF2-40B4-BE49-F238E27FC236}">
                    <a16:creationId xmlns:a16="http://schemas.microsoft.com/office/drawing/2014/main" id="{0AC67F09-E0D9-410A-A4DE-72D31697EB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67041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33">
                <a:extLst>
                  <a:ext uri="{FF2B5EF4-FFF2-40B4-BE49-F238E27FC236}">
                    <a16:creationId xmlns:a16="http://schemas.microsoft.com/office/drawing/2014/main" id="{B78F2FDE-85C9-4650-919F-C35464007D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47978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 34">
                <a:extLst>
                  <a:ext uri="{FF2B5EF4-FFF2-40B4-BE49-F238E27FC236}">
                    <a16:creationId xmlns:a16="http://schemas.microsoft.com/office/drawing/2014/main" id="{57DD2F8B-5242-455C-B03F-E2F6B6732E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4678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37">
                <a:extLst>
                  <a:ext uri="{FF2B5EF4-FFF2-40B4-BE49-F238E27FC236}">
                    <a16:creationId xmlns:a16="http://schemas.microsoft.com/office/drawing/2014/main" id="{B8CE3E90-8A76-4CD5-B28C-D71FF37185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94053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C374541-D033-4B72-A232-5461EEAD4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11229445" y="4867275"/>
              <a:ext cx="598488" cy="1981201"/>
              <a:chOff x="11424178" y="4867275"/>
              <a:chExt cx="598488" cy="1981201"/>
            </a:xfrm>
          </p:grpSpPr>
          <p:sp>
            <p:nvSpPr>
              <p:cNvPr id="77" name="Freeform 35">
                <a:extLst>
                  <a:ext uri="{FF2B5EF4-FFF2-40B4-BE49-F238E27FC236}">
                    <a16:creationId xmlns:a16="http://schemas.microsoft.com/office/drawing/2014/main" id="{94766BAB-FE6E-4247-886B-736F831FEB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14666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36">
                <a:extLst>
                  <a:ext uri="{FF2B5EF4-FFF2-40B4-BE49-F238E27FC236}">
                    <a16:creationId xmlns:a16="http://schemas.microsoft.com/office/drawing/2014/main" id="{3C954FB2-C7A0-468C-8AD2-C278DCA642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55966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38">
                <a:extLst>
                  <a:ext uri="{FF2B5EF4-FFF2-40B4-BE49-F238E27FC236}">
                    <a16:creationId xmlns:a16="http://schemas.microsoft.com/office/drawing/2014/main" id="{F52FBFD5-A528-4DB8-A802-814A7E421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9441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39">
                <a:extLst>
                  <a:ext uri="{FF2B5EF4-FFF2-40B4-BE49-F238E27FC236}">
                    <a16:creationId xmlns:a16="http://schemas.microsoft.com/office/drawing/2014/main" id="{E57CCB6D-72AF-4D41-8C6C-9750D43DC6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24178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40">
                <a:extLst>
                  <a:ext uri="{FF2B5EF4-FFF2-40B4-BE49-F238E27FC236}">
                    <a16:creationId xmlns:a16="http://schemas.microsoft.com/office/drawing/2014/main" id="{19D203AA-CF94-405B-800C-0C7985521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32166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Rectangle 41">
                <a:extLst>
                  <a:ext uri="{FF2B5EF4-FFF2-40B4-BE49-F238E27FC236}">
                    <a16:creationId xmlns:a16="http://schemas.microsoft.com/office/drawing/2014/main" id="{7D053665-E810-419F-9D63-2A54CB4773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22653" y="6596063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DEAF6153-6BF6-448C-81C1-2817B0F780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440267" y="5118101"/>
              <a:ext cx="650875" cy="1730375"/>
              <a:chOff x="118533" y="5118101"/>
              <a:chExt cx="650875" cy="1730375"/>
            </a:xfrm>
          </p:grpSpPr>
          <p:sp>
            <p:nvSpPr>
              <p:cNvPr id="73" name="Freeform 32">
                <a:extLst>
                  <a:ext uri="{FF2B5EF4-FFF2-40B4-BE49-F238E27FC236}">
                    <a16:creationId xmlns:a16="http://schemas.microsoft.com/office/drawing/2014/main" id="{A7E0D3C0-552C-4741-AFBE-E665CEA06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37596" y="6335713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33">
                <a:extLst>
                  <a:ext uri="{FF2B5EF4-FFF2-40B4-BE49-F238E27FC236}">
                    <a16:creationId xmlns:a16="http://schemas.microsoft.com/office/drawing/2014/main" id="{CAF96EBF-4E74-4F88-BD05-A4AE1694A4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18533" y="622141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34">
                <a:extLst>
                  <a:ext uri="{FF2B5EF4-FFF2-40B4-BE49-F238E27FC236}">
                    <a16:creationId xmlns:a16="http://schemas.microsoft.com/office/drawing/2014/main" id="{D49C51B9-E4E4-410D-8AAB-7E308A1D45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5233" y="5118101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37">
                <a:extLst>
                  <a:ext uri="{FF2B5EF4-FFF2-40B4-BE49-F238E27FC236}">
                    <a16:creationId xmlns:a16="http://schemas.microsoft.com/office/drawing/2014/main" id="{354F0627-1BD6-4455-967A-32DB31C82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464608" y="5299075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C21AED9-0CB5-426C-A1C4-6EEB54805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72533" y="0"/>
              <a:ext cx="598488" cy="1981201"/>
              <a:chOff x="194733" y="0"/>
              <a:chExt cx="598488" cy="1981201"/>
            </a:xfrm>
          </p:grpSpPr>
          <p:sp>
            <p:nvSpPr>
              <p:cNvPr id="67" name="Freeform 35">
                <a:extLst>
                  <a:ext uri="{FF2B5EF4-FFF2-40B4-BE49-F238E27FC236}">
                    <a16:creationId xmlns:a16="http://schemas.microsoft.com/office/drawing/2014/main" id="{8D8A778B-9916-47AC-A28A-07F01A83F4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85221" y="0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36">
                <a:extLst>
                  <a:ext uri="{FF2B5EF4-FFF2-40B4-BE49-F238E27FC236}">
                    <a16:creationId xmlns:a16="http://schemas.microsoft.com/office/drawing/2014/main" id="{65323B96-DF0E-463C-B290-C22D3C553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526521" y="1141413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38">
                <a:extLst>
                  <a:ext uri="{FF2B5EF4-FFF2-40B4-BE49-F238E27FC236}">
                    <a16:creationId xmlns:a16="http://schemas.microsoft.com/office/drawing/2014/main" id="{65A0E255-1142-422E-A62A-5044177C5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9996" y="1792288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39">
                <a:extLst>
                  <a:ext uri="{FF2B5EF4-FFF2-40B4-BE49-F238E27FC236}">
                    <a16:creationId xmlns:a16="http://schemas.microsoft.com/office/drawing/2014/main" id="{233A955D-DB0D-42F8-B490-E01FB9C45C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94733" y="0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40">
                <a:extLst>
                  <a:ext uri="{FF2B5EF4-FFF2-40B4-BE49-F238E27FC236}">
                    <a16:creationId xmlns:a16="http://schemas.microsoft.com/office/drawing/2014/main" id="{F0F0C29B-EB52-470C-AF64-FC54F5C250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02721" y="24288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Rectangle 41">
                <a:extLst>
                  <a:ext uri="{FF2B5EF4-FFF2-40B4-BE49-F238E27FC236}">
                    <a16:creationId xmlns:a16="http://schemas.microsoft.com/office/drawing/2014/main" id="{A6C0E942-454D-483D-84FB-89308C8F1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93208" y="0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DE58302E-69E3-F2E4-CA51-529F9AF3F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406" y="2015066"/>
            <a:ext cx="19806837" cy="218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600"/>
              <a:t>Where I fit in the pipeline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BD6E5C-93C9-B13C-2716-026134C06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2227" y="11461750"/>
            <a:ext cx="12475368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1050" kern="1200" cap="all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Walmart Team 02 | Practicum Team 06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13AB9-CE5B-FCF7-57FF-057DE394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547289" y="11461748"/>
            <a:ext cx="1541777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E7E83E8E-4C8F-494C-96FC-84A57D31552C}" type="slidenum">
              <a:rPr lang="en-US" sz="1050" smtClean="0"/>
              <a:pPr defTabSz="914400">
                <a:spcAft>
                  <a:spcPts val="600"/>
                </a:spcAft>
              </a:pPr>
              <a:t>3</a:t>
            </a:fld>
            <a:endParaRPr lang="en-US" sz="105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883AC64-755E-AE5D-E9E4-BB53E29054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8503277"/>
              </p:ext>
            </p:extLst>
          </p:nvPr>
        </p:nvGraphicFramePr>
        <p:xfrm>
          <a:off x="2285406" y="4504268"/>
          <a:ext cx="19806839" cy="6908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98707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2">
            <a:extLst>
              <a:ext uri="{FF2B5EF4-FFF2-40B4-BE49-F238E27FC236}">
                <a16:creationId xmlns:a16="http://schemas.microsoft.com/office/drawing/2014/main" id="{174E31E4-530B-4247-962C-F46F5F66D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81" y="0"/>
            <a:ext cx="24377655" cy="13716002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6FA2727-C33B-44D1-885B-76DC0424E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24101498" cy="13716002"/>
            <a:chOff x="-14288" y="0"/>
            <a:chExt cx="12053888" cy="6858001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4A64FD4C-29BA-46E7-AE31-AB38BB694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77" name="Rectangle 5">
                <a:extLst>
                  <a:ext uri="{FF2B5EF4-FFF2-40B4-BE49-F238E27FC236}">
                    <a16:creationId xmlns:a16="http://schemas.microsoft.com/office/drawing/2014/main" id="{A28E5FB6-5905-4F5D-A6CE-E6222C405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6">
                <a:extLst>
                  <a:ext uri="{FF2B5EF4-FFF2-40B4-BE49-F238E27FC236}">
                    <a16:creationId xmlns:a16="http://schemas.microsoft.com/office/drawing/2014/main" id="{F838FE17-378C-4BCE-80C0-FDD1CB074E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7">
                <a:extLst>
                  <a:ext uri="{FF2B5EF4-FFF2-40B4-BE49-F238E27FC236}">
                    <a16:creationId xmlns:a16="http://schemas.microsoft.com/office/drawing/2014/main" id="{12A1474E-6A37-4F4D-A638-DD0EC0A5B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8">
                <a:extLst>
                  <a:ext uri="{FF2B5EF4-FFF2-40B4-BE49-F238E27FC236}">
                    <a16:creationId xmlns:a16="http://schemas.microsoft.com/office/drawing/2014/main" id="{49EA8CC2-4D0F-4C86-9CA9-FC3792FED1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Freeform 9">
                <a:extLst>
                  <a:ext uri="{FF2B5EF4-FFF2-40B4-BE49-F238E27FC236}">
                    <a16:creationId xmlns:a16="http://schemas.microsoft.com/office/drawing/2014/main" id="{69548BD5-92E6-42BD-9719-16AA005C5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Freeform 10">
                <a:extLst>
                  <a:ext uri="{FF2B5EF4-FFF2-40B4-BE49-F238E27FC236}">
                    <a16:creationId xmlns:a16="http://schemas.microsoft.com/office/drawing/2014/main" id="{93005965-F240-4349-A563-515973BF01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Freeform 11">
                <a:extLst>
                  <a:ext uri="{FF2B5EF4-FFF2-40B4-BE49-F238E27FC236}">
                    <a16:creationId xmlns:a16="http://schemas.microsoft.com/office/drawing/2014/main" id="{277A546F-05BB-4274-A6A6-9DACC27AB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12">
                <a:extLst>
                  <a:ext uri="{FF2B5EF4-FFF2-40B4-BE49-F238E27FC236}">
                    <a16:creationId xmlns:a16="http://schemas.microsoft.com/office/drawing/2014/main" id="{7BE7FF91-E18E-41AA-A952-07CB0C02C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3">
                <a:extLst>
                  <a:ext uri="{FF2B5EF4-FFF2-40B4-BE49-F238E27FC236}">
                    <a16:creationId xmlns:a16="http://schemas.microsoft.com/office/drawing/2014/main" id="{3F6A31AA-E4FB-4DD0-9AB1-BDD994CFA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Freeform 14">
                <a:extLst>
                  <a:ext uri="{FF2B5EF4-FFF2-40B4-BE49-F238E27FC236}">
                    <a16:creationId xmlns:a16="http://schemas.microsoft.com/office/drawing/2014/main" id="{F99B8398-08D8-4C1E-8D7F-BAFB4D3937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Freeform 15">
                <a:extLst>
                  <a:ext uri="{FF2B5EF4-FFF2-40B4-BE49-F238E27FC236}">
                    <a16:creationId xmlns:a16="http://schemas.microsoft.com/office/drawing/2014/main" id="{CD3984BB-CCC2-49D9-A80B-9507BE5A91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" name="Line 16">
                <a:extLst>
                  <a:ext uri="{FF2B5EF4-FFF2-40B4-BE49-F238E27FC236}">
                    <a16:creationId xmlns:a16="http://schemas.microsoft.com/office/drawing/2014/main" id="{78FF7C07-82F5-4A64-9D71-29CBE1B79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Freeform 17">
                <a:extLst>
                  <a:ext uri="{FF2B5EF4-FFF2-40B4-BE49-F238E27FC236}">
                    <a16:creationId xmlns:a16="http://schemas.microsoft.com/office/drawing/2014/main" id="{7F1773CA-6AE7-4723-B072-CEC5F3829B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18">
                <a:extLst>
                  <a:ext uri="{FF2B5EF4-FFF2-40B4-BE49-F238E27FC236}">
                    <a16:creationId xmlns:a16="http://schemas.microsoft.com/office/drawing/2014/main" id="{D5EC23E0-B877-4A62-B084-5407401FB6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9">
                <a:extLst>
                  <a:ext uri="{FF2B5EF4-FFF2-40B4-BE49-F238E27FC236}">
                    <a16:creationId xmlns:a16="http://schemas.microsoft.com/office/drawing/2014/main" id="{633C4B0E-E7C6-4A1A-9D3A-80C8E3C59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Freeform 20">
                <a:extLst>
                  <a:ext uri="{FF2B5EF4-FFF2-40B4-BE49-F238E27FC236}">
                    <a16:creationId xmlns:a16="http://schemas.microsoft.com/office/drawing/2014/main" id="{AB21372F-73AC-4C69-81F0-0D44D36F6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Rectangle 21">
                <a:extLst>
                  <a:ext uri="{FF2B5EF4-FFF2-40B4-BE49-F238E27FC236}">
                    <a16:creationId xmlns:a16="http://schemas.microsoft.com/office/drawing/2014/main" id="{B5619D97-D7A8-4DFF-8AB1-F4B393C1B4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Freeform 22">
                <a:extLst>
                  <a:ext uri="{FF2B5EF4-FFF2-40B4-BE49-F238E27FC236}">
                    <a16:creationId xmlns:a16="http://schemas.microsoft.com/office/drawing/2014/main" id="{55E03CED-9618-41BB-898B-2FECEFD7B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Freeform 23">
                <a:extLst>
                  <a:ext uri="{FF2B5EF4-FFF2-40B4-BE49-F238E27FC236}">
                    <a16:creationId xmlns:a16="http://schemas.microsoft.com/office/drawing/2014/main" id="{78F0A5C5-589E-4053-A41A-FA77210C3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24">
                <a:extLst>
                  <a:ext uri="{FF2B5EF4-FFF2-40B4-BE49-F238E27FC236}">
                    <a16:creationId xmlns:a16="http://schemas.microsoft.com/office/drawing/2014/main" id="{AC2718F8-15C5-4DAB-B194-AAEE8A205E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25">
                <a:extLst>
                  <a:ext uri="{FF2B5EF4-FFF2-40B4-BE49-F238E27FC236}">
                    <a16:creationId xmlns:a16="http://schemas.microsoft.com/office/drawing/2014/main" id="{23C6608B-EA21-4579-B33F-55E52AC287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Freeform 26">
                <a:extLst>
                  <a:ext uri="{FF2B5EF4-FFF2-40B4-BE49-F238E27FC236}">
                    <a16:creationId xmlns:a16="http://schemas.microsoft.com/office/drawing/2014/main" id="{4A2FEFA2-D838-4CE1-90BA-B6C2EEB543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Freeform 27">
                <a:extLst>
                  <a:ext uri="{FF2B5EF4-FFF2-40B4-BE49-F238E27FC236}">
                    <a16:creationId xmlns:a16="http://schemas.microsoft.com/office/drawing/2014/main" id="{1A39CA24-DF18-4FCC-8265-36FC72ED5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Freeform 28">
                <a:extLst>
                  <a:ext uri="{FF2B5EF4-FFF2-40B4-BE49-F238E27FC236}">
                    <a16:creationId xmlns:a16="http://schemas.microsoft.com/office/drawing/2014/main" id="{50A32DBD-9B22-49C3-A628-A98533FBF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Freeform 29">
                <a:extLst>
                  <a:ext uri="{FF2B5EF4-FFF2-40B4-BE49-F238E27FC236}">
                    <a16:creationId xmlns:a16="http://schemas.microsoft.com/office/drawing/2014/main" id="{A3C0B30D-BB1A-4B3D-A162-3EBE6267F2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30">
                <a:extLst>
                  <a:ext uri="{FF2B5EF4-FFF2-40B4-BE49-F238E27FC236}">
                    <a16:creationId xmlns:a16="http://schemas.microsoft.com/office/drawing/2014/main" id="{092B125A-1548-445E-8689-07BEEC8155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31">
                <a:extLst>
                  <a:ext uri="{FF2B5EF4-FFF2-40B4-BE49-F238E27FC236}">
                    <a16:creationId xmlns:a16="http://schemas.microsoft.com/office/drawing/2014/main" id="{D6A7D7B9-9A7E-4FD2-A1B4-1C5CFAE549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DB1B0C3F-D935-4306-B5B1-6AA635881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5" name="Freeform 32">
                <a:extLst>
                  <a:ext uri="{FF2B5EF4-FFF2-40B4-BE49-F238E27FC236}">
                    <a16:creationId xmlns:a16="http://schemas.microsoft.com/office/drawing/2014/main" id="{75BC67F5-D485-467A-BCCB-D062EB6DD0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Freeform 33">
                <a:extLst>
                  <a:ext uri="{FF2B5EF4-FFF2-40B4-BE49-F238E27FC236}">
                    <a16:creationId xmlns:a16="http://schemas.microsoft.com/office/drawing/2014/main" id="{7FB0B620-AB12-4F0B-AD1C-A47A5FBC63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Freeform 34">
                <a:extLst>
                  <a:ext uri="{FF2B5EF4-FFF2-40B4-BE49-F238E27FC236}">
                    <a16:creationId xmlns:a16="http://schemas.microsoft.com/office/drawing/2014/main" id="{6AEFA891-E591-4F7F-9DBA-FC78E9B8F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 35">
                <a:extLst>
                  <a:ext uri="{FF2B5EF4-FFF2-40B4-BE49-F238E27FC236}">
                    <a16:creationId xmlns:a16="http://schemas.microsoft.com/office/drawing/2014/main" id="{78921FFF-4B57-4E33-BE94-5A8BFC95E0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36">
                <a:extLst>
                  <a:ext uri="{FF2B5EF4-FFF2-40B4-BE49-F238E27FC236}">
                    <a16:creationId xmlns:a16="http://schemas.microsoft.com/office/drawing/2014/main" id="{0C4A1658-5AAE-4925-B106-BC0A17862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37">
                <a:extLst>
                  <a:ext uri="{FF2B5EF4-FFF2-40B4-BE49-F238E27FC236}">
                    <a16:creationId xmlns:a16="http://schemas.microsoft.com/office/drawing/2014/main" id="{DE6DF3EB-099A-427A-A999-3BAF3BCA94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 38">
                <a:extLst>
                  <a:ext uri="{FF2B5EF4-FFF2-40B4-BE49-F238E27FC236}">
                    <a16:creationId xmlns:a16="http://schemas.microsoft.com/office/drawing/2014/main" id="{CC595EFE-4690-4B81-83B1-F863B951B0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Freeform 39">
                <a:extLst>
                  <a:ext uri="{FF2B5EF4-FFF2-40B4-BE49-F238E27FC236}">
                    <a16:creationId xmlns:a16="http://schemas.microsoft.com/office/drawing/2014/main" id="{400FAC39-AEAC-4B54-9694-29D537C203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Freeform 40">
                <a:extLst>
                  <a:ext uri="{FF2B5EF4-FFF2-40B4-BE49-F238E27FC236}">
                    <a16:creationId xmlns:a16="http://schemas.microsoft.com/office/drawing/2014/main" id="{C61298B0-056E-4D83-B168-1C054A17A0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Rectangle 41">
                <a:extLst>
                  <a:ext uri="{FF2B5EF4-FFF2-40B4-BE49-F238E27FC236}">
                    <a16:creationId xmlns:a16="http://schemas.microsoft.com/office/drawing/2014/main" id="{9F9E69A2-F9B0-40C2-BDC8-143835426B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25" name="Rectangle 224">
            <a:extLst>
              <a:ext uri="{FF2B5EF4-FFF2-40B4-BE49-F238E27FC236}">
                <a16:creationId xmlns:a16="http://schemas.microsoft.com/office/drawing/2014/main" id="{E79AA19A-D2E5-47F2-AF0A-1AF60D42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1555" cy="13716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5" name="Picture 2">
            <a:extLst>
              <a:ext uri="{FF2B5EF4-FFF2-40B4-BE49-F238E27FC236}">
                <a16:creationId xmlns:a16="http://schemas.microsoft.com/office/drawing/2014/main" id="{91A1E618-D29E-4367-8C34-500E34D05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64" y="0"/>
            <a:ext cx="24371555" cy="13716000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1F2BFD0-D896-4BA3-BA8F-0C866BD02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2440963" cy="13716002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48" name="Rectangle 5">
              <a:extLst>
                <a:ext uri="{FF2B5EF4-FFF2-40B4-BE49-F238E27FC236}">
                  <a16:creationId xmlns:a16="http://schemas.microsoft.com/office/drawing/2014/main" id="{E768552D-D282-4F68-A829-290A4E831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6">
              <a:extLst>
                <a:ext uri="{FF2B5EF4-FFF2-40B4-BE49-F238E27FC236}">
                  <a16:creationId xmlns:a16="http://schemas.microsoft.com/office/drawing/2014/main" id="{B24AFF31-9CD5-4E66-92F8-23BBAA24F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7">
              <a:extLst>
                <a:ext uri="{FF2B5EF4-FFF2-40B4-BE49-F238E27FC236}">
                  <a16:creationId xmlns:a16="http://schemas.microsoft.com/office/drawing/2014/main" id="{2267C9D4-1770-45DD-AAFC-481CD7F9A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8">
              <a:extLst>
                <a:ext uri="{FF2B5EF4-FFF2-40B4-BE49-F238E27FC236}">
                  <a16:creationId xmlns:a16="http://schemas.microsoft.com/office/drawing/2014/main" id="{10DD6E0B-EC58-4D78-8125-AD2172CD2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9">
              <a:extLst>
                <a:ext uri="{FF2B5EF4-FFF2-40B4-BE49-F238E27FC236}">
                  <a16:creationId xmlns:a16="http://schemas.microsoft.com/office/drawing/2014/main" id="{23D6129D-742B-422D-A589-6692C1671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0">
              <a:extLst>
                <a:ext uri="{FF2B5EF4-FFF2-40B4-BE49-F238E27FC236}">
                  <a16:creationId xmlns:a16="http://schemas.microsoft.com/office/drawing/2014/main" id="{9EA94B27-F456-4ED8-8882-77632BDA0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1">
              <a:extLst>
                <a:ext uri="{FF2B5EF4-FFF2-40B4-BE49-F238E27FC236}">
                  <a16:creationId xmlns:a16="http://schemas.microsoft.com/office/drawing/2014/main" id="{5B7F96AD-560C-44A0-A513-B06758743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12">
              <a:extLst>
                <a:ext uri="{FF2B5EF4-FFF2-40B4-BE49-F238E27FC236}">
                  <a16:creationId xmlns:a16="http://schemas.microsoft.com/office/drawing/2014/main" id="{86701218-3235-4E29-9935-1315B5CCA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13">
              <a:extLst>
                <a:ext uri="{FF2B5EF4-FFF2-40B4-BE49-F238E27FC236}">
                  <a16:creationId xmlns:a16="http://schemas.microsoft.com/office/drawing/2014/main" id="{046B7BE0-D335-42EA-9893-4FA7654F1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14">
              <a:extLst>
                <a:ext uri="{FF2B5EF4-FFF2-40B4-BE49-F238E27FC236}">
                  <a16:creationId xmlns:a16="http://schemas.microsoft.com/office/drawing/2014/main" id="{1CE912BA-808B-403C-B26F-8083A682E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15">
              <a:extLst>
                <a:ext uri="{FF2B5EF4-FFF2-40B4-BE49-F238E27FC236}">
                  <a16:creationId xmlns:a16="http://schemas.microsoft.com/office/drawing/2014/main" id="{D974F65A-298C-4395-B461-99B9B49A0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Line 16">
              <a:extLst>
                <a:ext uri="{FF2B5EF4-FFF2-40B4-BE49-F238E27FC236}">
                  <a16:creationId xmlns:a16="http://schemas.microsoft.com/office/drawing/2014/main" id="{700B2930-989F-49DC-B909-8150145AD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17">
              <a:extLst>
                <a:ext uri="{FF2B5EF4-FFF2-40B4-BE49-F238E27FC236}">
                  <a16:creationId xmlns:a16="http://schemas.microsoft.com/office/drawing/2014/main" id="{795CB5A4-5145-4F55-95D0-6FB820C84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18">
              <a:extLst>
                <a:ext uri="{FF2B5EF4-FFF2-40B4-BE49-F238E27FC236}">
                  <a16:creationId xmlns:a16="http://schemas.microsoft.com/office/drawing/2014/main" id="{54BB8F48-D800-442A-A603-979FE924B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19">
              <a:extLst>
                <a:ext uri="{FF2B5EF4-FFF2-40B4-BE49-F238E27FC236}">
                  <a16:creationId xmlns:a16="http://schemas.microsoft.com/office/drawing/2014/main" id="{6E863078-201C-4DC0-8D49-077300CE5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20">
              <a:extLst>
                <a:ext uri="{FF2B5EF4-FFF2-40B4-BE49-F238E27FC236}">
                  <a16:creationId xmlns:a16="http://schemas.microsoft.com/office/drawing/2014/main" id="{6A07EBB6-75B0-4867-9AAF-7A645F414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Rectangle 21">
              <a:extLst>
                <a:ext uri="{FF2B5EF4-FFF2-40B4-BE49-F238E27FC236}">
                  <a16:creationId xmlns:a16="http://schemas.microsoft.com/office/drawing/2014/main" id="{FA40A456-C685-468E-802E-FC9DF586A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22">
              <a:extLst>
                <a:ext uri="{FF2B5EF4-FFF2-40B4-BE49-F238E27FC236}">
                  <a16:creationId xmlns:a16="http://schemas.microsoft.com/office/drawing/2014/main" id="{F101202F-1B2A-414C-83B7-9327E599C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23">
              <a:extLst>
                <a:ext uri="{FF2B5EF4-FFF2-40B4-BE49-F238E27FC236}">
                  <a16:creationId xmlns:a16="http://schemas.microsoft.com/office/drawing/2014/main" id="{4CC9B21F-B169-47E9-9B97-3BB645B29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24">
              <a:extLst>
                <a:ext uri="{FF2B5EF4-FFF2-40B4-BE49-F238E27FC236}">
                  <a16:creationId xmlns:a16="http://schemas.microsoft.com/office/drawing/2014/main" id="{BC5FF733-2B71-4734-AD6A-5B35D99A3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25">
              <a:extLst>
                <a:ext uri="{FF2B5EF4-FFF2-40B4-BE49-F238E27FC236}">
                  <a16:creationId xmlns:a16="http://schemas.microsoft.com/office/drawing/2014/main" id="{0BCEB342-9AFC-4DCB-B92F-E08DC9594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26">
              <a:extLst>
                <a:ext uri="{FF2B5EF4-FFF2-40B4-BE49-F238E27FC236}">
                  <a16:creationId xmlns:a16="http://schemas.microsoft.com/office/drawing/2014/main" id="{3B9B4933-5C48-49CF-9C6A-A29413150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27">
              <a:extLst>
                <a:ext uri="{FF2B5EF4-FFF2-40B4-BE49-F238E27FC236}">
                  <a16:creationId xmlns:a16="http://schemas.microsoft.com/office/drawing/2014/main" id="{404FC76C-600A-482C-8386-F77ACBCCA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28">
              <a:extLst>
                <a:ext uri="{FF2B5EF4-FFF2-40B4-BE49-F238E27FC236}">
                  <a16:creationId xmlns:a16="http://schemas.microsoft.com/office/drawing/2014/main" id="{E8C5D50B-A590-4AAE-A748-113B62DAD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29">
              <a:extLst>
                <a:ext uri="{FF2B5EF4-FFF2-40B4-BE49-F238E27FC236}">
                  <a16:creationId xmlns:a16="http://schemas.microsoft.com/office/drawing/2014/main" id="{6C045F21-7031-4278-BFEE-A9E856ADA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 30">
              <a:extLst>
                <a:ext uri="{FF2B5EF4-FFF2-40B4-BE49-F238E27FC236}">
                  <a16:creationId xmlns:a16="http://schemas.microsoft.com/office/drawing/2014/main" id="{20EE11A6-3412-4362-8A81-592A15F2A1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31">
              <a:extLst>
                <a:ext uri="{FF2B5EF4-FFF2-40B4-BE49-F238E27FC236}">
                  <a16:creationId xmlns:a16="http://schemas.microsoft.com/office/drawing/2014/main" id="{A376EBB9-93F5-4B6F-95B3-C36B6C851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0A6D3361-DC5C-AC8E-23F7-CEF3BD506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215" y="2508070"/>
            <a:ext cx="5850856" cy="80044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600">
                <a:solidFill>
                  <a:srgbClr val="FFFFFF"/>
                </a:solidFill>
              </a:rPr>
              <a:t>From Demand → Space Allocation</a:t>
            </a:r>
          </a:p>
        </p:txBody>
      </p:sp>
      <p:sp useBgFill="1">
        <p:nvSpPr>
          <p:cNvPr id="176" name="Round Diagonal Corner Rectangle 6">
            <a:extLst>
              <a:ext uri="{FF2B5EF4-FFF2-40B4-BE49-F238E27FC236}">
                <a16:creationId xmlns:a16="http://schemas.microsoft.com/office/drawing/2014/main" id="{092ADBCF-B973-4C52-B740-4963E95B3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7755" y="1706878"/>
            <a:ext cx="13971313" cy="9521010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68655D9-27F3-7DDE-E6EC-AFFDBF194D8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282227" y="11766550"/>
            <a:ext cx="12475368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5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Walmart Team 02 | Practicum Team 06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A4AA1DD-3EEC-01F8-A55F-AC98E7C942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0547289" y="11766548"/>
            <a:ext cx="1541777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7E83E8E-4C8F-494C-96FC-84A57D31552C}" type="slidenum">
              <a:rPr lang="en-US" sz="105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4</a:t>
            </a:fld>
            <a:endParaRPr lang="en-US" sz="105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3FDD94EF-2C73-4E4C-8332-A75D8AC6B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52473" y="0"/>
            <a:ext cx="1349024" cy="13696952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79" name="Freeform 32">
              <a:extLst>
                <a:ext uri="{FF2B5EF4-FFF2-40B4-BE49-F238E27FC236}">
                  <a16:creationId xmlns:a16="http://schemas.microsoft.com/office/drawing/2014/main" id="{16EF4FCE-B4BF-485E-B545-95827107AD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33">
              <a:extLst>
                <a:ext uri="{FF2B5EF4-FFF2-40B4-BE49-F238E27FC236}">
                  <a16:creationId xmlns:a16="http://schemas.microsoft.com/office/drawing/2014/main" id="{C2DD2F29-32E6-486A-A295-CB29680AD9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34">
              <a:extLst>
                <a:ext uri="{FF2B5EF4-FFF2-40B4-BE49-F238E27FC236}">
                  <a16:creationId xmlns:a16="http://schemas.microsoft.com/office/drawing/2014/main" id="{B1A76276-E7B7-4550-9AFF-0A2E9EAEA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35">
              <a:extLst>
                <a:ext uri="{FF2B5EF4-FFF2-40B4-BE49-F238E27FC236}">
                  <a16:creationId xmlns:a16="http://schemas.microsoft.com/office/drawing/2014/main" id="{EAFC4E0E-3390-457C-BCC9-A2479C10F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Freeform 36">
              <a:extLst>
                <a:ext uri="{FF2B5EF4-FFF2-40B4-BE49-F238E27FC236}">
                  <a16:creationId xmlns:a16="http://schemas.microsoft.com/office/drawing/2014/main" id="{D0E59BF7-C450-4448-B71A-80ECD878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Freeform 37">
              <a:extLst>
                <a:ext uri="{FF2B5EF4-FFF2-40B4-BE49-F238E27FC236}">
                  <a16:creationId xmlns:a16="http://schemas.microsoft.com/office/drawing/2014/main" id="{BAB182A0-0A27-42D3-A9D0-56E8B7F4A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Freeform 38">
              <a:extLst>
                <a:ext uri="{FF2B5EF4-FFF2-40B4-BE49-F238E27FC236}">
                  <a16:creationId xmlns:a16="http://schemas.microsoft.com/office/drawing/2014/main" id="{4C9A08D9-525C-448E-A071-78226848F4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39">
              <a:extLst>
                <a:ext uri="{FF2B5EF4-FFF2-40B4-BE49-F238E27FC236}">
                  <a16:creationId xmlns:a16="http://schemas.microsoft.com/office/drawing/2014/main" id="{E7818D96-423C-499F-A080-00EF0B9D4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Freeform 40">
              <a:extLst>
                <a:ext uri="{FF2B5EF4-FFF2-40B4-BE49-F238E27FC236}">
                  <a16:creationId xmlns:a16="http://schemas.microsoft.com/office/drawing/2014/main" id="{059B8971-2367-46BA-8FCC-D001A6C36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Rectangle 41">
              <a:extLst>
                <a:ext uri="{FF2B5EF4-FFF2-40B4-BE49-F238E27FC236}">
                  <a16:creationId xmlns:a16="http://schemas.microsoft.com/office/drawing/2014/main" id="{E4DF0A08-11EF-495A-980F-2ED66FBB8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26" name="Content Placeholder 14">
            <a:extLst>
              <a:ext uri="{FF2B5EF4-FFF2-40B4-BE49-F238E27FC236}">
                <a16:creationId xmlns:a16="http://schemas.microsoft.com/office/drawing/2014/main" id="{76B1D6B3-8B1A-F318-CF8F-B30E7B325A8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62846335"/>
              </p:ext>
            </p:extLst>
          </p:nvPr>
        </p:nvGraphicFramePr>
        <p:xfrm>
          <a:off x="8845603" y="2508070"/>
          <a:ext cx="12589315" cy="8004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58479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7358E-33B3-CB04-443E-57810C7E5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>
            <a:extLst>
              <a:ext uri="{FF2B5EF4-FFF2-40B4-BE49-F238E27FC236}">
                <a16:creationId xmlns:a16="http://schemas.microsoft.com/office/drawing/2014/main" id="{174E31E4-530B-4247-962C-F46F5F66D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81" y="0"/>
            <a:ext cx="24377655" cy="13716002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6FA2727-C33B-44D1-885B-76DC0424E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24101498" cy="13716002"/>
            <a:chOff x="-14288" y="0"/>
            <a:chExt cx="12053888" cy="685800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A64FD4C-29BA-46E7-AE31-AB38BB694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A28E5FB6-5905-4F5D-A6CE-E6222C405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F838FE17-378C-4BCE-80C0-FDD1CB074E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7">
                <a:extLst>
                  <a:ext uri="{FF2B5EF4-FFF2-40B4-BE49-F238E27FC236}">
                    <a16:creationId xmlns:a16="http://schemas.microsoft.com/office/drawing/2014/main" id="{12A1474E-6A37-4F4D-A638-DD0EC0A5B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8">
                <a:extLst>
                  <a:ext uri="{FF2B5EF4-FFF2-40B4-BE49-F238E27FC236}">
                    <a16:creationId xmlns:a16="http://schemas.microsoft.com/office/drawing/2014/main" id="{49EA8CC2-4D0F-4C86-9CA9-FC3792FED1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9">
                <a:extLst>
                  <a:ext uri="{FF2B5EF4-FFF2-40B4-BE49-F238E27FC236}">
                    <a16:creationId xmlns:a16="http://schemas.microsoft.com/office/drawing/2014/main" id="{69548BD5-92E6-42BD-9719-16AA005C5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10">
                <a:extLst>
                  <a:ext uri="{FF2B5EF4-FFF2-40B4-BE49-F238E27FC236}">
                    <a16:creationId xmlns:a16="http://schemas.microsoft.com/office/drawing/2014/main" id="{93005965-F240-4349-A563-515973BF01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11">
                <a:extLst>
                  <a:ext uri="{FF2B5EF4-FFF2-40B4-BE49-F238E27FC236}">
                    <a16:creationId xmlns:a16="http://schemas.microsoft.com/office/drawing/2014/main" id="{277A546F-05BB-4274-A6A6-9DACC27AB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12">
                <a:extLst>
                  <a:ext uri="{FF2B5EF4-FFF2-40B4-BE49-F238E27FC236}">
                    <a16:creationId xmlns:a16="http://schemas.microsoft.com/office/drawing/2014/main" id="{7BE7FF91-E18E-41AA-A952-07CB0C02C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13">
                <a:extLst>
                  <a:ext uri="{FF2B5EF4-FFF2-40B4-BE49-F238E27FC236}">
                    <a16:creationId xmlns:a16="http://schemas.microsoft.com/office/drawing/2014/main" id="{3F6A31AA-E4FB-4DD0-9AB1-BDD994CFA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14">
                <a:extLst>
                  <a:ext uri="{FF2B5EF4-FFF2-40B4-BE49-F238E27FC236}">
                    <a16:creationId xmlns:a16="http://schemas.microsoft.com/office/drawing/2014/main" id="{F99B8398-08D8-4C1E-8D7F-BAFB4D3937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15">
                <a:extLst>
                  <a:ext uri="{FF2B5EF4-FFF2-40B4-BE49-F238E27FC236}">
                    <a16:creationId xmlns:a16="http://schemas.microsoft.com/office/drawing/2014/main" id="{CD3984BB-CCC2-49D9-A80B-9507BE5A91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Line 16">
                <a:extLst>
                  <a:ext uri="{FF2B5EF4-FFF2-40B4-BE49-F238E27FC236}">
                    <a16:creationId xmlns:a16="http://schemas.microsoft.com/office/drawing/2014/main" id="{78FF7C07-82F5-4A64-9D71-29CBE1B79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17">
                <a:extLst>
                  <a:ext uri="{FF2B5EF4-FFF2-40B4-BE49-F238E27FC236}">
                    <a16:creationId xmlns:a16="http://schemas.microsoft.com/office/drawing/2014/main" id="{7F1773CA-6AE7-4723-B072-CEC5F3829B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18">
                <a:extLst>
                  <a:ext uri="{FF2B5EF4-FFF2-40B4-BE49-F238E27FC236}">
                    <a16:creationId xmlns:a16="http://schemas.microsoft.com/office/drawing/2014/main" id="{D5EC23E0-B877-4A62-B084-5407401FB6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19">
                <a:extLst>
                  <a:ext uri="{FF2B5EF4-FFF2-40B4-BE49-F238E27FC236}">
                    <a16:creationId xmlns:a16="http://schemas.microsoft.com/office/drawing/2014/main" id="{633C4B0E-E7C6-4A1A-9D3A-80C8E3C59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20">
                <a:extLst>
                  <a:ext uri="{FF2B5EF4-FFF2-40B4-BE49-F238E27FC236}">
                    <a16:creationId xmlns:a16="http://schemas.microsoft.com/office/drawing/2014/main" id="{AB21372F-73AC-4C69-81F0-0D44D36F6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Rectangle 21">
                <a:extLst>
                  <a:ext uri="{FF2B5EF4-FFF2-40B4-BE49-F238E27FC236}">
                    <a16:creationId xmlns:a16="http://schemas.microsoft.com/office/drawing/2014/main" id="{B5619D97-D7A8-4DFF-8AB1-F4B393C1B4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22">
                <a:extLst>
                  <a:ext uri="{FF2B5EF4-FFF2-40B4-BE49-F238E27FC236}">
                    <a16:creationId xmlns:a16="http://schemas.microsoft.com/office/drawing/2014/main" id="{55E03CED-9618-41BB-898B-2FECEFD7B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23">
                <a:extLst>
                  <a:ext uri="{FF2B5EF4-FFF2-40B4-BE49-F238E27FC236}">
                    <a16:creationId xmlns:a16="http://schemas.microsoft.com/office/drawing/2014/main" id="{78F0A5C5-589E-4053-A41A-FA77210C3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24">
                <a:extLst>
                  <a:ext uri="{FF2B5EF4-FFF2-40B4-BE49-F238E27FC236}">
                    <a16:creationId xmlns:a16="http://schemas.microsoft.com/office/drawing/2014/main" id="{AC2718F8-15C5-4DAB-B194-AAEE8A205E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25">
                <a:extLst>
                  <a:ext uri="{FF2B5EF4-FFF2-40B4-BE49-F238E27FC236}">
                    <a16:creationId xmlns:a16="http://schemas.microsoft.com/office/drawing/2014/main" id="{23C6608B-EA21-4579-B33F-55E52AC287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26">
                <a:extLst>
                  <a:ext uri="{FF2B5EF4-FFF2-40B4-BE49-F238E27FC236}">
                    <a16:creationId xmlns:a16="http://schemas.microsoft.com/office/drawing/2014/main" id="{4A2FEFA2-D838-4CE1-90BA-B6C2EEB543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27">
                <a:extLst>
                  <a:ext uri="{FF2B5EF4-FFF2-40B4-BE49-F238E27FC236}">
                    <a16:creationId xmlns:a16="http://schemas.microsoft.com/office/drawing/2014/main" id="{1A39CA24-DF18-4FCC-8265-36FC72ED5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28">
                <a:extLst>
                  <a:ext uri="{FF2B5EF4-FFF2-40B4-BE49-F238E27FC236}">
                    <a16:creationId xmlns:a16="http://schemas.microsoft.com/office/drawing/2014/main" id="{50A32DBD-9B22-49C3-A628-A98533FBF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29">
                <a:extLst>
                  <a:ext uri="{FF2B5EF4-FFF2-40B4-BE49-F238E27FC236}">
                    <a16:creationId xmlns:a16="http://schemas.microsoft.com/office/drawing/2014/main" id="{A3C0B30D-BB1A-4B3D-A162-3EBE6267F2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30">
                <a:extLst>
                  <a:ext uri="{FF2B5EF4-FFF2-40B4-BE49-F238E27FC236}">
                    <a16:creationId xmlns:a16="http://schemas.microsoft.com/office/drawing/2014/main" id="{092B125A-1548-445E-8689-07BEEC8155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31">
                <a:extLst>
                  <a:ext uri="{FF2B5EF4-FFF2-40B4-BE49-F238E27FC236}">
                    <a16:creationId xmlns:a16="http://schemas.microsoft.com/office/drawing/2014/main" id="{D6A7D7B9-9A7E-4FD2-A1B4-1C5CFAE549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B1B0C3F-D935-4306-B5B1-6AA635881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Freeform 32">
                <a:extLst>
                  <a:ext uri="{FF2B5EF4-FFF2-40B4-BE49-F238E27FC236}">
                    <a16:creationId xmlns:a16="http://schemas.microsoft.com/office/drawing/2014/main" id="{75BC67F5-D485-467A-BCCB-D062EB6DD0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33">
                <a:extLst>
                  <a:ext uri="{FF2B5EF4-FFF2-40B4-BE49-F238E27FC236}">
                    <a16:creationId xmlns:a16="http://schemas.microsoft.com/office/drawing/2014/main" id="{7FB0B620-AB12-4F0B-AD1C-A47A5FBC63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34">
                <a:extLst>
                  <a:ext uri="{FF2B5EF4-FFF2-40B4-BE49-F238E27FC236}">
                    <a16:creationId xmlns:a16="http://schemas.microsoft.com/office/drawing/2014/main" id="{6AEFA891-E591-4F7F-9DBA-FC78E9B8F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35">
                <a:extLst>
                  <a:ext uri="{FF2B5EF4-FFF2-40B4-BE49-F238E27FC236}">
                    <a16:creationId xmlns:a16="http://schemas.microsoft.com/office/drawing/2014/main" id="{78921FFF-4B57-4E33-BE94-5A8BFC95E0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6">
                <a:extLst>
                  <a:ext uri="{FF2B5EF4-FFF2-40B4-BE49-F238E27FC236}">
                    <a16:creationId xmlns:a16="http://schemas.microsoft.com/office/drawing/2014/main" id="{0C4A1658-5AAE-4925-B106-BC0A17862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37">
                <a:extLst>
                  <a:ext uri="{FF2B5EF4-FFF2-40B4-BE49-F238E27FC236}">
                    <a16:creationId xmlns:a16="http://schemas.microsoft.com/office/drawing/2014/main" id="{DE6DF3EB-099A-427A-A999-3BAF3BCA94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38">
                <a:extLst>
                  <a:ext uri="{FF2B5EF4-FFF2-40B4-BE49-F238E27FC236}">
                    <a16:creationId xmlns:a16="http://schemas.microsoft.com/office/drawing/2014/main" id="{CC595EFE-4690-4B81-83B1-F863B951B0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9">
                <a:extLst>
                  <a:ext uri="{FF2B5EF4-FFF2-40B4-BE49-F238E27FC236}">
                    <a16:creationId xmlns:a16="http://schemas.microsoft.com/office/drawing/2014/main" id="{400FAC39-AEAC-4B54-9694-29D537C203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40">
                <a:extLst>
                  <a:ext uri="{FF2B5EF4-FFF2-40B4-BE49-F238E27FC236}">
                    <a16:creationId xmlns:a16="http://schemas.microsoft.com/office/drawing/2014/main" id="{C61298B0-056E-4D83-B168-1C054A17A0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Rectangle 41">
                <a:extLst>
                  <a:ext uri="{FF2B5EF4-FFF2-40B4-BE49-F238E27FC236}">
                    <a16:creationId xmlns:a16="http://schemas.microsoft.com/office/drawing/2014/main" id="{9F9E69A2-F9B0-40C2-BDC8-143835426B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2437765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2197" y="-22768"/>
            <a:ext cx="2440963" cy="13716002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95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" y="-4"/>
            <a:ext cx="8120935" cy="13716002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06"/>
            <a:ext cx="8109129" cy="13716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78" y="-19996"/>
            <a:ext cx="2440963" cy="13716002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0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8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" y="-26476"/>
            <a:ext cx="8123320" cy="13716002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7DC0E639-491A-2D91-2499-E21BD6EBC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215" y="2269362"/>
            <a:ext cx="5485191" cy="85100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600">
                <a:solidFill>
                  <a:srgbClr val="FFFFFF"/>
                </a:solidFill>
              </a:rPr>
              <a:t>Key Design Choices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0F7C7FB-DD1E-431F-20F0-BD33C6FE28C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620596" y="11766550"/>
            <a:ext cx="8529878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50" kern="12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Walmart Team 02 | Practicum Team 06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71776C-86DA-E607-1F78-A7F1E84F8F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0709039" y="11766548"/>
            <a:ext cx="1380027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7E83E8E-4C8F-494C-96FC-84A57D31552C}" type="slidenum">
              <a:rPr lang="en-US" sz="10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5</a:t>
            </a:fld>
            <a:endParaRPr lang="en-US" sz="1050" kern="12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7" name="Content Placeholder 14">
            <a:extLst>
              <a:ext uri="{FF2B5EF4-FFF2-40B4-BE49-F238E27FC236}">
                <a16:creationId xmlns:a16="http://schemas.microsoft.com/office/drawing/2014/main" id="{9E8E4514-8055-7B64-B527-A6B3247C04A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10184258"/>
              </p:ext>
            </p:extLst>
          </p:nvPr>
        </p:nvGraphicFramePr>
        <p:xfrm>
          <a:off x="9321949" y="2269364"/>
          <a:ext cx="13382010" cy="8510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70246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953954-CB41-5C92-F312-F1E2704B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87FF70-F6CD-703D-E65D-7E1A6FB6C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16138" y="2003004"/>
                <a:ext cx="21577299" cy="10493795"/>
              </a:xfrm>
            </p:spPr>
            <p:txBody>
              <a:bodyPr vert="horz" lIns="0" tIns="0" rIns="0" bIns="0" numCol="2" rtlCol="0" anchor="t">
                <a:noAutofit/>
              </a:bodyPr>
              <a:lstStyle/>
              <a:p>
                <a:r>
                  <a:rPr lang="en-US" sz="3200" b="1" dirty="0"/>
                  <a:t>Set</a:t>
                </a:r>
                <a:endParaRPr lang="en-US" sz="3200" dirty="0"/>
              </a:p>
              <a:p>
                <a:r>
                  <a:rPr lang="en-US" sz="3200" dirty="0" err="1"/>
                  <a:t>i</a:t>
                </a:r>
                <a:r>
                  <a:rPr lang="en-US" sz="3200" dirty="0"/>
                  <a:t> ∈ {subcategories in a store-week}</a:t>
                </a:r>
                <a:endParaRPr lang="en-US" sz="3200" b="1" dirty="0"/>
              </a:p>
              <a:p>
                <a:r>
                  <a:rPr lang="en-US" sz="3200" b="1" dirty="0"/>
                  <a:t>Decision Variables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𝑠𝑡𝑎𝑏𝑙𝑒</m:t>
                        </m:r>
                      </m:sup>
                    </m:sSubSup>
                  </m:oMath>
                </a14:m>
                <a:r>
                  <a:rPr lang="en-US" sz="3200" dirty="0"/>
                  <a:t>: Stable fixture allocation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𝑓𝑙𝑒𝑥</m:t>
                        </m:r>
                      </m:sup>
                    </m:sSubSup>
                  </m:oMath>
                </a14:m>
                <a:r>
                  <a:rPr lang="en-US" sz="3200" dirty="0"/>
                  <a:t>: Flexible fixture allocation</a:t>
                </a:r>
              </a:p>
              <a:p>
                <a:r>
                  <a:rPr lang="en-US" sz="3200" b="1" dirty="0"/>
                  <a:t>Objective</a:t>
                </a:r>
                <a:endParaRPr lang="en-US" sz="320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dirty="0" smtClean="0"/>
                      <m:t>Max</m:t>
                    </m:r>
                    <m:nary>
                      <m:naryPr>
                        <m:chr m:val="∑"/>
                        <m:sup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𝑑𝑒𝑚𝑎𝑛𝑑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𝑠𝑡𝑎𝑏𝑙𝑒</m:t>
                        </m:r>
                      </m:sup>
                    </m:sSubSup>
                  </m:oMath>
                </a14:m>
                <a:r>
                  <a:rPr lang="en-US" sz="3200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𝑓𝑙𝑒𝑥</m:t>
                        </m:r>
                      </m:sup>
                    </m:sSub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r>
                  <a:rPr lang="en-US" sz="3200" b="1" dirty="0"/>
                  <a:t>Constraints</a:t>
                </a:r>
                <a:endParaRPr lang="en-US" sz="32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𝑠𝑡𝑎𝑏𝑙𝑒</m:t>
                            </m:r>
                          </m:sup>
                        </m:sSub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nary>
                    <m:sSubSup>
                      <m:sSubSup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𝑓𝑙𝑒𝑥</m:t>
                        </m:r>
                      </m:sup>
                    </m:sSubSup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𝑇𝑜𝑡𝑎𝑙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𝐹𝑖𝑥𝑡𝑢𝑟𝑒𝑠</m:t>
                    </m:r>
                  </m:oMath>
                </a14:m>
                <a:endParaRPr lang="en-US" sz="32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Upper bounds per subcategory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𝑠𝑡𝑎𝑏𝑙𝑒</m:t>
                        </m:r>
                      </m:sup>
                    </m:sSubSup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𝑓𝑙𝑒𝑥</m:t>
                        </m:r>
                      </m:sup>
                    </m:sSub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87FF70-F6CD-703D-E65D-7E1A6FB6C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6138" y="2003004"/>
                <a:ext cx="21577299" cy="10493795"/>
              </a:xfrm>
              <a:blipFill>
                <a:blip r:embed="rId2"/>
                <a:stretch>
                  <a:fillRect l="-1294" t="-6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867BDF5-B766-FB35-4E43-86FECDBF6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889206"/>
            <a:ext cx="23010812" cy="1188720"/>
          </a:xfrm>
        </p:spPr>
        <p:txBody>
          <a:bodyPr/>
          <a:lstStyle/>
          <a:p>
            <a:r>
              <a:rPr lang="en-US" sz="4800">
                <a:latin typeface="Everyday Sans Medium"/>
              </a:rPr>
              <a:t>Optimization Model: Allocating Space to Maximize Value</a:t>
            </a:r>
            <a:endParaRPr lang="en-US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EEFEA-773E-E49D-BA09-3FCCD05178E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82625" y="11766550"/>
            <a:ext cx="12474575" cy="7302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Walmart Team 02 | Practicum Team 06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671E3-20F8-3E0B-3222-F8FD37DF90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2836188" y="11766550"/>
            <a:ext cx="1541462" cy="730250"/>
          </a:xfrm>
        </p:spPr>
        <p:txBody>
          <a:bodyPr/>
          <a:lstStyle/>
          <a:p>
            <a:fld id="{E7E83E8E-4C8F-494C-96FC-84A57D3155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09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0B9B5-C009-96D0-17D6-E1DE3B47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174E31E4-530B-4247-962C-F46F5F66D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81" y="0"/>
            <a:ext cx="24377655" cy="13716002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6FA2727-C33B-44D1-885B-76DC0424E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24101498" cy="13716002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64FD4C-29BA-46E7-AE31-AB38BB694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28E5FB6-5905-4F5D-A6CE-E6222C405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F838FE17-378C-4BCE-80C0-FDD1CB074E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12A1474E-6A37-4F4D-A638-DD0EC0A5B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49EA8CC2-4D0F-4C86-9CA9-FC3792FED1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69548BD5-92E6-42BD-9719-16AA005C5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93005965-F240-4349-A563-515973BF01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77A546F-05BB-4274-A6A6-9DACC27AB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7BE7FF91-E18E-41AA-A952-07CB0C02C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3F6A31AA-E4FB-4DD0-9AB1-BDD994CFA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F99B8398-08D8-4C1E-8D7F-BAFB4D3937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CD3984BB-CCC2-49D9-A80B-9507BE5A91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78FF7C07-82F5-4A64-9D71-29CBE1B79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7F1773CA-6AE7-4723-B072-CEC5F3829B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D5EC23E0-B877-4A62-B084-5407401FB6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633C4B0E-E7C6-4A1A-9D3A-80C8E3C59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AB21372F-73AC-4C69-81F0-0D44D36F6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B5619D97-D7A8-4DFF-8AB1-F4B393C1B4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55E03CED-9618-41BB-898B-2FECEFD7B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78F0A5C5-589E-4053-A41A-FA77210C3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AC2718F8-15C5-4DAB-B194-AAEE8A205E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23C6608B-EA21-4579-B33F-55E52AC287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4A2FEFA2-D838-4CE1-90BA-B6C2EEB543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1A39CA24-DF18-4FCC-8265-36FC72ED5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50A32DBD-9B22-49C3-A628-A98533FBF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A3C0B30D-BB1A-4B3D-A162-3EBE6267F2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092B125A-1548-445E-8689-07BEEC8155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D6A7D7B9-9A7E-4FD2-A1B4-1C5CFAE549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B1B0C3F-D935-4306-B5B1-6AA635881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75BC67F5-D485-467A-BCCB-D062EB6DD0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7FB0B620-AB12-4F0B-AD1C-A47A5FBC63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6AEFA891-E591-4F7F-9DBA-FC78E9B8F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78921FFF-4B57-4E33-BE94-5A8BFC95E0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0C4A1658-5AAE-4925-B106-BC0A17862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DE6DF3EB-099A-427A-A999-3BAF3BCA94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CC595EFE-4690-4B81-83B1-F863B951B0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400FAC39-AEAC-4B54-9694-29D537C203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C61298B0-056E-4D83-B168-1C054A17A0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9F9E69A2-F9B0-40C2-BDC8-143835426B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65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9D6DCF-EF95-F75F-36DA-2EFE028F5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231" y="1237036"/>
            <a:ext cx="19806837" cy="29571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600"/>
              <a:t>Why This Matters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8392C5-9391-18F8-84A2-AB12F218B0B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282227" y="12650808"/>
            <a:ext cx="12475368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5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Walmart Team 02 | Practicum Team 06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A3C7F-05D4-9444-756C-DDF894BE43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0547289" y="12650806"/>
            <a:ext cx="1541777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7E83E8E-4C8F-494C-96FC-84A57D31552C}" type="slidenum">
              <a:rPr lang="en-US" sz="10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7</a:t>
            </a:fld>
            <a:endParaRPr lang="en-US" sz="105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B9265BE-4460-E88E-5A95-E8E6A5EF34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7929605"/>
              </p:ext>
            </p:extLst>
          </p:nvPr>
        </p:nvGraphicFramePr>
        <p:xfrm>
          <a:off x="2282227" y="4881542"/>
          <a:ext cx="19806839" cy="7169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26071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0B9B5-C009-96D0-17D6-E1DE3B47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4377655" cy="13716002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570" y="0"/>
            <a:ext cx="24101498" cy="13716002"/>
            <a:chOff x="-14288" y="0"/>
            <a:chExt cx="12053888" cy="685800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2437765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" y="-4"/>
            <a:ext cx="8120935" cy="13716002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06"/>
            <a:ext cx="8109129" cy="13716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048" y="46566"/>
            <a:ext cx="8154179" cy="13716002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9D6DCF-EF95-F75F-36DA-2EFE028F5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086" y="1237036"/>
            <a:ext cx="5701349" cy="29571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6400">
                <a:solidFill>
                  <a:srgbClr val="FFFFFF"/>
                </a:solidFill>
              </a:rPr>
              <a:t>Sample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EF675-E9C4-2147-8663-B6067874A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8800" y="4498974"/>
            <a:ext cx="5723397" cy="7914604"/>
          </a:xfrm>
        </p:spPr>
        <p:txBody>
          <a:bodyPr vert="horz" lIns="91440" tIns="45720" rIns="91440" bIns="45720" rtlCol="0">
            <a:normAutofit/>
          </a:bodyPr>
          <a:lstStyle/>
          <a:p>
            <a:pPr lvl="0" indent="-228600" defTabSz="914400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sz="2800">
                <a:solidFill>
                  <a:srgbClr val="FFFFFF"/>
                </a:solidFill>
              </a:rPr>
              <a:t>A small number of subcategories drive the majority of space allocation</a:t>
            </a:r>
          </a:p>
          <a:p>
            <a:pPr lvl="0" indent="-228600" defTabSz="914400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sz="2800">
                <a:solidFill>
                  <a:srgbClr val="FFFFFF"/>
                </a:solidFill>
              </a:rPr>
              <a:t>High-demand categories consistently receive priority across stores</a:t>
            </a:r>
          </a:p>
          <a:p>
            <a:pPr lvl="0" indent="-228600" defTabSz="914400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sz="2800">
                <a:solidFill>
                  <a:srgbClr val="FFFFFF"/>
                </a:solidFill>
              </a:rPr>
              <a:t>Space allocation is highly concentrated across a few key subcategories</a:t>
            </a:r>
          </a:p>
          <a:p>
            <a:pPr lvl="0" indent="-228600" defTabSz="914400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sz="2800">
                <a:solidFill>
                  <a:srgbClr val="FFFFFF"/>
                </a:solidFill>
              </a:rPr>
              <a:t>Model allocates space proportional to demand signals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2440963" cy="13716002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4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C2CB859-0BEB-D044-AA71-4085A3D97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101" y="1721799"/>
            <a:ext cx="13684526" cy="102633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8392C5-9391-18F8-84A2-AB12F218B0B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9421103" y="12706926"/>
            <a:ext cx="6460370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105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Walmart Team 02 | Practicum Team 06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A3C7F-05D4-9444-756C-DDF894BE43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1563850" y="12706924"/>
            <a:ext cx="1541777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E7E83E8E-4C8F-494C-96FC-84A57D31552C}" type="slidenum">
              <a:rPr lang="en-US" sz="1050">
                <a:solidFill>
                  <a:schemeClr val="tx1"/>
                </a:solidFill>
              </a:rPr>
              <a:pPr defTabSz="914400">
                <a:spcAft>
                  <a:spcPts val="600"/>
                </a:spcAft>
              </a:pPr>
              <a:t>8</a:t>
            </a:fld>
            <a:endParaRPr lang="en-US" sz="10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195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2">
            <a:extLst>
              <a:ext uri="{FF2B5EF4-FFF2-40B4-BE49-F238E27FC236}">
                <a16:creationId xmlns:a16="http://schemas.microsoft.com/office/drawing/2014/main" id="{174E31E4-530B-4247-962C-F46F5F66D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81" y="0"/>
            <a:ext cx="24377655" cy="13716002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96FA2727-C33B-44D1-885B-76DC0424E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24101498" cy="13716002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64FD4C-29BA-46E7-AE31-AB38BB694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58" name="Rectangle 5">
                <a:extLst>
                  <a:ext uri="{FF2B5EF4-FFF2-40B4-BE49-F238E27FC236}">
                    <a16:creationId xmlns:a16="http://schemas.microsoft.com/office/drawing/2014/main" id="{A28E5FB6-5905-4F5D-A6CE-E6222C405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6">
                <a:extLst>
                  <a:ext uri="{FF2B5EF4-FFF2-40B4-BE49-F238E27FC236}">
                    <a16:creationId xmlns:a16="http://schemas.microsoft.com/office/drawing/2014/main" id="{F838FE17-378C-4BCE-80C0-FDD1CB074E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7">
                <a:extLst>
                  <a:ext uri="{FF2B5EF4-FFF2-40B4-BE49-F238E27FC236}">
                    <a16:creationId xmlns:a16="http://schemas.microsoft.com/office/drawing/2014/main" id="{12A1474E-6A37-4F4D-A638-DD0EC0A5B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8">
                <a:extLst>
                  <a:ext uri="{FF2B5EF4-FFF2-40B4-BE49-F238E27FC236}">
                    <a16:creationId xmlns:a16="http://schemas.microsoft.com/office/drawing/2014/main" id="{49EA8CC2-4D0F-4C86-9CA9-FC3792FED1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9">
                <a:extLst>
                  <a:ext uri="{FF2B5EF4-FFF2-40B4-BE49-F238E27FC236}">
                    <a16:creationId xmlns:a16="http://schemas.microsoft.com/office/drawing/2014/main" id="{69548BD5-92E6-42BD-9719-16AA005C5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0">
                <a:extLst>
                  <a:ext uri="{FF2B5EF4-FFF2-40B4-BE49-F238E27FC236}">
                    <a16:creationId xmlns:a16="http://schemas.microsoft.com/office/drawing/2014/main" id="{93005965-F240-4349-A563-515973BF01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1">
                <a:extLst>
                  <a:ext uri="{FF2B5EF4-FFF2-40B4-BE49-F238E27FC236}">
                    <a16:creationId xmlns:a16="http://schemas.microsoft.com/office/drawing/2014/main" id="{277A546F-05BB-4274-A6A6-9DACC27AB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12">
                <a:extLst>
                  <a:ext uri="{FF2B5EF4-FFF2-40B4-BE49-F238E27FC236}">
                    <a16:creationId xmlns:a16="http://schemas.microsoft.com/office/drawing/2014/main" id="{7BE7FF91-E18E-41AA-A952-07CB0C02C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13">
                <a:extLst>
                  <a:ext uri="{FF2B5EF4-FFF2-40B4-BE49-F238E27FC236}">
                    <a16:creationId xmlns:a16="http://schemas.microsoft.com/office/drawing/2014/main" id="{3F6A31AA-E4FB-4DD0-9AB1-BDD994CFA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14">
                <a:extLst>
                  <a:ext uri="{FF2B5EF4-FFF2-40B4-BE49-F238E27FC236}">
                    <a16:creationId xmlns:a16="http://schemas.microsoft.com/office/drawing/2014/main" id="{F99B8398-08D8-4C1E-8D7F-BAFB4D3937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15">
                <a:extLst>
                  <a:ext uri="{FF2B5EF4-FFF2-40B4-BE49-F238E27FC236}">
                    <a16:creationId xmlns:a16="http://schemas.microsoft.com/office/drawing/2014/main" id="{CD3984BB-CCC2-49D9-A80B-9507BE5A91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Line 16">
                <a:extLst>
                  <a:ext uri="{FF2B5EF4-FFF2-40B4-BE49-F238E27FC236}">
                    <a16:creationId xmlns:a16="http://schemas.microsoft.com/office/drawing/2014/main" id="{78FF7C07-82F5-4A64-9D71-29CBE1B79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17">
                <a:extLst>
                  <a:ext uri="{FF2B5EF4-FFF2-40B4-BE49-F238E27FC236}">
                    <a16:creationId xmlns:a16="http://schemas.microsoft.com/office/drawing/2014/main" id="{7F1773CA-6AE7-4723-B072-CEC5F3829B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18">
                <a:extLst>
                  <a:ext uri="{FF2B5EF4-FFF2-40B4-BE49-F238E27FC236}">
                    <a16:creationId xmlns:a16="http://schemas.microsoft.com/office/drawing/2014/main" id="{D5EC23E0-B877-4A62-B084-5407401FB6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19">
                <a:extLst>
                  <a:ext uri="{FF2B5EF4-FFF2-40B4-BE49-F238E27FC236}">
                    <a16:creationId xmlns:a16="http://schemas.microsoft.com/office/drawing/2014/main" id="{633C4B0E-E7C6-4A1A-9D3A-80C8E3C59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20">
                <a:extLst>
                  <a:ext uri="{FF2B5EF4-FFF2-40B4-BE49-F238E27FC236}">
                    <a16:creationId xmlns:a16="http://schemas.microsoft.com/office/drawing/2014/main" id="{AB21372F-73AC-4C69-81F0-0D44D36F6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Rectangle 21">
                <a:extLst>
                  <a:ext uri="{FF2B5EF4-FFF2-40B4-BE49-F238E27FC236}">
                    <a16:creationId xmlns:a16="http://schemas.microsoft.com/office/drawing/2014/main" id="{B5619D97-D7A8-4DFF-8AB1-F4B393C1B4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22">
                <a:extLst>
                  <a:ext uri="{FF2B5EF4-FFF2-40B4-BE49-F238E27FC236}">
                    <a16:creationId xmlns:a16="http://schemas.microsoft.com/office/drawing/2014/main" id="{55E03CED-9618-41BB-898B-2FECEFD7B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23">
                <a:extLst>
                  <a:ext uri="{FF2B5EF4-FFF2-40B4-BE49-F238E27FC236}">
                    <a16:creationId xmlns:a16="http://schemas.microsoft.com/office/drawing/2014/main" id="{78F0A5C5-589E-4053-A41A-FA77210C3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24">
                <a:extLst>
                  <a:ext uri="{FF2B5EF4-FFF2-40B4-BE49-F238E27FC236}">
                    <a16:creationId xmlns:a16="http://schemas.microsoft.com/office/drawing/2014/main" id="{AC2718F8-15C5-4DAB-B194-AAEE8A205E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25">
                <a:extLst>
                  <a:ext uri="{FF2B5EF4-FFF2-40B4-BE49-F238E27FC236}">
                    <a16:creationId xmlns:a16="http://schemas.microsoft.com/office/drawing/2014/main" id="{23C6608B-EA21-4579-B33F-55E52AC287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26">
                <a:extLst>
                  <a:ext uri="{FF2B5EF4-FFF2-40B4-BE49-F238E27FC236}">
                    <a16:creationId xmlns:a16="http://schemas.microsoft.com/office/drawing/2014/main" id="{4A2FEFA2-D838-4CE1-90BA-B6C2EEB543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27">
                <a:extLst>
                  <a:ext uri="{FF2B5EF4-FFF2-40B4-BE49-F238E27FC236}">
                    <a16:creationId xmlns:a16="http://schemas.microsoft.com/office/drawing/2014/main" id="{1A39CA24-DF18-4FCC-8265-36FC72ED5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28">
                <a:extLst>
                  <a:ext uri="{FF2B5EF4-FFF2-40B4-BE49-F238E27FC236}">
                    <a16:creationId xmlns:a16="http://schemas.microsoft.com/office/drawing/2014/main" id="{50A32DBD-9B22-49C3-A628-A98533FBF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29">
                <a:extLst>
                  <a:ext uri="{FF2B5EF4-FFF2-40B4-BE49-F238E27FC236}">
                    <a16:creationId xmlns:a16="http://schemas.microsoft.com/office/drawing/2014/main" id="{A3C0B30D-BB1A-4B3D-A162-3EBE6267F2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30">
                <a:extLst>
                  <a:ext uri="{FF2B5EF4-FFF2-40B4-BE49-F238E27FC236}">
                    <a16:creationId xmlns:a16="http://schemas.microsoft.com/office/drawing/2014/main" id="{092B125A-1548-445E-8689-07BEEC8155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31">
                <a:extLst>
                  <a:ext uri="{FF2B5EF4-FFF2-40B4-BE49-F238E27FC236}">
                    <a16:creationId xmlns:a16="http://schemas.microsoft.com/office/drawing/2014/main" id="{D6A7D7B9-9A7E-4FD2-A1B4-1C5CFAE549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B1B0C3F-D935-4306-B5B1-6AA635881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85" name="Freeform 32">
                <a:extLst>
                  <a:ext uri="{FF2B5EF4-FFF2-40B4-BE49-F238E27FC236}">
                    <a16:creationId xmlns:a16="http://schemas.microsoft.com/office/drawing/2014/main" id="{75BC67F5-D485-467A-BCCB-D062EB6DD0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33">
                <a:extLst>
                  <a:ext uri="{FF2B5EF4-FFF2-40B4-BE49-F238E27FC236}">
                    <a16:creationId xmlns:a16="http://schemas.microsoft.com/office/drawing/2014/main" id="{7FB0B620-AB12-4F0B-AD1C-A47A5FBC63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34">
                <a:extLst>
                  <a:ext uri="{FF2B5EF4-FFF2-40B4-BE49-F238E27FC236}">
                    <a16:creationId xmlns:a16="http://schemas.microsoft.com/office/drawing/2014/main" id="{6AEFA891-E591-4F7F-9DBA-FC78E9B8F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35">
                <a:extLst>
                  <a:ext uri="{FF2B5EF4-FFF2-40B4-BE49-F238E27FC236}">
                    <a16:creationId xmlns:a16="http://schemas.microsoft.com/office/drawing/2014/main" id="{78921FFF-4B57-4E33-BE94-5A8BFC95E0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36">
                <a:extLst>
                  <a:ext uri="{FF2B5EF4-FFF2-40B4-BE49-F238E27FC236}">
                    <a16:creationId xmlns:a16="http://schemas.microsoft.com/office/drawing/2014/main" id="{0C4A1658-5AAE-4925-B106-BC0A17862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 37">
                <a:extLst>
                  <a:ext uri="{FF2B5EF4-FFF2-40B4-BE49-F238E27FC236}">
                    <a16:creationId xmlns:a16="http://schemas.microsoft.com/office/drawing/2014/main" id="{DE6DF3EB-099A-427A-A999-3BAF3BCA94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38">
                <a:extLst>
                  <a:ext uri="{FF2B5EF4-FFF2-40B4-BE49-F238E27FC236}">
                    <a16:creationId xmlns:a16="http://schemas.microsoft.com/office/drawing/2014/main" id="{CC595EFE-4690-4B81-83B1-F863B951B0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39">
                <a:extLst>
                  <a:ext uri="{FF2B5EF4-FFF2-40B4-BE49-F238E27FC236}">
                    <a16:creationId xmlns:a16="http://schemas.microsoft.com/office/drawing/2014/main" id="{400FAC39-AEAC-4B54-9694-29D537C203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40">
                <a:extLst>
                  <a:ext uri="{FF2B5EF4-FFF2-40B4-BE49-F238E27FC236}">
                    <a16:creationId xmlns:a16="http://schemas.microsoft.com/office/drawing/2014/main" id="{C61298B0-056E-4D83-B168-1C054A17A0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Rectangle 41">
                <a:extLst>
                  <a:ext uri="{FF2B5EF4-FFF2-40B4-BE49-F238E27FC236}">
                    <a16:creationId xmlns:a16="http://schemas.microsoft.com/office/drawing/2014/main" id="{9F9E69A2-F9B0-40C2-BDC8-143835426B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 useBgFill="1">
        <p:nvSpPr>
          <p:cNvPr id="95" name="Rectangle 94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65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D0FEDA-37BB-98A2-7EF4-F6032FB8A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231" y="1237036"/>
            <a:ext cx="19806837" cy="29571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600"/>
              <a:t>Challenges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A527D-BCD4-CDD9-D9A5-C3AC4C86109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282227" y="12650808"/>
            <a:ext cx="12475368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5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Walmart Team 02 | Practicum Team 06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381A7-F84A-A6FC-8AAC-B67DD510B54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0547289" y="12650806"/>
            <a:ext cx="1541777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7E83E8E-4C8F-494C-96FC-84A57D31552C}" type="slidenum">
              <a:rPr lang="en-US" sz="10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9</a:t>
            </a:fld>
            <a:endParaRPr lang="en-US" sz="105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96" name="Content Placeholder 2">
            <a:extLst>
              <a:ext uri="{FF2B5EF4-FFF2-40B4-BE49-F238E27FC236}">
                <a16:creationId xmlns:a16="http://schemas.microsoft.com/office/drawing/2014/main" id="{336912A5-D3CB-A5F8-A0BB-4678263DBE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9949824"/>
              </p:ext>
            </p:extLst>
          </p:nvPr>
        </p:nvGraphicFramePr>
        <p:xfrm>
          <a:off x="2282227" y="4881542"/>
          <a:ext cx="19806839" cy="7169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77403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174E31E4-530B-4247-962C-F46F5F66D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81" y="0"/>
            <a:ext cx="24377655" cy="13716002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6FA2727-C33B-44D1-885B-76DC0424E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24101498" cy="13716002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64FD4C-29BA-46E7-AE31-AB38BB694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28E5FB6-5905-4F5D-A6CE-E6222C405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F838FE17-378C-4BCE-80C0-FDD1CB074E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12A1474E-6A37-4F4D-A638-DD0EC0A5B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49EA8CC2-4D0F-4C86-9CA9-FC3792FED1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69548BD5-92E6-42BD-9719-16AA005C5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93005965-F240-4349-A563-515973BF01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77A546F-05BB-4274-A6A6-9DACC27AB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7BE7FF91-E18E-41AA-A952-07CB0C02C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3F6A31AA-E4FB-4DD0-9AB1-BDD994CFA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F99B8398-08D8-4C1E-8D7F-BAFB4D3937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CD3984BB-CCC2-49D9-A80B-9507BE5A91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78FF7C07-82F5-4A64-9D71-29CBE1B79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7F1773CA-6AE7-4723-B072-CEC5F3829B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D5EC23E0-B877-4A62-B084-5407401FB6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633C4B0E-E7C6-4A1A-9D3A-80C8E3C59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AB21372F-73AC-4C69-81F0-0D44D36F6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B5619D97-D7A8-4DFF-8AB1-F4B393C1B4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55E03CED-9618-41BB-898B-2FECEFD7B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78F0A5C5-589E-4053-A41A-FA77210C3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AC2718F8-15C5-4DAB-B194-AAEE8A205E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23C6608B-EA21-4579-B33F-55E52AC287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4A2FEFA2-D838-4CE1-90BA-B6C2EEB543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1A39CA24-DF18-4FCC-8265-36FC72ED5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50A32DBD-9B22-49C3-A628-A98533FBF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A3C0B30D-BB1A-4B3D-A162-3EBE6267F2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092B125A-1548-445E-8689-07BEEC8155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D6A7D7B9-9A7E-4FD2-A1B4-1C5CFAE549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B1B0C3F-D935-4306-B5B1-6AA635881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75BC67F5-D485-467A-BCCB-D062EB6DD0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7FB0B620-AB12-4F0B-AD1C-A47A5FBC63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6AEFA891-E591-4F7F-9DBA-FC78E9B8F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78921FFF-4B57-4E33-BE94-5A8BFC95E0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0C4A1658-5AAE-4925-B106-BC0A17862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DE6DF3EB-099A-427A-A999-3BAF3BCA94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CC595EFE-4690-4B81-83B1-F863B951B0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400FAC39-AEAC-4B54-9694-29D537C203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C61298B0-056E-4D83-B168-1C054A17A0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9F9E69A2-F9B0-40C2-BDC8-143835426B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65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B360C-D10B-271D-2293-168FC479E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231" y="1237036"/>
            <a:ext cx="19806837" cy="29571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600"/>
              <a:t>What I’d Do Differently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38DD81-6D65-CC74-2C90-06718B18150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282227" y="12650808"/>
            <a:ext cx="12475368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5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Walmart Team 02 | Practicum Team 06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AA8EF-6842-360F-B060-595291A438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0547289" y="12650806"/>
            <a:ext cx="1541777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7E83E8E-4C8F-494C-96FC-84A57D31552C}" type="slidenum">
              <a:rPr lang="en-US" sz="10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10</a:t>
            </a:fld>
            <a:endParaRPr lang="en-US" sz="105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4CCB4A6-DE74-9844-335F-8543481038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0412015"/>
              </p:ext>
            </p:extLst>
          </p:nvPr>
        </p:nvGraphicFramePr>
        <p:xfrm>
          <a:off x="2282227" y="4881542"/>
          <a:ext cx="19806839" cy="7169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7419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7D58B-A3FE-023C-ED2B-7CF04AF75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174E31E4-530B-4247-962C-F46F5F66D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81" y="0"/>
            <a:ext cx="24377655" cy="13716002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6FA2727-C33B-44D1-885B-76DC0424E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24101498" cy="13716002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64FD4C-29BA-46E7-AE31-AB38BB694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28E5FB6-5905-4F5D-A6CE-E6222C405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F838FE17-378C-4BCE-80C0-FDD1CB074E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12A1474E-6A37-4F4D-A638-DD0EC0A5B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49EA8CC2-4D0F-4C86-9CA9-FC3792FED1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69548BD5-92E6-42BD-9719-16AA005C5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93005965-F240-4349-A563-515973BF01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77A546F-05BB-4274-A6A6-9DACC27AB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7BE7FF91-E18E-41AA-A952-07CB0C02C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3F6A31AA-E4FB-4DD0-9AB1-BDD994CFA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F99B8398-08D8-4C1E-8D7F-BAFB4D3937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CD3984BB-CCC2-49D9-A80B-9507BE5A91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78FF7C07-82F5-4A64-9D71-29CBE1B79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7F1773CA-6AE7-4723-B072-CEC5F3829B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D5EC23E0-B877-4A62-B084-5407401FB6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633C4B0E-E7C6-4A1A-9D3A-80C8E3C59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AB21372F-73AC-4C69-81F0-0D44D36F6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B5619D97-D7A8-4DFF-8AB1-F4B393C1B4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55E03CED-9618-41BB-898B-2FECEFD7B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78F0A5C5-589E-4053-A41A-FA77210C3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AC2718F8-15C5-4DAB-B194-AAEE8A205E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23C6608B-EA21-4579-B33F-55E52AC287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4A2FEFA2-D838-4CE1-90BA-B6C2EEB543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1A39CA24-DF18-4FCC-8265-36FC72ED5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50A32DBD-9B22-49C3-A628-A98533FBF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A3C0B30D-BB1A-4B3D-A162-3EBE6267F2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092B125A-1548-445E-8689-07BEEC8155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D6A7D7B9-9A7E-4FD2-A1B4-1C5CFAE549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B1B0C3F-D935-4306-B5B1-6AA635881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75BC67F5-D485-467A-BCCB-D062EB6DD0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7FB0B620-AB12-4F0B-AD1C-A47A5FBC63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6AEFA891-E591-4F7F-9DBA-FC78E9B8F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78921FFF-4B57-4E33-BE94-5A8BFC95E0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0C4A1658-5AAE-4925-B106-BC0A17862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DE6DF3EB-099A-427A-A999-3BAF3BCA94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CC595EFE-4690-4B81-83B1-F863B951B0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400FAC39-AEAC-4B54-9694-29D537C203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C61298B0-056E-4D83-B168-1C054A17A0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9F9E69A2-F9B0-40C2-BDC8-143835426B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65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BA362-E303-1F51-1C05-59EB2B1F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231" y="1237036"/>
            <a:ext cx="19806837" cy="29571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600"/>
              <a:t>Final takeaways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3197B-7F51-F462-5462-D98B8810E41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282227" y="12650808"/>
            <a:ext cx="12475368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5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Walmart Team 02 | Practicum Team 06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7AC71-1A9F-6DE1-0814-D272F1E3892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0547289" y="12650806"/>
            <a:ext cx="1541777" cy="730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7E83E8E-4C8F-494C-96FC-84A57D31552C}" type="slidenum">
              <a:rPr lang="en-US" sz="10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11</a:t>
            </a:fld>
            <a:endParaRPr lang="en-US" sz="105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4A3ABA1-D2D7-4B93-D00D-8F2727E504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4591070"/>
              </p:ext>
            </p:extLst>
          </p:nvPr>
        </p:nvGraphicFramePr>
        <p:xfrm>
          <a:off x="2282227" y="4881542"/>
          <a:ext cx="19806839" cy="7169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669348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1_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F690727F635645972FAB33676EA0B6" ma:contentTypeVersion="7" ma:contentTypeDescription="Create a new document." ma:contentTypeScope="" ma:versionID="87251a0bf5bba8aa73fd4323546af7c3">
  <xsd:schema xmlns:xsd="http://www.w3.org/2001/XMLSchema" xmlns:xs="http://www.w3.org/2001/XMLSchema" xmlns:p="http://schemas.microsoft.com/office/2006/metadata/properties" xmlns:ns2="15c58eb3-9e29-4582-a75b-8d80c2a9dca0" targetNamespace="http://schemas.microsoft.com/office/2006/metadata/properties" ma:root="true" ma:fieldsID="4b11f35ced2898693da574febad84eef" ns2:_="">
    <xsd:import namespace="15c58eb3-9e29-4582-a75b-8d80c2a9dc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c58eb3-9e29-4582-a75b-8d80c2a9dc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3A12CB5-2B6D-43ED-B845-F06600316D00}">
  <ds:schemaRefs>
    <ds:schemaRef ds:uri="http://schemas.openxmlformats.org/package/2006/metadata/core-properties"/>
    <ds:schemaRef ds:uri="15c58eb3-9e29-4582-a75b-8d80c2a9dca0"/>
    <ds:schemaRef ds:uri="http://purl.org/dc/dcmitype/"/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ADBCD50-E36D-4813-89C0-6D58839C1B61}">
  <ds:schemaRefs>
    <ds:schemaRef ds:uri="15c58eb3-9e29-4582-a75b-8d80c2a9dca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8D46327-046E-4822-BB10-2FBF408D235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339</Words>
  <Application>Microsoft Macintosh PowerPoint</Application>
  <PresentationFormat>Custom</PresentationFormat>
  <Paragraphs>80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Arial</vt:lpstr>
      <vt:lpstr>Calibri</vt:lpstr>
      <vt:lpstr>Cambria Math</vt:lpstr>
      <vt:lpstr>Everyday Sans</vt:lpstr>
      <vt:lpstr>Everyday Sans Light</vt:lpstr>
      <vt:lpstr>Everyday Sans Medium</vt:lpstr>
      <vt:lpstr>Everyday Sans Regular</vt:lpstr>
      <vt:lpstr>Everyday Sans Semibold</vt:lpstr>
      <vt:lpstr>Everyday Text Regular</vt:lpstr>
      <vt:lpstr>EverydaySans-Regular</vt:lpstr>
      <vt:lpstr>System Font Regular</vt:lpstr>
      <vt:lpstr>Tw Cen MT</vt:lpstr>
      <vt:lpstr>Circuit</vt:lpstr>
      <vt:lpstr>1_Circuit</vt:lpstr>
      <vt:lpstr>Technical Contribution: Optimization-Based Fixture Allocation</vt:lpstr>
      <vt:lpstr>My Contribution</vt:lpstr>
      <vt:lpstr>Where I fit in the pipeline</vt:lpstr>
      <vt:lpstr>From Demand → Space Allocation</vt:lpstr>
      <vt:lpstr>Key Design Choices</vt:lpstr>
      <vt:lpstr>Optimization Model: Allocating Space to Maximize Value</vt:lpstr>
      <vt:lpstr>Why This Matters</vt:lpstr>
      <vt:lpstr>Sample Results</vt:lpstr>
      <vt:lpstr>Challenges</vt:lpstr>
      <vt:lpstr>What I’d Do Differently</vt:lpstr>
      <vt:lpstr>Final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Rene Moreno</dc:creator>
  <cp:lastModifiedBy>Cody Uhl</cp:lastModifiedBy>
  <cp:revision>1</cp:revision>
  <dcterms:created xsi:type="dcterms:W3CDTF">2023-12-21T17:20:15Z</dcterms:created>
  <dcterms:modified xsi:type="dcterms:W3CDTF">2026-04-14T20:35:26Z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0x01010061F690727F635645972FAB33676EA0B6</vt:lpwstr>
  </property>
  <property fmtid="{D5CDD505-2E9C-101B-9397-08002B2CF9AE}" pid="3" name="MediaServiceImageTags">
    <vt:lpwstr/>
  </property>
  <property fmtid="{D5CDD505-2E9C-101B-9397-08002B2CF9AE}" pid="4" name="MSIP_Label_b24820e8-223f-4ed2-bd95-81c83f641284_Enabled">
    <vt:lpwstr>true</vt:lpwstr>
  </property>
  <property fmtid="{D5CDD505-2E9C-101B-9397-08002B2CF9AE}" pid="5" name="MSIP_Label_b24820e8-223f-4ed2-bd95-81c83f641284_SetDate">
    <vt:lpwstr>2025-05-06T19:46:42Z</vt:lpwstr>
  </property>
  <property fmtid="{D5CDD505-2E9C-101B-9397-08002B2CF9AE}" pid="6" name="MSIP_Label_b24820e8-223f-4ed2-bd95-81c83f641284_Method">
    <vt:lpwstr>Standard</vt:lpwstr>
  </property>
  <property fmtid="{D5CDD505-2E9C-101B-9397-08002B2CF9AE}" pid="7" name="MSIP_Label_b24820e8-223f-4ed2-bd95-81c83f641284_Name">
    <vt:lpwstr>b24820e8-223f-4ed2-bd95-81c83f641284</vt:lpwstr>
  </property>
  <property fmtid="{D5CDD505-2E9C-101B-9397-08002B2CF9AE}" pid="8" name="MSIP_Label_b24820e8-223f-4ed2-bd95-81c83f641284_SiteId">
    <vt:lpwstr>3cbcc3d3-094d-4006-9849-0d11d61f484d</vt:lpwstr>
  </property>
  <property fmtid="{D5CDD505-2E9C-101B-9397-08002B2CF9AE}" pid="9" name="MSIP_Label_b24820e8-223f-4ed2-bd95-81c83f641284_ActionId">
    <vt:lpwstr>e9e469a6-c285-4b16-95da-df6ec31d94a2</vt:lpwstr>
  </property>
  <property fmtid="{D5CDD505-2E9C-101B-9397-08002B2CF9AE}" pid="10" name="MSIP_Label_b24820e8-223f-4ed2-bd95-81c83f641284_ContentBits">
    <vt:lpwstr>0</vt:lpwstr>
  </property>
  <property fmtid="{D5CDD505-2E9C-101B-9397-08002B2CF9AE}" pid="11" name="MSIP_Label_b24820e8-223f-4ed2-bd95-81c83f641284_Tag">
    <vt:lpwstr>10, 3, 0, 1</vt:lpwstr>
  </property>
</Properties>
</file>