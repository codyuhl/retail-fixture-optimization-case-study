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1_9358D4CF.xml" ContentType="application/vnd.ms-powerpoint.comments+xml"/>
  <Override PartName="/ppt/notesSlides/notesSlide2.xml" ContentType="application/vnd.openxmlformats-officedocument.presentationml.notesSlide+xml"/>
  <Override PartName="/ppt/comments/modernComment_175_F1B290B1.xml" ContentType="application/vnd.ms-powerpoint.comments+xml"/>
  <Override PartName="/ppt/notesSlides/notesSlide3.xml" ContentType="application/vnd.openxmlformats-officedocument.presentationml.notesSlide+xml"/>
  <Override PartName="/ppt/comments/modernComment_178_E7701195.xml" ContentType="application/vnd.ms-powerpoint.comments+xml"/>
  <Override PartName="/ppt/notesSlides/notesSlide4.xml" ContentType="application/vnd.openxmlformats-officedocument.presentationml.notesSlide+xml"/>
  <Override PartName="/ppt/comments/modernComment_15E_E442D92A.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92_71FC16A0.xml" ContentType="application/vnd.ms-powerpoint.comments+xml"/>
  <Override PartName="/ppt/notesSlides/notesSlide10.xml" ContentType="application/vnd.openxmlformats-officedocument.presentationml.notesSlide+xml"/>
  <Override PartName="/ppt/comments/modernComment_16D_218A6A42.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72_B8099803.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65_488FE016.xml" ContentType="application/vnd.ms-powerpoint.comment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omments/modernComment_188_C422E76F.xml" ContentType="application/vnd.ms-powerpoint.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modernComment_184_E14D6030.xml" ContentType="application/vnd.ms-powerpoint.comment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omments/modernComment_164_E5FBB93F.xml" ContentType="application/vnd.ms-powerpoint.comment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omments/modernComment_18C_8813E072.xml" ContentType="application/vnd.ms-powerpoint.comments+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54"/>
  </p:notesMasterIdLst>
  <p:sldIdLst>
    <p:sldId id="257" r:id="rId5"/>
    <p:sldId id="373" r:id="rId6"/>
    <p:sldId id="376" r:id="rId7"/>
    <p:sldId id="350" r:id="rId8"/>
    <p:sldId id="395" r:id="rId9"/>
    <p:sldId id="351" r:id="rId10"/>
    <p:sldId id="380" r:id="rId11"/>
    <p:sldId id="377" r:id="rId12"/>
    <p:sldId id="402" r:id="rId13"/>
    <p:sldId id="365" r:id="rId14"/>
    <p:sldId id="369" r:id="rId15"/>
    <p:sldId id="354" r:id="rId16"/>
    <p:sldId id="370" r:id="rId17"/>
    <p:sldId id="412" r:id="rId18"/>
    <p:sldId id="413" r:id="rId19"/>
    <p:sldId id="378" r:id="rId20"/>
    <p:sldId id="357" r:id="rId21"/>
    <p:sldId id="404" r:id="rId22"/>
    <p:sldId id="405" r:id="rId23"/>
    <p:sldId id="383" r:id="rId24"/>
    <p:sldId id="401" r:id="rId25"/>
    <p:sldId id="394" r:id="rId26"/>
    <p:sldId id="392" r:id="rId27"/>
    <p:sldId id="406" r:id="rId28"/>
    <p:sldId id="385" r:id="rId29"/>
    <p:sldId id="397" r:id="rId30"/>
    <p:sldId id="388" r:id="rId31"/>
    <p:sldId id="398" r:id="rId32"/>
    <p:sldId id="411" r:id="rId33"/>
    <p:sldId id="359" r:id="rId34"/>
    <p:sldId id="410" r:id="rId35"/>
    <p:sldId id="381" r:id="rId36"/>
    <p:sldId id="361" r:id="rId37"/>
    <p:sldId id="379" r:id="rId38"/>
    <p:sldId id="356" r:id="rId39"/>
    <p:sldId id="400" r:id="rId40"/>
    <p:sldId id="362" r:id="rId41"/>
    <p:sldId id="259" r:id="rId42"/>
    <p:sldId id="363" r:id="rId43"/>
    <p:sldId id="382" r:id="rId44"/>
    <p:sldId id="393" r:id="rId45"/>
    <p:sldId id="396" r:id="rId46"/>
    <p:sldId id="314" r:id="rId47"/>
    <p:sldId id="409" r:id="rId48"/>
    <p:sldId id="390" r:id="rId49"/>
    <p:sldId id="391" r:id="rId50"/>
    <p:sldId id="389" r:id="rId51"/>
    <p:sldId id="408" r:id="rId52"/>
    <p:sldId id="407" r:id="rId53"/>
  </p:sldIdLst>
  <p:sldSz cx="2437765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D418307D-6E36-FDA1-8EE7-98A9648FF397}" name="Stella Shipman" initials="" userId="S::stellas@uark.edu::19288fed-0e4e-472d-9b56-f595db8c85c2" providerId="AD"/>
  <p188:author id="{456D2ADB-99F2-DD90-6727-2F7AEDC9C592}" name="Cody Uhl" initials="CU" userId="S::cuhl@uark.edu::11fec3ed-fd1b-48f9-9f9a-aac12487f9a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1E60"/>
    <a:srgbClr val="A8DDF7"/>
    <a:srgbClr val="111111"/>
    <a:srgbClr val="DBF2FD"/>
    <a:srgbClr val="0053E2"/>
    <a:srgbClr val="4DBE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09F2F2-A6AE-D243-8CA6-0C672EBE8F6B}" v="173" dt="2026-04-22T18:12:49.544"/>
    <p1510:client id="{DAA92887-2F04-F747-A76E-5C1EB970A410}" v="100" dt="2026-04-22T18:37:02.6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39"/>
    <p:restoredTop sz="78663"/>
  </p:normalViewPr>
  <p:slideViewPr>
    <p:cSldViewPr snapToGrid="0">
      <p:cViewPr>
        <p:scale>
          <a:sx n="53" d="100"/>
          <a:sy n="53" d="100"/>
        </p:scale>
        <p:origin x="11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61" Type="http://schemas.microsoft.com/office/2018/10/relationships/authors" Targe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dy Uhl" userId="S::cuhl@uark.edu::11fec3ed-fd1b-48f9-9f9a-aac12487f9a5" providerId="AD" clId="Web-{172F6B96-BFCD-41DE-8382-507D9934150A}"/>
    <pc:docChg chg="modSld">
      <pc:chgData name="Cody Uhl" userId="S::cuhl@uark.edu::11fec3ed-fd1b-48f9-9f9a-aac12487f9a5" providerId="AD" clId="Web-{172F6B96-BFCD-41DE-8382-507D9934150A}" dt="2026-04-20T16:00:15.990" v="13" actId="1076"/>
      <pc:docMkLst>
        <pc:docMk/>
      </pc:docMkLst>
      <pc:sldChg chg="modSp">
        <pc:chgData name="Cody Uhl" userId="S::cuhl@uark.edu::11fec3ed-fd1b-48f9-9f9a-aac12487f9a5" providerId="AD" clId="Web-{172F6B96-BFCD-41DE-8382-507D9934150A}" dt="2026-04-20T15:59:06.490" v="5" actId="1076"/>
        <pc:sldMkLst>
          <pc:docMk/>
          <pc:sldMk cId="2205139045" sldId="412"/>
        </pc:sldMkLst>
        <pc:spChg chg="mod">
          <ac:chgData name="Cody Uhl" userId="S::cuhl@uark.edu::11fec3ed-fd1b-48f9-9f9a-aac12487f9a5" providerId="AD" clId="Web-{172F6B96-BFCD-41DE-8382-507D9934150A}" dt="2026-04-20T15:57:16.068" v="0" actId="1076"/>
          <ac:spMkLst>
            <pc:docMk/>
            <pc:sldMk cId="2205139045" sldId="412"/>
            <ac:spMk id="6" creationId="{ADF111BD-0D53-C8E5-DD0D-3691DA59423A}"/>
          </ac:spMkLst>
        </pc:spChg>
        <pc:spChg chg="mod">
          <ac:chgData name="Cody Uhl" userId="S::cuhl@uark.edu::11fec3ed-fd1b-48f9-9f9a-aac12487f9a5" providerId="AD" clId="Web-{172F6B96-BFCD-41DE-8382-507D9934150A}" dt="2026-04-20T15:59:06.490" v="5" actId="1076"/>
          <ac:spMkLst>
            <pc:docMk/>
            <pc:sldMk cId="2205139045" sldId="412"/>
            <ac:spMk id="9" creationId="{E455421A-479B-1380-BAD8-CEF0A6D073E5}"/>
          </ac:spMkLst>
        </pc:spChg>
        <pc:grpChg chg="mod">
          <ac:chgData name="Cody Uhl" userId="S::cuhl@uark.edu::11fec3ed-fd1b-48f9-9f9a-aac12487f9a5" providerId="AD" clId="Web-{172F6B96-BFCD-41DE-8382-507D9934150A}" dt="2026-04-20T15:58:53.490" v="2" actId="1076"/>
          <ac:grpSpMkLst>
            <pc:docMk/>
            <pc:sldMk cId="2205139045" sldId="412"/>
            <ac:grpSpMk id="18" creationId="{B54C8095-5D52-E6FA-BAF8-6F2B34817B42}"/>
          </ac:grpSpMkLst>
        </pc:grpChg>
        <pc:cxnChg chg="mod">
          <ac:chgData name="Cody Uhl" userId="S::cuhl@uark.edu::11fec3ed-fd1b-48f9-9f9a-aac12487f9a5" providerId="AD" clId="Web-{172F6B96-BFCD-41DE-8382-507D9934150A}" dt="2026-04-20T15:58:57.615" v="3" actId="1076"/>
          <ac:cxnSpMkLst>
            <pc:docMk/>
            <pc:sldMk cId="2205139045" sldId="412"/>
            <ac:cxnSpMk id="22" creationId="{85D031BF-62B2-6326-3134-8C2AA72586EE}"/>
          </ac:cxnSpMkLst>
        </pc:cxnChg>
      </pc:sldChg>
      <pc:sldChg chg="modSp">
        <pc:chgData name="Cody Uhl" userId="S::cuhl@uark.edu::11fec3ed-fd1b-48f9-9f9a-aac12487f9a5" providerId="AD" clId="Web-{172F6B96-BFCD-41DE-8382-507D9934150A}" dt="2026-04-20T16:00:15.990" v="13" actId="1076"/>
        <pc:sldMkLst>
          <pc:docMk/>
          <pc:sldMk cId="3215830421" sldId="413"/>
        </pc:sldMkLst>
        <pc:spChg chg="mod">
          <ac:chgData name="Cody Uhl" userId="S::cuhl@uark.edu::11fec3ed-fd1b-48f9-9f9a-aac12487f9a5" providerId="AD" clId="Web-{172F6B96-BFCD-41DE-8382-507D9934150A}" dt="2026-04-20T15:59:29.318" v="11" actId="1076"/>
          <ac:spMkLst>
            <pc:docMk/>
            <pc:sldMk cId="3215830421" sldId="413"/>
            <ac:spMk id="3" creationId="{B56CF745-D263-4455-939E-7D29C01AF55F}"/>
          </ac:spMkLst>
        </pc:spChg>
        <pc:spChg chg="mod">
          <ac:chgData name="Cody Uhl" userId="S::cuhl@uark.edu::11fec3ed-fd1b-48f9-9f9a-aac12487f9a5" providerId="AD" clId="Web-{172F6B96-BFCD-41DE-8382-507D9934150A}" dt="2026-04-20T15:59:22.631" v="9" actId="1076"/>
          <ac:spMkLst>
            <pc:docMk/>
            <pc:sldMk cId="3215830421" sldId="413"/>
            <ac:spMk id="11" creationId="{737FA105-022C-4492-3EDC-E131278C576E}"/>
          </ac:spMkLst>
        </pc:spChg>
        <pc:grpChg chg="mod">
          <ac:chgData name="Cody Uhl" userId="S::cuhl@uark.edu::11fec3ed-fd1b-48f9-9f9a-aac12487f9a5" providerId="AD" clId="Web-{172F6B96-BFCD-41DE-8382-507D9934150A}" dt="2026-04-20T15:59:32.803" v="12" actId="1076"/>
          <ac:grpSpMkLst>
            <pc:docMk/>
            <pc:sldMk cId="3215830421" sldId="413"/>
            <ac:grpSpMk id="16" creationId="{C3626CD3-F140-36E6-E218-2D46969DE3FB}"/>
          </ac:grpSpMkLst>
        </pc:grpChg>
        <pc:grpChg chg="mod">
          <ac:chgData name="Cody Uhl" userId="S::cuhl@uark.edu::11fec3ed-fd1b-48f9-9f9a-aac12487f9a5" providerId="AD" clId="Web-{172F6B96-BFCD-41DE-8382-507D9934150A}" dt="2026-04-20T16:00:15.990" v="13" actId="1076"/>
          <ac:grpSpMkLst>
            <pc:docMk/>
            <pc:sldMk cId="3215830421" sldId="413"/>
            <ac:grpSpMk id="17" creationId="{BAA4A4DF-749B-D506-6078-634D179E911D}"/>
          </ac:grpSpMkLst>
        </pc:grpChg>
        <pc:cxnChg chg="mod">
          <ac:chgData name="Cody Uhl" userId="S::cuhl@uark.edu::11fec3ed-fd1b-48f9-9f9a-aac12487f9a5" providerId="AD" clId="Web-{172F6B96-BFCD-41DE-8382-507D9934150A}" dt="2026-04-20T15:59:18.365" v="8" actId="1076"/>
          <ac:cxnSpMkLst>
            <pc:docMk/>
            <pc:sldMk cId="3215830421" sldId="413"/>
            <ac:cxnSpMk id="18" creationId="{E185D2C0-2793-C1C4-B6A5-9972A74C1527}"/>
          </ac:cxnSpMkLst>
        </pc:cxnChg>
      </pc:sldChg>
    </pc:docChg>
  </pc:docChgLst>
  <pc:docChgLst>
    <pc:chgData name="Conrad Haslauer" userId="S::cjhaslau@uark.edu::b3e12f23-5639-4b48-b1b6-add5a8c80dc3" providerId="AD" clId="Web-{A82AE9DB-056B-1EA5-75CB-C91FC5216ECE}"/>
    <pc:docChg chg="addSld modSld">
      <pc:chgData name="Conrad Haslauer" userId="S::cjhaslau@uark.edu::b3e12f23-5639-4b48-b1b6-add5a8c80dc3" providerId="AD" clId="Web-{A82AE9DB-056B-1EA5-75CB-C91FC5216ECE}" dt="2026-04-09T15:09:07.165" v="128" actId="1076"/>
      <pc:docMkLst>
        <pc:docMk/>
      </pc:docMkLst>
      <pc:sldChg chg="addSp delSp modSp">
        <pc:chgData name="Conrad Haslauer" userId="S::cjhaslau@uark.edu::b3e12f23-5639-4b48-b1b6-add5a8c80dc3" providerId="AD" clId="Web-{A82AE9DB-056B-1EA5-75CB-C91FC5216ECE}" dt="2026-04-09T14:58:13.791" v="42" actId="1076"/>
        <pc:sldMkLst>
          <pc:docMk/>
          <pc:sldMk cId="1217388566" sldId="357"/>
        </pc:sldMkLst>
        <pc:spChg chg="mod">
          <ac:chgData name="Conrad Haslauer" userId="S::cjhaslau@uark.edu::b3e12f23-5639-4b48-b1b6-add5a8c80dc3" providerId="AD" clId="Web-{A82AE9DB-056B-1EA5-75CB-C91FC5216ECE}" dt="2026-04-09T14:57:13.885" v="32" actId="1076"/>
          <ac:spMkLst>
            <pc:docMk/>
            <pc:sldMk cId="1217388566" sldId="357"/>
            <ac:spMk id="7" creationId="{8B718A69-0A29-BCFC-3FD5-E0B30E62F483}"/>
          </ac:spMkLst>
        </pc:spChg>
        <pc:picChg chg="add mod">
          <ac:chgData name="Conrad Haslauer" userId="S::cjhaslau@uark.edu::b3e12f23-5639-4b48-b1b6-add5a8c80dc3" providerId="AD" clId="Web-{A82AE9DB-056B-1EA5-75CB-C91FC5216ECE}" dt="2026-04-09T14:58:13.791" v="42" actId="1076"/>
          <ac:picMkLst>
            <pc:docMk/>
            <pc:sldMk cId="1217388566" sldId="357"/>
            <ac:picMk id="9" creationId="{4E92B53F-4FCA-E413-C72F-72A2DB905E28}"/>
          </ac:picMkLst>
        </pc:picChg>
      </pc:sldChg>
      <pc:sldChg chg="modSp">
        <pc:chgData name="Conrad Haslauer" userId="S::cjhaslau@uark.edu::b3e12f23-5639-4b48-b1b6-add5a8c80dc3" providerId="AD" clId="Web-{A82AE9DB-056B-1EA5-75CB-C91FC5216ECE}" dt="2026-04-09T14:59:14.009" v="56"/>
        <pc:sldMkLst>
          <pc:docMk/>
          <pc:sldMk cId="3696726048" sldId="383"/>
        </pc:sldMkLst>
      </pc:sldChg>
      <pc:sldChg chg="addSp delSp modSp new">
        <pc:chgData name="Conrad Haslauer" userId="S::cjhaslau@uark.edu::b3e12f23-5639-4b48-b1b6-add5a8c80dc3" providerId="AD" clId="Web-{A82AE9DB-056B-1EA5-75CB-C91FC5216ECE}" dt="2026-04-09T15:09:07.165" v="128" actId="1076"/>
        <pc:sldMkLst>
          <pc:docMk/>
          <pc:sldMk cId="352852943" sldId="401"/>
        </pc:sldMkLst>
        <pc:spChg chg="mod">
          <ac:chgData name="Conrad Haslauer" userId="S::cjhaslau@uark.edu::b3e12f23-5639-4b48-b1b6-add5a8c80dc3" providerId="AD" clId="Web-{A82AE9DB-056B-1EA5-75CB-C91FC5216ECE}" dt="2026-04-09T15:02:37.415" v="87" actId="20577"/>
          <ac:spMkLst>
            <pc:docMk/>
            <pc:sldMk cId="352852943" sldId="401"/>
            <ac:spMk id="2" creationId="{FF5E2D10-6A0A-747C-A5C2-8287DE5C2965}"/>
          </ac:spMkLst>
        </pc:spChg>
        <pc:spChg chg="add mod">
          <ac:chgData name="Conrad Haslauer" userId="S::cjhaslau@uark.edu::b3e12f23-5639-4b48-b1b6-add5a8c80dc3" providerId="AD" clId="Web-{A82AE9DB-056B-1EA5-75CB-C91FC5216ECE}" dt="2026-04-09T15:08:59.196" v="127" actId="14100"/>
          <ac:spMkLst>
            <pc:docMk/>
            <pc:sldMk cId="352852943" sldId="401"/>
            <ac:spMk id="8" creationId="{B8799CE4-346B-4E72-C887-656DF29B6E1B}"/>
          </ac:spMkLst>
        </pc:spChg>
        <pc:picChg chg="add mod">
          <ac:chgData name="Conrad Haslauer" userId="S::cjhaslau@uark.edu::b3e12f23-5639-4b48-b1b6-add5a8c80dc3" providerId="AD" clId="Web-{A82AE9DB-056B-1EA5-75CB-C91FC5216ECE}" dt="2026-04-09T15:09:07.165" v="128" actId="1076"/>
          <ac:picMkLst>
            <pc:docMk/>
            <pc:sldMk cId="352852943" sldId="401"/>
            <ac:picMk id="6" creationId="{F4ED0DCA-7760-F7A9-A1CE-E320AF4D059B}"/>
          </ac:picMkLst>
        </pc:picChg>
      </pc:sldChg>
    </pc:docChg>
  </pc:docChgLst>
  <pc:docChgLst>
    <pc:chgData name="Conrad Haslauer" userId="S::cjhaslau@uark.edu::b3e12f23-5639-4b48-b1b6-add5a8c80dc3" providerId="AD" clId="Web-{6B26D4EA-4C5C-01A0-8B11-FB5F83F593B8}"/>
    <pc:docChg chg="modSld sldOrd">
      <pc:chgData name="Conrad Haslauer" userId="S::cjhaslau@uark.edu::b3e12f23-5639-4b48-b1b6-add5a8c80dc3" providerId="AD" clId="Web-{6B26D4EA-4C5C-01A0-8B11-FB5F83F593B8}" dt="2026-04-14T15:49:36.908" v="120" actId="1076"/>
      <pc:docMkLst>
        <pc:docMk/>
      </pc:docMkLst>
      <pc:sldChg chg="addSp delSp modSp ord">
        <pc:chgData name="Conrad Haslauer" userId="S::cjhaslau@uark.edu::b3e12f23-5639-4b48-b1b6-add5a8c80dc3" providerId="AD" clId="Web-{6B26D4EA-4C5C-01A0-8B11-FB5F83F593B8}" dt="2026-04-14T15:49:36.908" v="120" actId="1076"/>
        <pc:sldMkLst>
          <pc:docMk/>
          <pc:sldMk cId="3696726048" sldId="383"/>
        </pc:sldMkLst>
        <pc:spChg chg="mod">
          <ac:chgData name="Conrad Haslauer" userId="S::cjhaslau@uark.edu::b3e12f23-5639-4b48-b1b6-add5a8c80dc3" providerId="AD" clId="Web-{6B26D4EA-4C5C-01A0-8B11-FB5F83F593B8}" dt="2026-04-14T15:43:02.093" v="65" actId="20577"/>
          <ac:spMkLst>
            <pc:docMk/>
            <pc:sldMk cId="3696726048" sldId="383"/>
            <ac:spMk id="3" creationId="{967175E0-574A-41F8-95B8-6DB34FD75CAC}"/>
          </ac:spMkLst>
        </pc:spChg>
        <pc:spChg chg="add del">
          <ac:chgData name="Conrad Haslauer" userId="S::cjhaslau@uark.edu::b3e12f23-5639-4b48-b1b6-add5a8c80dc3" providerId="AD" clId="Web-{6B26D4EA-4C5C-01A0-8B11-FB5F83F593B8}" dt="2026-04-14T15:42:23.358" v="56"/>
          <ac:spMkLst>
            <pc:docMk/>
            <pc:sldMk cId="3696726048" sldId="383"/>
            <ac:spMk id="9" creationId="{7FA070CE-7A14-EC36-9183-D42EA8566542}"/>
          </ac:spMkLst>
        </pc:spChg>
        <pc:picChg chg="mod">
          <ac:chgData name="Conrad Haslauer" userId="S::cjhaslau@uark.edu::b3e12f23-5639-4b48-b1b6-add5a8c80dc3" providerId="AD" clId="Web-{6B26D4EA-4C5C-01A0-8B11-FB5F83F593B8}" dt="2026-04-14T15:49:36.877" v="119" actId="1076"/>
          <ac:picMkLst>
            <pc:docMk/>
            <pc:sldMk cId="3696726048" sldId="383"/>
            <ac:picMk id="6" creationId="{E92450DA-9561-12B4-335A-D740800E4A32}"/>
          </ac:picMkLst>
        </pc:picChg>
        <pc:picChg chg="mod">
          <ac:chgData name="Conrad Haslauer" userId="S::cjhaslau@uark.edu::b3e12f23-5639-4b48-b1b6-add5a8c80dc3" providerId="AD" clId="Web-{6B26D4EA-4C5C-01A0-8B11-FB5F83F593B8}" dt="2026-04-14T15:49:36.908" v="120" actId="1076"/>
          <ac:picMkLst>
            <pc:docMk/>
            <pc:sldMk cId="3696726048" sldId="383"/>
            <ac:picMk id="7" creationId="{69CD60F5-139A-AF85-F55D-4E5CE0373525}"/>
          </ac:picMkLst>
        </pc:picChg>
      </pc:sldChg>
      <pc:sldChg chg="addSp delSp modSp">
        <pc:chgData name="Conrad Haslauer" userId="S::cjhaslau@uark.edu::b3e12f23-5639-4b48-b1b6-add5a8c80dc3" providerId="AD" clId="Web-{6B26D4EA-4C5C-01A0-8B11-FB5F83F593B8}" dt="2026-04-14T15:49:02.595" v="114" actId="1076"/>
        <pc:sldMkLst>
          <pc:docMk/>
          <pc:sldMk cId="3284053712" sldId="394"/>
        </pc:sldMkLst>
        <pc:picChg chg="add mod ord">
          <ac:chgData name="Conrad Haslauer" userId="S::cjhaslau@uark.edu::b3e12f23-5639-4b48-b1b6-add5a8c80dc3" providerId="AD" clId="Web-{6B26D4EA-4C5C-01A0-8B11-FB5F83F593B8}" dt="2026-04-14T15:47:00.610" v="108" actId="1076"/>
          <ac:picMkLst>
            <pc:docMk/>
            <pc:sldMk cId="3284053712" sldId="394"/>
            <ac:picMk id="14" creationId="{3A745501-0567-48F6-E939-CF87B41954F8}"/>
          </ac:picMkLst>
        </pc:picChg>
        <pc:picChg chg="add mod">
          <ac:chgData name="Conrad Haslauer" userId="S::cjhaslau@uark.edu::b3e12f23-5639-4b48-b1b6-add5a8c80dc3" providerId="AD" clId="Web-{6B26D4EA-4C5C-01A0-8B11-FB5F83F593B8}" dt="2026-04-14T15:46:57.954" v="107" actId="1076"/>
          <ac:picMkLst>
            <pc:docMk/>
            <pc:sldMk cId="3284053712" sldId="394"/>
            <ac:picMk id="17" creationId="{AA4CC079-A399-793A-41DB-5252E48D799B}"/>
          </ac:picMkLst>
        </pc:picChg>
        <pc:picChg chg="add mod">
          <ac:chgData name="Conrad Haslauer" userId="S::cjhaslau@uark.edu::b3e12f23-5639-4b48-b1b6-add5a8c80dc3" providerId="AD" clId="Web-{6B26D4EA-4C5C-01A0-8B11-FB5F83F593B8}" dt="2026-04-14T15:49:02.595" v="114" actId="1076"/>
          <ac:picMkLst>
            <pc:docMk/>
            <pc:sldMk cId="3284053712" sldId="394"/>
            <ac:picMk id="18" creationId="{1D2BE519-DF4F-3548-6EC2-84CBB780CEBE}"/>
          </ac:picMkLst>
        </pc:picChg>
      </pc:sldChg>
    </pc:docChg>
  </pc:docChgLst>
  <pc:docChgLst>
    <pc:chgData name="Stella Shipman" userId="S::stellas@uark.edu::19288fed-0e4e-472d-9b56-f595db8c85c2" providerId="AD" clId="Web-{4A1DE7F9-3269-E049-F5B7-EA46575A7D40}"/>
    <pc:docChg chg="modSld">
      <pc:chgData name="Stella Shipman" userId="S::stellas@uark.edu::19288fed-0e4e-472d-9b56-f595db8c85c2" providerId="AD" clId="Web-{4A1DE7F9-3269-E049-F5B7-EA46575A7D40}" dt="2026-03-30T23:39:23.579" v="1" actId="1076"/>
      <pc:docMkLst>
        <pc:docMk/>
      </pc:docMkLst>
      <pc:sldChg chg="modSp">
        <pc:chgData name="Stella Shipman" userId="S::stellas@uark.edu::19288fed-0e4e-472d-9b56-f595db8c85c2" providerId="AD" clId="Web-{4A1DE7F9-3269-E049-F5B7-EA46575A7D40}" dt="2026-03-30T23:39:23.579" v="1" actId="1076"/>
        <pc:sldMkLst>
          <pc:docMk/>
          <pc:sldMk cId="562719298" sldId="365"/>
        </pc:sldMkLst>
        <pc:graphicFrameChg chg="mod">
          <ac:chgData name="Stella Shipman" userId="S::stellas@uark.edu::19288fed-0e4e-472d-9b56-f595db8c85c2" providerId="AD" clId="Web-{4A1DE7F9-3269-E049-F5B7-EA46575A7D40}" dt="2026-03-30T23:39:23.579" v="1" actId="1076"/>
          <ac:graphicFrameMkLst>
            <pc:docMk/>
            <pc:sldMk cId="562719298" sldId="365"/>
            <ac:graphicFrameMk id="8" creationId="{FC210178-4901-1FBD-1267-054A68E2CD5F}"/>
          </ac:graphicFrameMkLst>
        </pc:graphicFrameChg>
      </pc:sldChg>
    </pc:docChg>
  </pc:docChgLst>
  <pc:docChgLst>
    <pc:chgData name="Cody Uhl" userId="11fec3ed-fd1b-48f9-9f9a-aac12487f9a5" providerId="ADAL" clId="{E9CBC724-D3D6-5FBB-BA83-D5D8D8110B5F}"/>
    <pc:docChg chg="undo custSel addSld delSld modSld sldOrd">
      <pc:chgData name="Cody Uhl" userId="11fec3ed-fd1b-48f9-9f9a-aac12487f9a5" providerId="ADAL" clId="{E9CBC724-D3D6-5FBB-BA83-D5D8D8110B5F}" dt="2026-04-22T18:37:02.601" v="3509" actId="20577"/>
      <pc:docMkLst>
        <pc:docMk/>
      </pc:docMkLst>
      <pc:sldChg chg="modNotesTx">
        <pc:chgData name="Cody Uhl" userId="11fec3ed-fd1b-48f9-9f9a-aac12487f9a5" providerId="ADAL" clId="{E9CBC724-D3D6-5FBB-BA83-D5D8D8110B5F}" dt="2026-04-22T18:27:11.752" v="3450" actId="20577"/>
        <pc:sldMkLst>
          <pc:docMk/>
          <pc:sldMk cId="3829586218" sldId="350"/>
        </pc:sldMkLst>
      </pc:sldChg>
      <pc:sldChg chg="addSp modSp mod">
        <pc:chgData name="Cody Uhl" userId="11fec3ed-fd1b-48f9-9f9a-aac12487f9a5" providerId="ADAL" clId="{E9CBC724-D3D6-5FBB-BA83-D5D8D8110B5F}" dt="2026-04-15T18:29:21.674" v="3391" actId="14100"/>
        <pc:sldMkLst>
          <pc:docMk/>
          <pc:sldMk cId="4282039237" sldId="354"/>
        </pc:sldMkLst>
        <pc:cxnChg chg="add mod">
          <ac:chgData name="Cody Uhl" userId="11fec3ed-fd1b-48f9-9f9a-aac12487f9a5" providerId="ADAL" clId="{E9CBC724-D3D6-5FBB-BA83-D5D8D8110B5F}" dt="2026-04-15T18:29:21.674" v="3391" actId="14100"/>
          <ac:cxnSpMkLst>
            <pc:docMk/>
            <pc:sldMk cId="4282039237" sldId="354"/>
            <ac:cxnSpMk id="3" creationId="{8538D2BD-7F0F-08A5-1F27-9D8ED6673C7B}"/>
          </ac:cxnSpMkLst>
        </pc:cxnChg>
      </pc:sldChg>
      <pc:sldChg chg="modSp mod">
        <pc:chgData name="Cody Uhl" userId="11fec3ed-fd1b-48f9-9f9a-aac12487f9a5" providerId="ADAL" clId="{E9CBC724-D3D6-5FBB-BA83-D5D8D8110B5F}" dt="2026-04-03T16:07:55.842" v="2797" actId="20577"/>
        <pc:sldMkLst>
          <pc:docMk/>
          <pc:sldMk cId="4049821334" sldId="359"/>
        </pc:sldMkLst>
        <pc:spChg chg="mod">
          <ac:chgData name="Cody Uhl" userId="11fec3ed-fd1b-48f9-9f9a-aac12487f9a5" providerId="ADAL" clId="{E9CBC724-D3D6-5FBB-BA83-D5D8D8110B5F}" dt="2026-04-03T16:07:33.838" v="2739" actId="20577"/>
          <ac:spMkLst>
            <pc:docMk/>
            <pc:sldMk cId="4049821334" sldId="359"/>
            <ac:spMk id="12" creationId="{AC906AE7-5D96-36C1-6428-2AF4C28471EE}"/>
          </ac:spMkLst>
        </pc:spChg>
        <pc:spChg chg="mod">
          <ac:chgData name="Cody Uhl" userId="11fec3ed-fd1b-48f9-9f9a-aac12487f9a5" providerId="ADAL" clId="{E9CBC724-D3D6-5FBB-BA83-D5D8D8110B5F}" dt="2026-04-03T16:07:55.842" v="2797" actId="20577"/>
          <ac:spMkLst>
            <pc:docMk/>
            <pc:sldMk cId="4049821334" sldId="359"/>
            <ac:spMk id="25" creationId="{324A54AD-B2D2-822A-572E-DC725BB21D47}"/>
          </ac:spMkLst>
        </pc:spChg>
      </pc:sldChg>
      <pc:sldChg chg="addSp delSp modSp mod">
        <pc:chgData name="Cody Uhl" userId="11fec3ed-fd1b-48f9-9f9a-aac12487f9a5" providerId="ADAL" clId="{E9CBC724-D3D6-5FBB-BA83-D5D8D8110B5F}" dt="2026-04-15T18:08:06.086" v="3359" actId="478"/>
        <pc:sldMkLst>
          <pc:docMk/>
          <pc:sldMk cId="3704911468" sldId="369"/>
        </pc:sldMkLst>
        <pc:spChg chg="add mod">
          <ac:chgData name="Cody Uhl" userId="11fec3ed-fd1b-48f9-9f9a-aac12487f9a5" providerId="ADAL" clId="{E9CBC724-D3D6-5FBB-BA83-D5D8D8110B5F}" dt="2026-04-15T18:06:57.861" v="3354" actId="207"/>
          <ac:spMkLst>
            <pc:docMk/>
            <pc:sldMk cId="3704911468" sldId="369"/>
            <ac:spMk id="10" creationId="{9C22D8AE-DD56-87BA-7223-9B22280F82FA}"/>
          </ac:spMkLst>
        </pc:spChg>
      </pc:sldChg>
      <pc:sldChg chg="modSp mod">
        <pc:chgData name="Cody Uhl" userId="11fec3ed-fd1b-48f9-9f9a-aac12487f9a5" providerId="ADAL" clId="{E9CBC724-D3D6-5FBB-BA83-D5D8D8110B5F}" dt="2026-04-15T18:32:28.942" v="3409" actId="1076"/>
        <pc:sldMkLst>
          <pc:docMk/>
          <pc:sldMk cId="4055011505" sldId="373"/>
        </pc:sldMkLst>
        <pc:spChg chg="mod">
          <ac:chgData name="Cody Uhl" userId="11fec3ed-fd1b-48f9-9f9a-aac12487f9a5" providerId="ADAL" clId="{E9CBC724-D3D6-5FBB-BA83-D5D8D8110B5F}" dt="2026-04-15T18:32:28.942" v="3409" actId="1076"/>
          <ac:spMkLst>
            <pc:docMk/>
            <pc:sldMk cId="4055011505" sldId="373"/>
            <ac:spMk id="10" creationId="{013D5211-0BEB-3B8A-331F-DBD84344811F}"/>
          </ac:spMkLst>
        </pc:spChg>
        <pc:spChg chg="mod">
          <ac:chgData name="Cody Uhl" userId="11fec3ed-fd1b-48f9-9f9a-aac12487f9a5" providerId="ADAL" clId="{E9CBC724-D3D6-5FBB-BA83-D5D8D8110B5F}" dt="2026-04-15T18:32:28.942" v="3409" actId="1076"/>
          <ac:spMkLst>
            <pc:docMk/>
            <pc:sldMk cId="4055011505" sldId="373"/>
            <ac:spMk id="14" creationId="{9379308C-86D9-166B-E592-A40A0F2897A5}"/>
          </ac:spMkLst>
        </pc:spChg>
        <pc:spChg chg="mod">
          <ac:chgData name="Cody Uhl" userId="11fec3ed-fd1b-48f9-9f9a-aac12487f9a5" providerId="ADAL" clId="{E9CBC724-D3D6-5FBB-BA83-D5D8D8110B5F}" dt="2026-04-15T18:32:28.942" v="3409" actId="1076"/>
          <ac:spMkLst>
            <pc:docMk/>
            <pc:sldMk cId="4055011505" sldId="373"/>
            <ac:spMk id="15" creationId="{8CAE5311-7DE2-05BA-5AE2-5CF3D8C6FDC4}"/>
          </ac:spMkLst>
        </pc:spChg>
        <pc:grpChg chg="mod">
          <ac:chgData name="Cody Uhl" userId="11fec3ed-fd1b-48f9-9f9a-aac12487f9a5" providerId="ADAL" clId="{E9CBC724-D3D6-5FBB-BA83-D5D8D8110B5F}" dt="2026-04-15T18:32:28.942" v="3409" actId="1076"/>
          <ac:grpSpMkLst>
            <pc:docMk/>
            <pc:sldMk cId="4055011505" sldId="373"/>
            <ac:grpSpMk id="24" creationId="{B9B5F70F-4EBD-244D-3AE3-72A757B78D70}"/>
          </ac:grpSpMkLst>
        </pc:grpChg>
        <pc:picChg chg="mod">
          <ac:chgData name="Cody Uhl" userId="11fec3ed-fd1b-48f9-9f9a-aac12487f9a5" providerId="ADAL" clId="{E9CBC724-D3D6-5FBB-BA83-D5D8D8110B5F}" dt="2026-04-15T18:32:28.942" v="3409" actId="1076"/>
          <ac:picMkLst>
            <pc:docMk/>
            <pc:sldMk cId="4055011505" sldId="373"/>
            <ac:picMk id="3076" creationId="{5F3B719B-19C0-4897-A4B8-50C470E341A5}"/>
          </ac:picMkLst>
        </pc:picChg>
        <pc:picChg chg="mod">
          <ac:chgData name="Cody Uhl" userId="11fec3ed-fd1b-48f9-9f9a-aac12487f9a5" providerId="ADAL" clId="{E9CBC724-D3D6-5FBB-BA83-D5D8D8110B5F}" dt="2026-04-15T18:32:28.942" v="3409" actId="1076"/>
          <ac:picMkLst>
            <pc:docMk/>
            <pc:sldMk cId="4055011505" sldId="373"/>
            <ac:picMk id="3078" creationId="{EEEE15AA-BE09-426E-4707-8BAAFFB793D4}"/>
          </ac:picMkLst>
        </pc:picChg>
      </pc:sldChg>
      <pc:sldChg chg="addSp delSp modSp mod ord modNotesTx">
        <pc:chgData name="Cody Uhl" userId="11fec3ed-fd1b-48f9-9f9a-aac12487f9a5" providerId="ADAL" clId="{E9CBC724-D3D6-5FBB-BA83-D5D8D8110B5F}" dt="2026-04-22T18:37:02.601" v="3509" actId="20577"/>
        <pc:sldMkLst>
          <pc:docMk/>
          <pc:sldMk cId="3779944496" sldId="388"/>
        </pc:sldMkLst>
        <pc:spChg chg="mod">
          <ac:chgData name="Cody Uhl" userId="11fec3ed-fd1b-48f9-9f9a-aac12487f9a5" providerId="ADAL" clId="{E9CBC724-D3D6-5FBB-BA83-D5D8D8110B5F}" dt="2026-04-03T14:51:02.253" v="8"/>
          <ac:spMkLst>
            <pc:docMk/>
            <pc:sldMk cId="3779944496" sldId="388"/>
            <ac:spMk id="2" creationId="{0B0FFAC6-ED95-BECB-F851-A6870620E7AB}"/>
          </ac:spMkLst>
        </pc:spChg>
        <pc:spChg chg="mod">
          <ac:chgData name="Cody Uhl" userId="11fec3ed-fd1b-48f9-9f9a-aac12487f9a5" providerId="ADAL" clId="{E9CBC724-D3D6-5FBB-BA83-D5D8D8110B5F}" dt="2026-04-03T15:50:31.370" v="1646" actId="20577"/>
          <ac:spMkLst>
            <pc:docMk/>
            <pc:sldMk cId="3779944496" sldId="388"/>
            <ac:spMk id="3" creationId="{FA5E7438-2B17-289E-DC99-09D25BCB6769}"/>
          </ac:spMkLst>
        </pc:spChg>
        <pc:picChg chg="add mod">
          <ac:chgData name="Cody Uhl" userId="11fec3ed-fd1b-48f9-9f9a-aac12487f9a5" providerId="ADAL" clId="{E9CBC724-D3D6-5FBB-BA83-D5D8D8110B5F}" dt="2026-04-03T14:51:25.405" v="15" actId="1076"/>
          <ac:picMkLst>
            <pc:docMk/>
            <pc:sldMk cId="3779944496" sldId="388"/>
            <ac:picMk id="7" creationId="{40F3330A-2494-D1F8-55EB-E05BE20B45D5}"/>
          </ac:picMkLst>
        </pc:picChg>
      </pc:sldChg>
      <pc:sldChg chg="modSp mod">
        <pc:chgData name="Cody Uhl" userId="11fec3ed-fd1b-48f9-9f9a-aac12487f9a5" providerId="ADAL" clId="{E9CBC724-D3D6-5FBB-BA83-D5D8D8110B5F}" dt="2026-04-03T16:02:40.166" v="2017" actId="20577"/>
        <pc:sldMkLst>
          <pc:docMk/>
          <pc:sldMk cId="1179459693" sldId="389"/>
        </pc:sldMkLst>
        <pc:spChg chg="mod">
          <ac:chgData name="Cody Uhl" userId="11fec3ed-fd1b-48f9-9f9a-aac12487f9a5" providerId="ADAL" clId="{E9CBC724-D3D6-5FBB-BA83-D5D8D8110B5F}" dt="2026-04-03T15:57:20.908" v="1683" actId="20577"/>
          <ac:spMkLst>
            <pc:docMk/>
            <pc:sldMk cId="1179459693" sldId="389"/>
            <ac:spMk id="2" creationId="{F675CBC0-1BD1-4AFE-B5B1-9183E6663B0D}"/>
          </ac:spMkLst>
        </pc:spChg>
        <pc:spChg chg="mod">
          <ac:chgData name="Cody Uhl" userId="11fec3ed-fd1b-48f9-9f9a-aac12487f9a5" providerId="ADAL" clId="{E9CBC724-D3D6-5FBB-BA83-D5D8D8110B5F}" dt="2026-04-03T16:02:40.166" v="2017" actId="20577"/>
          <ac:spMkLst>
            <pc:docMk/>
            <pc:sldMk cId="1179459693" sldId="389"/>
            <ac:spMk id="3" creationId="{267E2A4C-0191-8DF1-14D0-81BEB7E0D6BA}"/>
          </ac:spMkLst>
        </pc:spChg>
      </pc:sldChg>
      <pc:sldChg chg="modSp mod">
        <pc:chgData name="Cody Uhl" userId="11fec3ed-fd1b-48f9-9f9a-aac12487f9a5" providerId="ADAL" clId="{E9CBC724-D3D6-5FBB-BA83-D5D8D8110B5F}" dt="2026-04-03T16:04:05.148" v="2267" actId="20577"/>
        <pc:sldMkLst>
          <pc:docMk/>
          <pc:sldMk cId="1477403647" sldId="390"/>
        </pc:sldMkLst>
        <pc:spChg chg="mod">
          <ac:chgData name="Cody Uhl" userId="11fec3ed-fd1b-48f9-9f9a-aac12487f9a5" providerId="ADAL" clId="{E9CBC724-D3D6-5FBB-BA83-D5D8D8110B5F}" dt="2026-04-03T16:03:00.728" v="2026" actId="20577"/>
          <ac:spMkLst>
            <pc:docMk/>
            <pc:sldMk cId="1477403647" sldId="390"/>
            <ac:spMk id="2" creationId="{DCD0FEDA-37BB-98A2-7EF4-F6032FB8A032}"/>
          </ac:spMkLst>
        </pc:spChg>
        <pc:spChg chg="mod">
          <ac:chgData name="Cody Uhl" userId="11fec3ed-fd1b-48f9-9f9a-aac12487f9a5" providerId="ADAL" clId="{E9CBC724-D3D6-5FBB-BA83-D5D8D8110B5F}" dt="2026-04-03T16:04:05.148" v="2267" actId="20577"/>
          <ac:spMkLst>
            <pc:docMk/>
            <pc:sldMk cId="1477403647" sldId="390"/>
            <ac:spMk id="3" creationId="{30B87978-AE0E-0B79-3DC1-41714F223C9D}"/>
          </ac:spMkLst>
        </pc:spChg>
      </pc:sldChg>
      <pc:sldChg chg="modSp mod">
        <pc:chgData name="Cody Uhl" userId="11fec3ed-fd1b-48f9-9f9a-aac12487f9a5" providerId="ADAL" clId="{E9CBC724-D3D6-5FBB-BA83-D5D8D8110B5F}" dt="2026-04-03T16:05:50.786" v="2552" actId="20577"/>
        <pc:sldMkLst>
          <pc:docMk/>
          <pc:sldMk cId="3847419507" sldId="391"/>
        </pc:sldMkLst>
        <pc:spChg chg="mod">
          <ac:chgData name="Cody Uhl" userId="11fec3ed-fd1b-48f9-9f9a-aac12487f9a5" providerId="ADAL" clId="{E9CBC724-D3D6-5FBB-BA83-D5D8D8110B5F}" dt="2026-04-03T16:04:34.653" v="2300" actId="20577"/>
          <ac:spMkLst>
            <pc:docMk/>
            <pc:sldMk cId="3847419507" sldId="391"/>
            <ac:spMk id="2" creationId="{0DBB360C-D10B-271D-2293-168FC479EF03}"/>
          </ac:spMkLst>
        </pc:spChg>
        <pc:spChg chg="mod">
          <ac:chgData name="Cody Uhl" userId="11fec3ed-fd1b-48f9-9f9a-aac12487f9a5" providerId="ADAL" clId="{E9CBC724-D3D6-5FBB-BA83-D5D8D8110B5F}" dt="2026-04-03T16:05:50.786" v="2552" actId="20577"/>
          <ac:spMkLst>
            <pc:docMk/>
            <pc:sldMk cId="3847419507" sldId="391"/>
            <ac:spMk id="3" creationId="{B58E34B6-B8C4-F438-F71B-23FC484B8575}"/>
          </ac:spMkLst>
        </pc:spChg>
      </pc:sldChg>
      <pc:sldChg chg="addSp modSp mod">
        <pc:chgData name="Cody Uhl" userId="11fec3ed-fd1b-48f9-9f9a-aac12487f9a5" providerId="ADAL" clId="{E9CBC724-D3D6-5FBB-BA83-D5D8D8110B5F}" dt="2026-04-03T15:49:30.849" v="1544" actId="1076"/>
        <pc:sldMkLst>
          <pc:docMk/>
          <pc:sldMk cId="3290621807" sldId="392"/>
        </pc:sldMkLst>
        <pc:spChg chg="mod">
          <ac:chgData name="Cody Uhl" userId="11fec3ed-fd1b-48f9-9f9a-aac12487f9a5" providerId="ADAL" clId="{E9CBC724-D3D6-5FBB-BA83-D5D8D8110B5F}" dt="2026-04-03T15:28:04.579" v="809" actId="20577"/>
          <ac:spMkLst>
            <pc:docMk/>
            <pc:sldMk cId="3290621807" sldId="392"/>
            <ac:spMk id="2" creationId="{135A9A57-6C5A-B376-3167-5C5A3344C584}"/>
          </ac:spMkLst>
        </pc:spChg>
        <pc:spChg chg="add mod">
          <ac:chgData name="Cody Uhl" userId="11fec3ed-fd1b-48f9-9f9a-aac12487f9a5" providerId="ADAL" clId="{E9CBC724-D3D6-5FBB-BA83-D5D8D8110B5F}" dt="2026-04-03T15:49:30.849" v="1544" actId="1076"/>
          <ac:spMkLst>
            <pc:docMk/>
            <pc:sldMk cId="3290621807" sldId="392"/>
            <ac:spMk id="6" creationId="{136F6641-BFF0-AF69-0AE6-9C8574F9CC3C}"/>
          </ac:spMkLst>
        </pc:spChg>
      </pc:sldChg>
      <pc:sldChg chg="addSp delSp modSp mod">
        <pc:chgData name="Cody Uhl" userId="11fec3ed-fd1b-48f9-9f9a-aac12487f9a5" providerId="ADAL" clId="{E9CBC724-D3D6-5FBB-BA83-D5D8D8110B5F}" dt="2026-04-15T18:27:38.239" v="3386" actId="14100"/>
        <pc:sldMkLst>
          <pc:docMk/>
          <pc:sldMk cId="3284053712" sldId="394"/>
        </pc:sldMkLst>
        <pc:picChg chg="mod">
          <ac:chgData name="Cody Uhl" userId="11fec3ed-fd1b-48f9-9f9a-aac12487f9a5" providerId="ADAL" clId="{E9CBC724-D3D6-5FBB-BA83-D5D8D8110B5F}" dt="2026-04-15T18:27:07.821" v="3378" actId="1076"/>
          <ac:picMkLst>
            <pc:docMk/>
            <pc:sldMk cId="3284053712" sldId="394"/>
            <ac:picMk id="14" creationId="{3A745501-0567-48F6-E939-CF87B41954F8}"/>
          </ac:picMkLst>
        </pc:picChg>
        <pc:picChg chg="mod">
          <ac:chgData name="Cody Uhl" userId="11fec3ed-fd1b-48f9-9f9a-aac12487f9a5" providerId="ADAL" clId="{E9CBC724-D3D6-5FBB-BA83-D5D8D8110B5F}" dt="2026-04-15T18:27:02.821" v="3377" actId="1076"/>
          <ac:picMkLst>
            <pc:docMk/>
            <pc:sldMk cId="3284053712" sldId="394"/>
            <ac:picMk id="17" creationId="{AA4CC079-A399-793A-41DB-5252E48D799B}"/>
          </ac:picMkLst>
        </pc:picChg>
        <pc:cxnChg chg="add mod">
          <ac:chgData name="Cody Uhl" userId="11fec3ed-fd1b-48f9-9f9a-aac12487f9a5" providerId="ADAL" clId="{E9CBC724-D3D6-5FBB-BA83-D5D8D8110B5F}" dt="2026-04-15T18:26:59.788" v="3376" actId="1076"/>
          <ac:cxnSpMkLst>
            <pc:docMk/>
            <pc:sldMk cId="3284053712" sldId="394"/>
            <ac:cxnSpMk id="10" creationId="{34C44605-E192-727A-6580-22186DCE4E52}"/>
          </ac:cxnSpMkLst>
        </pc:cxnChg>
        <pc:cxnChg chg="add mod">
          <ac:chgData name="Cody Uhl" userId="11fec3ed-fd1b-48f9-9f9a-aac12487f9a5" providerId="ADAL" clId="{E9CBC724-D3D6-5FBB-BA83-D5D8D8110B5F}" dt="2026-04-15T18:27:38.239" v="3386" actId="14100"/>
          <ac:cxnSpMkLst>
            <pc:docMk/>
            <pc:sldMk cId="3284053712" sldId="394"/>
            <ac:cxnSpMk id="11" creationId="{58967441-F139-B61C-1B6A-263EDBF25BA1}"/>
          </ac:cxnSpMkLst>
        </pc:cxnChg>
      </pc:sldChg>
      <pc:sldChg chg="modNotesTx">
        <pc:chgData name="Cody Uhl" userId="11fec3ed-fd1b-48f9-9f9a-aac12487f9a5" providerId="ADAL" clId="{E9CBC724-D3D6-5FBB-BA83-D5D8D8110B5F}" dt="2026-04-22T18:27:16.325" v="3452" actId="20577"/>
        <pc:sldMkLst>
          <pc:docMk/>
          <pc:sldMk cId="1682825169" sldId="395"/>
        </pc:sldMkLst>
      </pc:sldChg>
      <pc:sldChg chg="addSp delSp modSp add del mod ord modNotesTx">
        <pc:chgData name="Cody Uhl" userId="11fec3ed-fd1b-48f9-9f9a-aac12487f9a5" providerId="ADAL" clId="{E9CBC724-D3D6-5FBB-BA83-D5D8D8110B5F}" dt="2026-04-22T18:30:35.734" v="3481" actId="20577"/>
        <pc:sldMkLst>
          <pc:docMk/>
          <pc:sldMk cId="2126071563" sldId="397"/>
        </pc:sldMkLst>
      </pc:sldChg>
      <pc:sldChg chg="addSp delSp modSp add mod ord modNotesTx">
        <pc:chgData name="Cody Uhl" userId="11fec3ed-fd1b-48f9-9f9a-aac12487f9a5" providerId="ADAL" clId="{E9CBC724-D3D6-5FBB-BA83-D5D8D8110B5F}" dt="2026-04-22T18:36:06.079" v="3508" actId="20577"/>
        <pc:sldMkLst>
          <pc:docMk/>
          <pc:sldMk cId="411670480" sldId="398"/>
        </pc:sldMkLst>
        <pc:spChg chg="mod">
          <ac:chgData name="Cody Uhl" userId="11fec3ed-fd1b-48f9-9f9a-aac12487f9a5" providerId="ADAL" clId="{E9CBC724-D3D6-5FBB-BA83-D5D8D8110B5F}" dt="2026-04-03T14:52:39.890" v="24"/>
          <ac:spMkLst>
            <pc:docMk/>
            <pc:sldMk cId="411670480" sldId="398"/>
            <ac:spMk id="2" creationId="{03F9709F-7E3E-0532-83EB-D6473F03C573}"/>
          </ac:spMkLst>
        </pc:spChg>
        <pc:spChg chg="mod">
          <ac:chgData name="Cody Uhl" userId="11fec3ed-fd1b-48f9-9f9a-aac12487f9a5" providerId="ADAL" clId="{E9CBC724-D3D6-5FBB-BA83-D5D8D8110B5F}" dt="2026-04-03T15:21:41.868" v="369" actId="20577"/>
          <ac:spMkLst>
            <pc:docMk/>
            <pc:sldMk cId="411670480" sldId="398"/>
            <ac:spMk id="3" creationId="{E33E1B3F-EE46-B9E6-02FF-6684A046BCEE}"/>
          </ac:spMkLst>
        </pc:spChg>
        <pc:picChg chg="add mod">
          <ac:chgData name="Cody Uhl" userId="11fec3ed-fd1b-48f9-9f9a-aac12487f9a5" providerId="ADAL" clId="{E9CBC724-D3D6-5FBB-BA83-D5D8D8110B5F}" dt="2026-04-03T15:10:50.092" v="123" actId="1076"/>
          <ac:picMkLst>
            <pc:docMk/>
            <pc:sldMk cId="411670480" sldId="398"/>
            <ac:picMk id="8" creationId="{B18C8470-377D-2AC5-AF58-D9C7303744DB}"/>
          </ac:picMkLst>
        </pc:picChg>
      </pc:sldChg>
      <pc:sldChg chg="addSp delSp modSp mod">
        <pc:chgData name="Cody Uhl" userId="11fec3ed-fd1b-48f9-9f9a-aac12487f9a5" providerId="ADAL" clId="{E9CBC724-D3D6-5FBB-BA83-D5D8D8110B5F}" dt="2026-04-15T18:30:51.200" v="3392" actId="14826"/>
        <pc:sldMkLst>
          <pc:docMk/>
          <pc:sldMk cId="3226106861" sldId="404"/>
        </pc:sldMkLst>
        <pc:spChg chg="mod">
          <ac:chgData name="Cody Uhl" userId="11fec3ed-fd1b-48f9-9f9a-aac12487f9a5" providerId="ADAL" clId="{E9CBC724-D3D6-5FBB-BA83-D5D8D8110B5F}" dt="2026-04-15T18:30:51.200" v="3392" actId="14826"/>
          <ac:spMkLst>
            <pc:docMk/>
            <pc:sldMk cId="3226106861" sldId="404"/>
            <ac:spMk id="19" creationId="{C8753EE8-5BB8-48F6-54CF-ABBBD9B6EAC3}"/>
          </ac:spMkLst>
        </pc:spChg>
        <pc:spChg chg="mod">
          <ac:chgData name="Cody Uhl" userId="11fec3ed-fd1b-48f9-9f9a-aac12487f9a5" providerId="ADAL" clId="{E9CBC724-D3D6-5FBB-BA83-D5D8D8110B5F}" dt="2026-04-15T18:30:51.200" v="3392" actId="14826"/>
          <ac:spMkLst>
            <pc:docMk/>
            <pc:sldMk cId="3226106861" sldId="404"/>
            <ac:spMk id="23" creationId="{B15AFA28-8333-DCCE-F66B-664D2070C6FE}"/>
          </ac:spMkLst>
        </pc:spChg>
        <pc:spChg chg="mod">
          <ac:chgData name="Cody Uhl" userId="11fec3ed-fd1b-48f9-9f9a-aac12487f9a5" providerId="ADAL" clId="{E9CBC724-D3D6-5FBB-BA83-D5D8D8110B5F}" dt="2026-04-15T18:30:51.200" v="3392" actId="14826"/>
          <ac:spMkLst>
            <pc:docMk/>
            <pc:sldMk cId="3226106861" sldId="404"/>
            <ac:spMk id="24" creationId="{FF13DDFB-F5BD-3948-1CC0-D84BF4AC7789}"/>
          </ac:spMkLst>
        </pc:spChg>
        <pc:spChg chg="mod">
          <ac:chgData name="Cody Uhl" userId="11fec3ed-fd1b-48f9-9f9a-aac12487f9a5" providerId="ADAL" clId="{E9CBC724-D3D6-5FBB-BA83-D5D8D8110B5F}" dt="2026-04-15T18:30:51.200" v="3392" actId="14826"/>
          <ac:spMkLst>
            <pc:docMk/>
            <pc:sldMk cId="3226106861" sldId="404"/>
            <ac:spMk id="25" creationId="{D899161F-067F-3DCA-6E95-72B0CE96AA62}"/>
          </ac:spMkLst>
        </pc:spChg>
        <pc:spChg chg="mod">
          <ac:chgData name="Cody Uhl" userId="11fec3ed-fd1b-48f9-9f9a-aac12487f9a5" providerId="ADAL" clId="{E9CBC724-D3D6-5FBB-BA83-D5D8D8110B5F}" dt="2026-04-15T18:30:51.200" v="3392" actId="14826"/>
          <ac:spMkLst>
            <pc:docMk/>
            <pc:sldMk cId="3226106861" sldId="404"/>
            <ac:spMk id="26" creationId="{365F4D19-858F-AED5-1ACA-5F74A566016B}"/>
          </ac:spMkLst>
        </pc:spChg>
        <pc:spChg chg="mod">
          <ac:chgData name="Cody Uhl" userId="11fec3ed-fd1b-48f9-9f9a-aac12487f9a5" providerId="ADAL" clId="{E9CBC724-D3D6-5FBB-BA83-D5D8D8110B5F}" dt="2026-04-15T18:30:51.200" v="3392" actId="14826"/>
          <ac:spMkLst>
            <pc:docMk/>
            <pc:sldMk cId="3226106861" sldId="404"/>
            <ac:spMk id="27" creationId="{D74A5DF5-BF9C-7AF4-75A6-E28E1B6CCBCA}"/>
          </ac:spMkLst>
        </pc:spChg>
        <pc:grpChg chg="mod">
          <ac:chgData name="Cody Uhl" userId="11fec3ed-fd1b-48f9-9f9a-aac12487f9a5" providerId="ADAL" clId="{E9CBC724-D3D6-5FBB-BA83-D5D8D8110B5F}" dt="2026-04-15T18:30:51.200" v="3392" actId="14826"/>
          <ac:grpSpMkLst>
            <pc:docMk/>
            <pc:sldMk cId="3226106861" sldId="404"/>
            <ac:grpSpMk id="32" creationId="{0FF9C8E1-CA4E-D311-71C6-6A1DF53B308F}"/>
          </ac:grpSpMkLst>
        </pc:grpChg>
        <pc:grpChg chg="mod">
          <ac:chgData name="Cody Uhl" userId="11fec3ed-fd1b-48f9-9f9a-aac12487f9a5" providerId="ADAL" clId="{E9CBC724-D3D6-5FBB-BA83-D5D8D8110B5F}" dt="2026-04-15T18:28:16.806" v="3387" actId="1076"/>
          <ac:grpSpMkLst>
            <pc:docMk/>
            <pc:sldMk cId="3226106861" sldId="404"/>
            <ac:grpSpMk id="33" creationId="{EB774A75-7455-5E0B-34FD-9ADBEA55A4D0}"/>
          </ac:grpSpMkLst>
        </pc:grpChg>
        <pc:picChg chg="mod">
          <ac:chgData name="Cody Uhl" userId="11fec3ed-fd1b-48f9-9f9a-aac12487f9a5" providerId="ADAL" clId="{E9CBC724-D3D6-5FBB-BA83-D5D8D8110B5F}" dt="2026-04-15T18:30:51.200" v="3392" actId="14826"/>
          <ac:picMkLst>
            <pc:docMk/>
            <pc:sldMk cId="3226106861" sldId="404"/>
            <ac:picMk id="8" creationId="{63CC40F2-9771-7577-F1EA-5D0D0C0BD443}"/>
          </ac:picMkLst>
        </pc:picChg>
        <pc:picChg chg="mod">
          <ac:chgData name="Cody Uhl" userId="11fec3ed-fd1b-48f9-9f9a-aac12487f9a5" providerId="ADAL" clId="{E9CBC724-D3D6-5FBB-BA83-D5D8D8110B5F}" dt="2026-04-15T18:30:51.200" v="3392" actId="14826"/>
          <ac:picMkLst>
            <pc:docMk/>
            <pc:sldMk cId="3226106861" sldId="404"/>
            <ac:picMk id="13" creationId="{AAA9739A-FEE3-96A3-42D3-6C036049BAE6}"/>
          </ac:picMkLst>
        </pc:picChg>
        <pc:picChg chg="mod">
          <ac:chgData name="Cody Uhl" userId="11fec3ed-fd1b-48f9-9f9a-aac12487f9a5" providerId="ADAL" clId="{E9CBC724-D3D6-5FBB-BA83-D5D8D8110B5F}" dt="2026-04-15T18:30:51.200" v="3392" actId="14826"/>
          <ac:picMkLst>
            <pc:docMk/>
            <pc:sldMk cId="3226106861" sldId="404"/>
            <ac:picMk id="28" creationId="{72E9F064-9A7D-DD60-2174-BE1EFFDAD99E}"/>
          </ac:picMkLst>
        </pc:picChg>
      </pc:sldChg>
      <pc:sldChg chg="modNotesTx">
        <pc:chgData name="Cody Uhl" userId="11fec3ed-fd1b-48f9-9f9a-aac12487f9a5" providerId="ADAL" clId="{E9CBC724-D3D6-5FBB-BA83-D5D8D8110B5F}" dt="2026-04-22T18:35:27.561" v="3507" actId="20577"/>
        <pc:sldMkLst>
          <pc:docMk/>
          <pc:sldMk cId="1284130666" sldId="406"/>
        </pc:sldMkLst>
      </pc:sldChg>
      <pc:sldChg chg="modNotesTx">
        <pc:chgData name="Cody Uhl" userId="11fec3ed-fd1b-48f9-9f9a-aac12487f9a5" providerId="ADAL" clId="{E9CBC724-D3D6-5FBB-BA83-D5D8D8110B5F}" dt="2026-04-22T18:33:25.784" v="3506" actId="20577"/>
        <pc:sldMkLst>
          <pc:docMk/>
          <pc:sldMk cId="2090761132" sldId="411"/>
        </pc:sldMkLst>
      </pc:sldChg>
      <pc:sldChg chg="modSp mod modNotesTx">
        <pc:chgData name="Cody Uhl" userId="11fec3ed-fd1b-48f9-9f9a-aac12487f9a5" providerId="ADAL" clId="{E9CBC724-D3D6-5FBB-BA83-D5D8D8110B5F}" dt="2026-04-22T18:26:55.088" v="3446" actId="20577"/>
        <pc:sldMkLst>
          <pc:docMk/>
          <pc:sldMk cId="2205139045" sldId="412"/>
        </pc:sldMkLst>
        <pc:spChg chg="mod">
          <ac:chgData name="Cody Uhl" userId="11fec3ed-fd1b-48f9-9f9a-aac12487f9a5" providerId="ADAL" clId="{E9CBC724-D3D6-5FBB-BA83-D5D8D8110B5F}" dt="2026-04-20T16:36:57.750" v="3410" actId="14826"/>
          <ac:spMkLst>
            <pc:docMk/>
            <pc:sldMk cId="2205139045" sldId="412"/>
            <ac:spMk id="6" creationId="{ADF111BD-0D53-C8E5-DD0D-3691DA59423A}"/>
          </ac:spMkLst>
        </pc:spChg>
        <pc:spChg chg="mod">
          <ac:chgData name="Cody Uhl" userId="11fec3ed-fd1b-48f9-9f9a-aac12487f9a5" providerId="ADAL" clId="{E9CBC724-D3D6-5FBB-BA83-D5D8D8110B5F}" dt="2026-04-20T16:37:09.316" v="3411" actId="14826"/>
          <ac:spMkLst>
            <pc:docMk/>
            <pc:sldMk cId="2205139045" sldId="412"/>
            <ac:spMk id="9" creationId="{E455421A-479B-1380-BAD8-CEF0A6D073E5}"/>
          </ac:spMkLst>
        </pc:spChg>
        <pc:spChg chg="mod">
          <ac:chgData name="Cody Uhl" userId="11fec3ed-fd1b-48f9-9f9a-aac12487f9a5" providerId="ADAL" clId="{E9CBC724-D3D6-5FBB-BA83-D5D8D8110B5F}" dt="2026-04-20T16:36:57.750" v="3410" actId="14826"/>
          <ac:spMkLst>
            <pc:docMk/>
            <pc:sldMk cId="2205139045" sldId="412"/>
            <ac:spMk id="10" creationId="{CB11D1CE-0C0B-83AB-49FE-E0E63875AE1A}"/>
          </ac:spMkLst>
        </pc:spChg>
        <pc:spChg chg="mod">
          <ac:chgData name="Cody Uhl" userId="11fec3ed-fd1b-48f9-9f9a-aac12487f9a5" providerId="ADAL" clId="{E9CBC724-D3D6-5FBB-BA83-D5D8D8110B5F}" dt="2026-04-20T16:37:09.316" v="3411" actId="14826"/>
          <ac:spMkLst>
            <pc:docMk/>
            <pc:sldMk cId="2205139045" sldId="412"/>
            <ac:spMk id="12" creationId="{F88B67A8-2E2A-34BD-A559-5575FCF0215E}"/>
          </ac:spMkLst>
        </pc:spChg>
        <pc:spChg chg="mod">
          <ac:chgData name="Cody Uhl" userId="11fec3ed-fd1b-48f9-9f9a-aac12487f9a5" providerId="ADAL" clId="{E9CBC724-D3D6-5FBB-BA83-D5D8D8110B5F}" dt="2026-04-20T16:36:57.750" v="3410" actId="14826"/>
          <ac:spMkLst>
            <pc:docMk/>
            <pc:sldMk cId="2205139045" sldId="412"/>
            <ac:spMk id="13" creationId="{B1941973-9D84-E11F-5434-429F3EC7432F}"/>
          </ac:spMkLst>
        </pc:spChg>
        <pc:spChg chg="mod">
          <ac:chgData name="Cody Uhl" userId="11fec3ed-fd1b-48f9-9f9a-aac12487f9a5" providerId="ADAL" clId="{E9CBC724-D3D6-5FBB-BA83-D5D8D8110B5F}" dt="2026-04-20T16:40:11.592" v="3432" actId="1076"/>
          <ac:spMkLst>
            <pc:docMk/>
            <pc:sldMk cId="2205139045" sldId="412"/>
            <ac:spMk id="16" creationId="{78643BC5-AA06-4EA8-2F12-D92BA4C3AEF3}"/>
          </ac:spMkLst>
        </pc:spChg>
        <pc:grpChg chg="mod">
          <ac:chgData name="Cody Uhl" userId="11fec3ed-fd1b-48f9-9f9a-aac12487f9a5" providerId="ADAL" clId="{E9CBC724-D3D6-5FBB-BA83-D5D8D8110B5F}" dt="2026-04-20T16:36:57.750" v="3410" actId="14826"/>
          <ac:grpSpMkLst>
            <pc:docMk/>
            <pc:sldMk cId="2205139045" sldId="412"/>
            <ac:grpSpMk id="5" creationId="{ACB9371B-0A62-F9D5-3693-7AF66FA187CA}"/>
          </ac:grpSpMkLst>
        </pc:grpChg>
        <pc:grpChg chg="mod">
          <ac:chgData name="Cody Uhl" userId="11fec3ed-fd1b-48f9-9f9a-aac12487f9a5" providerId="ADAL" clId="{E9CBC724-D3D6-5FBB-BA83-D5D8D8110B5F}" dt="2026-04-20T16:36:57.750" v="3410" actId="14826"/>
          <ac:grpSpMkLst>
            <pc:docMk/>
            <pc:sldMk cId="2205139045" sldId="412"/>
            <ac:grpSpMk id="17" creationId="{359C1AC5-EEA9-B13E-AFD5-3EAFDBF3EC45}"/>
          </ac:grpSpMkLst>
        </pc:grpChg>
        <pc:grpChg chg="mod">
          <ac:chgData name="Cody Uhl" userId="11fec3ed-fd1b-48f9-9f9a-aac12487f9a5" providerId="ADAL" clId="{E9CBC724-D3D6-5FBB-BA83-D5D8D8110B5F}" dt="2026-04-20T16:37:09.316" v="3411" actId="14826"/>
          <ac:grpSpMkLst>
            <pc:docMk/>
            <pc:sldMk cId="2205139045" sldId="412"/>
            <ac:grpSpMk id="18" creationId="{B54C8095-5D52-E6FA-BAF8-6F2B34817B42}"/>
          </ac:grpSpMkLst>
        </pc:grpChg>
        <pc:grpChg chg="mod">
          <ac:chgData name="Cody Uhl" userId="11fec3ed-fd1b-48f9-9f9a-aac12487f9a5" providerId="ADAL" clId="{E9CBC724-D3D6-5FBB-BA83-D5D8D8110B5F}" dt="2026-04-20T16:36:57.750" v="3410" actId="14826"/>
          <ac:grpSpMkLst>
            <pc:docMk/>
            <pc:sldMk cId="2205139045" sldId="412"/>
            <ac:grpSpMk id="19" creationId="{C5E0BB6A-C284-A040-574B-794D6743F9FF}"/>
          </ac:grpSpMkLst>
        </pc:grpChg>
        <pc:picChg chg="mod">
          <ac:chgData name="Cody Uhl" userId="11fec3ed-fd1b-48f9-9f9a-aac12487f9a5" providerId="ADAL" clId="{E9CBC724-D3D6-5FBB-BA83-D5D8D8110B5F}" dt="2026-04-20T16:36:57.750" v="3410" actId="14826"/>
          <ac:picMkLst>
            <pc:docMk/>
            <pc:sldMk cId="2205139045" sldId="412"/>
            <ac:picMk id="3" creationId="{FC7C9787-A389-7C63-622B-F570CAFDCD84}"/>
          </ac:picMkLst>
        </pc:picChg>
        <pc:picChg chg="mod">
          <ac:chgData name="Cody Uhl" userId="11fec3ed-fd1b-48f9-9f9a-aac12487f9a5" providerId="ADAL" clId="{E9CBC724-D3D6-5FBB-BA83-D5D8D8110B5F}" dt="2026-04-20T16:36:57.750" v="3410" actId="14826"/>
          <ac:picMkLst>
            <pc:docMk/>
            <pc:sldMk cId="2205139045" sldId="412"/>
            <ac:picMk id="4" creationId="{B5AA1368-B6DC-CAC4-EF31-FA6F7960F573}"/>
          </ac:picMkLst>
        </pc:picChg>
        <pc:picChg chg="mod modCrop">
          <ac:chgData name="Cody Uhl" userId="11fec3ed-fd1b-48f9-9f9a-aac12487f9a5" providerId="ADAL" clId="{E9CBC724-D3D6-5FBB-BA83-D5D8D8110B5F}" dt="2026-04-20T16:40:00.558" v="3430" actId="1076"/>
          <ac:picMkLst>
            <pc:docMk/>
            <pc:sldMk cId="2205139045" sldId="412"/>
            <ac:picMk id="11" creationId="{0AA64CBA-69B4-706D-DC58-0C56ED3EA4FF}"/>
          </ac:picMkLst>
        </pc:picChg>
      </pc:sldChg>
      <pc:sldChg chg="modSp mod modNotesTx">
        <pc:chgData name="Cody Uhl" userId="11fec3ed-fd1b-48f9-9f9a-aac12487f9a5" providerId="ADAL" clId="{E9CBC724-D3D6-5FBB-BA83-D5D8D8110B5F}" dt="2026-04-22T18:27:55.645" v="3460" actId="20577"/>
        <pc:sldMkLst>
          <pc:docMk/>
          <pc:sldMk cId="3215830421" sldId="413"/>
        </pc:sldMkLst>
        <pc:spChg chg="mod">
          <ac:chgData name="Cody Uhl" userId="11fec3ed-fd1b-48f9-9f9a-aac12487f9a5" providerId="ADAL" clId="{E9CBC724-D3D6-5FBB-BA83-D5D8D8110B5F}" dt="2026-04-20T16:37:25.949" v="3412" actId="14826"/>
          <ac:spMkLst>
            <pc:docMk/>
            <pc:sldMk cId="3215830421" sldId="413"/>
            <ac:spMk id="3" creationId="{B56CF745-D263-4455-939E-7D29C01AF55F}"/>
          </ac:spMkLst>
        </pc:spChg>
        <pc:spChg chg="mod">
          <ac:chgData name="Cody Uhl" userId="11fec3ed-fd1b-48f9-9f9a-aac12487f9a5" providerId="ADAL" clId="{E9CBC724-D3D6-5FBB-BA83-D5D8D8110B5F}" dt="2026-04-20T16:37:25.949" v="3412" actId="14826"/>
          <ac:spMkLst>
            <pc:docMk/>
            <pc:sldMk cId="3215830421" sldId="413"/>
            <ac:spMk id="6" creationId="{B96C1F17-C9D1-0702-C29B-4451558BEF8E}"/>
          </ac:spMkLst>
        </pc:spChg>
        <pc:spChg chg="mod">
          <ac:chgData name="Cody Uhl" userId="11fec3ed-fd1b-48f9-9f9a-aac12487f9a5" providerId="ADAL" clId="{E9CBC724-D3D6-5FBB-BA83-D5D8D8110B5F}" dt="2026-04-20T16:37:35.398" v="3413" actId="14826"/>
          <ac:spMkLst>
            <pc:docMk/>
            <pc:sldMk cId="3215830421" sldId="413"/>
            <ac:spMk id="10" creationId="{246B72A5-282D-8F51-1AC9-4A686D9858EC}"/>
          </ac:spMkLst>
        </pc:spChg>
        <pc:spChg chg="mod">
          <ac:chgData name="Cody Uhl" userId="11fec3ed-fd1b-48f9-9f9a-aac12487f9a5" providerId="ADAL" clId="{E9CBC724-D3D6-5FBB-BA83-D5D8D8110B5F}" dt="2026-04-20T16:37:35.398" v="3413" actId="14826"/>
          <ac:spMkLst>
            <pc:docMk/>
            <pc:sldMk cId="3215830421" sldId="413"/>
            <ac:spMk id="11" creationId="{737FA105-022C-4492-3EDC-E131278C576E}"/>
          </ac:spMkLst>
        </pc:spChg>
        <pc:spChg chg="mod">
          <ac:chgData name="Cody Uhl" userId="11fec3ed-fd1b-48f9-9f9a-aac12487f9a5" providerId="ADAL" clId="{E9CBC724-D3D6-5FBB-BA83-D5D8D8110B5F}" dt="2026-04-20T16:37:25.949" v="3412" actId="14826"/>
          <ac:spMkLst>
            <pc:docMk/>
            <pc:sldMk cId="3215830421" sldId="413"/>
            <ac:spMk id="12" creationId="{DE29E29E-F045-63B4-427E-34CA4665EB79}"/>
          </ac:spMkLst>
        </pc:spChg>
        <pc:spChg chg="mod">
          <ac:chgData name="Cody Uhl" userId="11fec3ed-fd1b-48f9-9f9a-aac12487f9a5" providerId="ADAL" clId="{E9CBC724-D3D6-5FBB-BA83-D5D8D8110B5F}" dt="2026-04-20T16:37:35.398" v="3413" actId="14826"/>
          <ac:spMkLst>
            <pc:docMk/>
            <pc:sldMk cId="3215830421" sldId="413"/>
            <ac:spMk id="13" creationId="{70C12358-B803-D119-396A-6BDF0C119C31}"/>
          </ac:spMkLst>
        </pc:spChg>
        <pc:grpChg chg="mod">
          <ac:chgData name="Cody Uhl" userId="11fec3ed-fd1b-48f9-9f9a-aac12487f9a5" providerId="ADAL" clId="{E9CBC724-D3D6-5FBB-BA83-D5D8D8110B5F}" dt="2026-04-20T16:39:05.673" v="3425" actId="1076"/>
          <ac:grpSpMkLst>
            <pc:docMk/>
            <pc:sldMk cId="3215830421" sldId="413"/>
            <ac:grpSpMk id="16" creationId="{C3626CD3-F140-36E6-E218-2D46969DE3FB}"/>
          </ac:grpSpMkLst>
        </pc:grpChg>
        <pc:grpChg chg="mod">
          <ac:chgData name="Cody Uhl" userId="11fec3ed-fd1b-48f9-9f9a-aac12487f9a5" providerId="ADAL" clId="{E9CBC724-D3D6-5FBB-BA83-D5D8D8110B5F}" dt="2026-04-20T16:37:35.398" v="3413" actId="14826"/>
          <ac:grpSpMkLst>
            <pc:docMk/>
            <pc:sldMk cId="3215830421" sldId="413"/>
            <ac:grpSpMk id="17" creationId="{BAA4A4DF-749B-D506-6078-634D179E911D}"/>
          </ac:grpSpMkLst>
        </pc:grpChg>
        <pc:picChg chg="mod modCrop">
          <ac:chgData name="Cody Uhl" userId="11fec3ed-fd1b-48f9-9f9a-aac12487f9a5" providerId="ADAL" clId="{E9CBC724-D3D6-5FBB-BA83-D5D8D8110B5F}" dt="2026-04-20T16:38:54.740" v="3423" actId="732"/>
          <ac:picMkLst>
            <pc:docMk/>
            <pc:sldMk cId="3215830421" sldId="413"/>
            <ac:picMk id="4" creationId="{19B4951E-1816-3FD4-BC0F-B3206324C19E}"/>
          </ac:picMkLst>
        </pc:picChg>
        <pc:picChg chg="mod modCrop">
          <ac:chgData name="Cody Uhl" userId="11fec3ed-fd1b-48f9-9f9a-aac12487f9a5" providerId="ADAL" clId="{E9CBC724-D3D6-5FBB-BA83-D5D8D8110B5F}" dt="2026-04-20T16:39:15.664" v="3426" actId="732"/>
          <ac:picMkLst>
            <pc:docMk/>
            <pc:sldMk cId="3215830421" sldId="413"/>
            <ac:picMk id="5" creationId="{28B928B6-8896-9C60-3361-EB9D27E7DE2D}"/>
          </ac:picMkLst>
        </pc:picChg>
      </pc:sldChg>
    </pc:docChg>
  </pc:docChgLst>
  <pc:docChgLst>
    <pc:chgData name="Stella Shipman" userId="19288fed-0e4e-472d-9b56-f595db8c85c2" providerId="ADAL" clId="{6509F2F2-A6AE-D243-8CA6-0C672EBE8F6B}"/>
    <pc:docChg chg="undo redo custSel addSld delSld modSld sldOrd modMainMaster">
      <pc:chgData name="Stella Shipman" userId="19288fed-0e4e-472d-9b56-f595db8c85c2" providerId="ADAL" clId="{6509F2F2-A6AE-D243-8CA6-0C672EBE8F6B}" dt="2026-04-23T02:07:09.254" v="5228" actId="14100"/>
      <pc:docMkLst>
        <pc:docMk/>
      </pc:docMkLst>
      <pc:sldChg chg="modSp mod addCm modNotesTx">
        <pc:chgData name="Stella Shipman" userId="19288fed-0e4e-472d-9b56-f595db8c85c2" providerId="ADAL" clId="{6509F2F2-A6AE-D243-8CA6-0C672EBE8F6B}" dt="2026-04-21T20:32:11.022" v="5111" actId="20577"/>
        <pc:sldMkLst>
          <pc:docMk/>
          <pc:sldMk cId="2472072399" sldId="257"/>
        </pc:sldMkLst>
        <pc:spChg chg="mod">
          <ac:chgData name="Stella Shipman" userId="19288fed-0e4e-472d-9b56-f595db8c85c2" providerId="ADAL" clId="{6509F2F2-A6AE-D243-8CA6-0C672EBE8F6B}" dt="2026-04-13T17:40:01.112" v="9"/>
          <ac:spMkLst>
            <pc:docMk/>
            <pc:sldMk cId="2472072399" sldId="257"/>
            <ac:spMk id="4" creationId="{533728F5-A900-AD14-F3AA-6CC00AFAD2D3}"/>
          </ac:spMkLst>
        </pc:spChg>
        <pc:spChg chg="mod">
          <ac:chgData name="Stella Shipman" userId="19288fed-0e4e-472d-9b56-f595db8c85c2" providerId="ADAL" clId="{6509F2F2-A6AE-D243-8CA6-0C672EBE8F6B}" dt="2026-04-21T20:32:11.022" v="5111" actId="20577"/>
          <ac:spMkLst>
            <pc:docMk/>
            <pc:sldMk cId="2472072399" sldId="257"/>
            <ac:spMk id="6" creationId="{3493D565-1FA5-E319-DA69-D8D2B4E58C9D}"/>
          </ac:spMkLst>
        </pc:spChg>
        <pc:extLst>
          <p:ext xmlns:p="http://schemas.openxmlformats.org/presentationml/2006/main" uri="{D6D511B9-2390-475A-947B-AFAB55BFBCF1}">
            <pc226:cmChg xmlns:pc226="http://schemas.microsoft.com/office/powerpoint/2022/06/main/command" chg="add">
              <pc226:chgData name="Stella Shipman" userId="19288fed-0e4e-472d-9b56-f595db8c85c2" providerId="ADAL" clId="{6509F2F2-A6AE-D243-8CA6-0C672EBE8F6B}" dt="2026-04-13T17:43:53.877" v="183"/>
              <pc2:cmMkLst xmlns:pc2="http://schemas.microsoft.com/office/powerpoint/2019/9/main/command">
                <pc:docMk/>
                <pc:sldMk cId="2472072399" sldId="257"/>
                <pc2:cmMk id="{F78EB137-A02E-F546-B25F-DFA9BB22DF68}"/>
              </pc2:cmMkLst>
            </pc226:cmChg>
          </p:ext>
        </pc:extLst>
      </pc:sldChg>
      <pc:sldChg chg="modSp mod ord modShow">
        <pc:chgData name="Stella Shipman" userId="19288fed-0e4e-472d-9b56-f595db8c85c2" providerId="ADAL" clId="{6509F2F2-A6AE-D243-8CA6-0C672EBE8F6B}" dt="2026-04-14T01:25:48.992" v="3924" actId="20578"/>
        <pc:sldMkLst>
          <pc:docMk/>
          <pc:sldMk cId="2215410055" sldId="314"/>
        </pc:sldMkLst>
        <pc:spChg chg="mod">
          <ac:chgData name="Stella Shipman" userId="19288fed-0e4e-472d-9b56-f595db8c85c2" providerId="ADAL" clId="{6509F2F2-A6AE-D243-8CA6-0C672EBE8F6B}" dt="2026-04-13T18:25:15.698" v="385"/>
          <ac:spMkLst>
            <pc:docMk/>
            <pc:sldMk cId="2215410055" sldId="314"/>
            <ac:spMk id="20" creationId="{26440921-6726-0CB0-7642-BEB6F9E86503}"/>
          </ac:spMkLst>
        </pc:spChg>
      </pc:sldChg>
      <pc:sldChg chg="addSp modSp mod modCm modNotesTx">
        <pc:chgData name="Stella Shipman" userId="19288fed-0e4e-472d-9b56-f595db8c85c2" providerId="ADAL" clId="{6509F2F2-A6AE-D243-8CA6-0C672EBE8F6B}" dt="2026-04-21T20:27:59.425" v="4969" actId="20577"/>
        <pc:sldMkLst>
          <pc:docMk/>
          <pc:sldMk cId="3829586218" sldId="350"/>
        </pc:sldMkLst>
        <pc:spChg chg="mod">
          <ac:chgData name="Stella Shipman" userId="19288fed-0e4e-472d-9b56-f595db8c85c2" providerId="ADAL" clId="{6509F2F2-A6AE-D243-8CA6-0C672EBE8F6B}" dt="2026-04-13T17:56:38.632" v="297" actId="255"/>
          <ac:spMkLst>
            <pc:docMk/>
            <pc:sldMk cId="3829586218" sldId="350"/>
            <ac:spMk id="2" creationId="{0A257334-9CD9-10E9-9CED-A603F911FE38}"/>
          </ac:spMkLst>
        </pc:spChg>
        <pc:spChg chg="add mod">
          <ac:chgData name="Stella Shipman" userId="19288fed-0e4e-472d-9b56-f595db8c85c2" providerId="ADAL" clId="{6509F2F2-A6AE-D243-8CA6-0C672EBE8F6B}" dt="2026-04-13T17:46:25.373" v="194" actId="207"/>
          <ac:spMkLst>
            <pc:docMk/>
            <pc:sldMk cId="3829586218" sldId="350"/>
            <ac:spMk id="6" creationId="{97B07982-F027-820C-687D-CD18E930E98B}"/>
          </ac:spMkLst>
        </pc:spChg>
        <pc:extLst>
          <p:ext xmlns:p="http://schemas.openxmlformats.org/presentationml/2006/main" uri="{D6D511B9-2390-475A-947B-AFAB55BFBCF1}">
            <pc226:cmChg xmlns:pc226="http://schemas.microsoft.com/office/powerpoint/2022/06/main/command" chg="mod">
              <pc226:chgData name="Stella Shipman" userId="19288fed-0e4e-472d-9b56-f595db8c85c2" providerId="ADAL" clId="{6509F2F2-A6AE-D243-8CA6-0C672EBE8F6B}" dt="2026-04-13T17:56:55.832" v="298"/>
              <pc2:cmMkLst xmlns:pc2="http://schemas.microsoft.com/office/powerpoint/2019/9/main/command">
                <pc:docMk/>
                <pc:sldMk cId="3829586218" sldId="350"/>
                <pc2:cmMk id="{E9DA4774-2D8B-4DDD-B21A-40D5FF3558E5}"/>
              </pc2:cmMkLst>
            </pc226:cmChg>
          </p:ext>
        </pc:extLst>
      </pc:sldChg>
      <pc:sldChg chg="addSp modSp mod modNotesTx">
        <pc:chgData name="Stella Shipman" userId="19288fed-0e4e-472d-9b56-f595db8c85c2" providerId="ADAL" clId="{6509F2F2-A6AE-D243-8CA6-0C672EBE8F6B}" dt="2026-04-21T20:28:16.449" v="4981" actId="20577"/>
        <pc:sldMkLst>
          <pc:docMk/>
          <pc:sldMk cId="373606769" sldId="351"/>
        </pc:sldMkLst>
        <pc:spChg chg="add mod">
          <ac:chgData name="Stella Shipman" userId="19288fed-0e4e-472d-9b56-f595db8c85c2" providerId="ADAL" clId="{6509F2F2-A6AE-D243-8CA6-0C672EBE8F6B}" dt="2026-04-13T17:59:11.479" v="302"/>
          <ac:spMkLst>
            <pc:docMk/>
            <pc:sldMk cId="373606769" sldId="351"/>
            <ac:spMk id="2" creationId="{010450EF-5FBE-4D52-034F-FAB3272978FA}"/>
          </ac:spMkLst>
        </pc:spChg>
        <pc:spChg chg="mod">
          <ac:chgData name="Stella Shipman" userId="19288fed-0e4e-472d-9b56-f595db8c85c2" providerId="ADAL" clId="{6509F2F2-A6AE-D243-8CA6-0C672EBE8F6B}" dt="2026-04-15T14:01:15.072" v="3932" actId="313"/>
          <ac:spMkLst>
            <pc:docMk/>
            <pc:sldMk cId="373606769" sldId="351"/>
            <ac:spMk id="7" creationId="{8B718A69-0A29-BCFC-3FD5-E0B30E62F483}"/>
          </ac:spMkLst>
        </pc:spChg>
      </pc:sldChg>
      <pc:sldChg chg="addSp modSp mod">
        <pc:chgData name="Stella Shipman" userId="19288fed-0e4e-472d-9b56-f595db8c85c2" providerId="ADAL" clId="{6509F2F2-A6AE-D243-8CA6-0C672EBE8F6B}" dt="2026-04-15T18:59:15.625" v="4723" actId="14100"/>
        <pc:sldMkLst>
          <pc:docMk/>
          <pc:sldMk cId="4282039237" sldId="354"/>
        </pc:sldMkLst>
        <pc:spChg chg="add mod">
          <ac:chgData name="Stella Shipman" userId="19288fed-0e4e-472d-9b56-f595db8c85c2" providerId="ADAL" clId="{6509F2F2-A6AE-D243-8CA6-0C672EBE8F6B}" dt="2026-04-13T19:14:34.276" v="1012"/>
          <ac:spMkLst>
            <pc:docMk/>
            <pc:sldMk cId="4282039237" sldId="354"/>
            <ac:spMk id="2" creationId="{A803C329-D11A-874D-CE46-C8BA979AC1BF}"/>
          </ac:spMkLst>
        </pc:spChg>
        <pc:spChg chg="mod">
          <ac:chgData name="Stella Shipman" userId="19288fed-0e4e-472d-9b56-f595db8c85c2" providerId="ADAL" clId="{6509F2F2-A6AE-D243-8CA6-0C672EBE8F6B}" dt="2026-04-13T19:14:23.558" v="1011" actId="948"/>
          <ac:spMkLst>
            <pc:docMk/>
            <pc:sldMk cId="4282039237" sldId="354"/>
            <ac:spMk id="15" creationId="{4DACC135-C9F7-565C-8BF0-D5571C234422}"/>
          </ac:spMkLst>
        </pc:spChg>
        <pc:picChg chg="mod">
          <ac:chgData name="Stella Shipman" userId="19288fed-0e4e-472d-9b56-f595db8c85c2" providerId="ADAL" clId="{6509F2F2-A6AE-D243-8CA6-0C672EBE8F6B}" dt="2026-04-15T18:58:49.811" v="4717" actId="1076"/>
          <ac:picMkLst>
            <pc:docMk/>
            <pc:sldMk cId="4282039237" sldId="354"/>
            <ac:picMk id="5" creationId="{934CB3A7-E55E-59FD-8C92-936627BA432D}"/>
          </ac:picMkLst>
        </pc:picChg>
        <pc:picChg chg="mod">
          <ac:chgData name="Stella Shipman" userId="19288fed-0e4e-472d-9b56-f595db8c85c2" providerId="ADAL" clId="{6509F2F2-A6AE-D243-8CA6-0C672EBE8F6B}" dt="2026-04-15T18:58:59.036" v="4718" actId="1076"/>
          <ac:picMkLst>
            <pc:docMk/>
            <pc:sldMk cId="4282039237" sldId="354"/>
            <ac:picMk id="9" creationId="{465EDBD2-A396-3941-D368-0ED0BB0CD85E}"/>
          </ac:picMkLst>
        </pc:picChg>
        <pc:cxnChg chg="mod">
          <ac:chgData name="Stella Shipman" userId="19288fed-0e4e-472d-9b56-f595db8c85c2" providerId="ADAL" clId="{6509F2F2-A6AE-D243-8CA6-0C672EBE8F6B}" dt="2026-04-15T18:59:15.625" v="4723" actId="14100"/>
          <ac:cxnSpMkLst>
            <pc:docMk/>
            <pc:sldMk cId="4282039237" sldId="354"/>
            <ac:cxnSpMk id="3" creationId="{8538D2BD-7F0F-08A5-1F27-9D8ED6673C7B}"/>
          </ac:cxnSpMkLst>
        </pc:cxnChg>
        <pc:cxnChg chg="add mod">
          <ac:chgData name="Stella Shipman" userId="19288fed-0e4e-472d-9b56-f595db8c85c2" providerId="ADAL" clId="{6509F2F2-A6AE-D243-8CA6-0C672EBE8F6B}" dt="2026-04-15T18:59:08.998" v="4721" actId="14100"/>
          <ac:cxnSpMkLst>
            <pc:docMk/>
            <pc:sldMk cId="4282039237" sldId="354"/>
            <ac:cxnSpMk id="4" creationId="{B3186A4F-0E8E-1948-0274-8DF150033A64}"/>
          </ac:cxnSpMkLst>
        </pc:cxnChg>
      </pc:sldChg>
      <pc:sldChg chg="ord">
        <pc:chgData name="Stella Shipman" userId="19288fed-0e4e-472d-9b56-f595db8c85c2" providerId="ADAL" clId="{6509F2F2-A6AE-D243-8CA6-0C672EBE8F6B}" dt="2026-04-21T20:12:26.963" v="4941" actId="20578"/>
        <pc:sldMkLst>
          <pc:docMk/>
          <pc:sldMk cId="3858479423" sldId="356"/>
        </pc:sldMkLst>
      </pc:sldChg>
      <pc:sldChg chg="addSp modSp mod">
        <pc:chgData name="Stella Shipman" userId="19288fed-0e4e-472d-9b56-f595db8c85c2" providerId="ADAL" clId="{6509F2F2-A6AE-D243-8CA6-0C672EBE8F6B}" dt="2026-04-15T14:13:18.735" v="3937" actId="1076"/>
        <pc:sldMkLst>
          <pc:docMk/>
          <pc:sldMk cId="1217388566" sldId="357"/>
        </pc:sldMkLst>
        <pc:spChg chg="add mod">
          <ac:chgData name="Stella Shipman" userId="19288fed-0e4e-472d-9b56-f595db8c85c2" providerId="ADAL" clId="{6509F2F2-A6AE-D243-8CA6-0C672EBE8F6B}" dt="2026-04-13T19:45:12.688" v="1422"/>
          <ac:spMkLst>
            <pc:docMk/>
            <pc:sldMk cId="1217388566" sldId="357"/>
            <ac:spMk id="2" creationId="{FF96A8A1-6999-D17F-63DA-E56AE3294508}"/>
          </ac:spMkLst>
        </pc:spChg>
        <pc:picChg chg="mod">
          <ac:chgData name="Stella Shipman" userId="19288fed-0e4e-472d-9b56-f595db8c85c2" providerId="ADAL" clId="{6509F2F2-A6AE-D243-8CA6-0C672EBE8F6B}" dt="2026-04-15T14:13:18.735" v="3937" actId="1076"/>
          <ac:picMkLst>
            <pc:docMk/>
            <pc:sldMk cId="1217388566" sldId="357"/>
            <ac:picMk id="9" creationId="{4E92B53F-4FCA-E413-C72F-72A2DB905E28}"/>
          </ac:picMkLst>
        </pc:picChg>
      </pc:sldChg>
      <pc:sldChg chg="addSp modSp mod modNotesTx">
        <pc:chgData name="Stella Shipman" userId="19288fed-0e4e-472d-9b56-f595db8c85c2" providerId="ADAL" clId="{6509F2F2-A6AE-D243-8CA6-0C672EBE8F6B}" dt="2026-04-23T01:28:48.411" v="5178" actId="20577"/>
        <pc:sldMkLst>
          <pc:docMk/>
          <pc:sldMk cId="4049821334" sldId="359"/>
        </pc:sldMkLst>
        <pc:spChg chg="add mod">
          <ac:chgData name="Stella Shipman" userId="19288fed-0e4e-472d-9b56-f595db8c85c2" providerId="ADAL" clId="{6509F2F2-A6AE-D243-8CA6-0C672EBE8F6B}" dt="2026-04-13T21:21:05.753" v="2991"/>
          <ac:spMkLst>
            <pc:docMk/>
            <pc:sldMk cId="4049821334" sldId="359"/>
            <ac:spMk id="2" creationId="{71D6F4B2-18BA-C0B8-D2F2-A29AE005DA50}"/>
          </ac:spMkLst>
        </pc:spChg>
        <pc:spChg chg="mod">
          <ac:chgData name="Stella Shipman" userId="19288fed-0e4e-472d-9b56-f595db8c85c2" providerId="ADAL" clId="{6509F2F2-A6AE-D243-8CA6-0C672EBE8F6B}" dt="2026-04-14T00:42:58.226" v="3667" actId="20577"/>
          <ac:spMkLst>
            <pc:docMk/>
            <pc:sldMk cId="4049821334" sldId="359"/>
            <ac:spMk id="11" creationId="{BB80C1EA-ACB5-24C3-6024-0B35D82C6657}"/>
          </ac:spMkLst>
        </pc:spChg>
        <pc:spChg chg="mod">
          <ac:chgData name="Stella Shipman" userId="19288fed-0e4e-472d-9b56-f595db8c85c2" providerId="ADAL" clId="{6509F2F2-A6AE-D243-8CA6-0C672EBE8F6B}" dt="2026-04-23T01:25:23.109" v="5139" actId="1076"/>
          <ac:spMkLst>
            <pc:docMk/>
            <pc:sldMk cId="4049821334" sldId="359"/>
            <ac:spMk id="12" creationId="{AC906AE7-5D96-36C1-6428-2AF4C28471EE}"/>
          </ac:spMkLst>
        </pc:spChg>
        <pc:spChg chg="mod">
          <ac:chgData name="Stella Shipman" userId="19288fed-0e4e-472d-9b56-f595db8c85c2" providerId="ADAL" clId="{6509F2F2-A6AE-D243-8CA6-0C672EBE8F6B}" dt="2026-04-14T00:43:05.747" v="3699" actId="20577"/>
          <ac:spMkLst>
            <pc:docMk/>
            <pc:sldMk cId="4049821334" sldId="359"/>
            <ac:spMk id="13" creationId="{0D9F81A0-E2F0-12AD-6578-9E110FA758D7}"/>
          </ac:spMkLst>
        </pc:spChg>
        <pc:spChg chg="mod">
          <ac:chgData name="Stella Shipman" userId="19288fed-0e4e-472d-9b56-f595db8c85c2" providerId="ADAL" clId="{6509F2F2-A6AE-D243-8CA6-0C672EBE8F6B}" dt="2026-04-23T01:26:52.356" v="5140" actId="1076"/>
          <ac:spMkLst>
            <pc:docMk/>
            <pc:sldMk cId="4049821334" sldId="359"/>
            <ac:spMk id="25" creationId="{324A54AD-B2D2-822A-572E-DC725BB21D47}"/>
          </ac:spMkLst>
        </pc:spChg>
        <pc:spChg chg="mod">
          <ac:chgData name="Stella Shipman" userId="19288fed-0e4e-472d-9b56-f595db8c85c2" providerId="ADAL" clId="{6509F2F2-A6AE-D243-8CA6-0C672EBE8F6B}" dt="2026-04-14T00:42:50.293" v="3645" actId="20577"/>
          <ac:spMkLst>
            <pc:docMk/>
            <pc:sldMk cId="4049821334" sldId="359"/>
            <ac:spMk id="46" creationId="{B9667671-D903-9CA5-B132-545F4717D2E8}"/>
          </ac:spMkLst>
        </pc:spChg>
      </pc:sldChg>
      <pc:sldChg chg="addSp modSp mod modShow modNotesTx">
        <pc:chgData name="Stella Shipman" userId="19288fed-0e4e-472d-9b56-f595db8c85c2" providerId="ADAL" clId="{6509F2F2-A6AE-D243-8CA6-0C672EBE8F6B}" dt="2026-04-21T20:30:40.039" v="5105" actId="20577"/>
        <pc:sldMkLst>
          <pc:docMk/>
          <pc:sldMk cId="2573155031" sldId="361"/>
        </pc:sldMkLst>
        <pc:spChg chg="add mod">
          <ac:chgData name="Stella Shipman" userId="19288fed-0e4e-472d-9b56-f595db8c85c2" providerId="ADAL" clId="{6509F2F2-A6AE-D243-8CA6-0C672EBE8F6B}" dt="2026-04-15T19:21:06.917" v="4902"/>
          <ac:spMkLst>
            <pc:docMk/>
            <pc:sldMk cId="2573155031" sldId="361"/>
            <ac:spMk id="2" creationId="{6AB6088F-A34A-32A0-E715-0D9740FAAAD0}"/>
          </ac:spMkLst>
        </pc:spChg>
      </pc:sldChg>
      <pc:sldChg chg="addSp delSp modSp mod">
        <pc:chgData name="Stella Shipman" userId="19288fed-0e4e-472d-9b56-f595db8c85c2" providerId="ADAL" clId="{6509F2F2-A6AE-D243-8CA6-0C672EBE8F6B}" dt="2026-04-15T19:11:37.478" v="4810" actId="478"/>
        <pc:sldMkLst>
          <pc:docMk/>
          <pc:sldMk cId="562719298" sldId="365"/>
        </pc:sldMkLst>
        <pc:spChg chg="mod">
          <ac:chgData name="Stella Shipman" userId="19288fed-0e4e-472d-9b56-f595db8c85c2" providerId="ADAL" clId="{6509F2F2-A6AE-D243-8CA6-0C672EBE8F6B}" dt="2026-04-13T19:01:25.490" v="875" actId="1076"/>
          <ac:spMkLst>
            <pc:docMk/>
            <pc:sldMk cId="562719298" sldId="365"/>
            <ac:spMk id="2" creationId="{4D23DCE8-3F98-902E-CA3B-3B49DAFC3DD6}"/>
          </ac:spMkLst>
        </pc:spChg>
        <pc:spChg chg="add mod">
          <ac:chgData name="Stella Shipman" userId="19288fed-0e4e-472d-9b56-f595db8c85c2" providerId="ADAL" clId="{6509F2F2-A6AE-D243-8CA6-0C672EBE8F6B}" dt="2026-04-13T18:48:10.232" v="787"/>
          <ac:spMkLst>
            <pc:docMk/>
            <pc:sldMk cId="562719298" sldId="365"/>
            <ac:spMk id="5" creationId="{C60E58EB-D43E-E8D8-03DA-FE416A355B88}"/>
          </ac:spMkLst>
        </pc:spChg>
        <pc:spChg chg="mod">
          <ac:chgData name="Stella Shipman" userId="19288fed-0e4e-472d-9b56-f595db8c85c2" providerId="ADAL" clId="{6509F2F2-A6AE-D243-8CA6-0C672EBE8F6B}" dt="2026-04-13T19:02:20.839" v="881" actId="1076"/>
          <ac:spMkLst>
            <pc:docMk/>
            <pc:sldMk cId="562719298" sldId="365"/>
            <ac:spMk id="9" creationId="{3E82340C-4CF5-2262-EBB4-D9D7FC9FDA4E}"/>
          </ac:spMkLst>
        </pc:spChg>
        <pc:spChg chg="mod">
          <ac:chgData name="Stella Shipman" userId="19288fed-0e4e-472d-9b56-f595db8c85c2" providerId="ADAL" clId="{6509F2F2-A6AE-D243-8CA6-0C672EBE8F6B}" dt="2026-04-15T14:08:39.830" v="3934" actId="164"/>
          <ac:spMkLst>
            <pc:docMk/>
            <pc:sldMk cId="562719298" sldId="365"/>
            <ac:spMk id="11" creationId="{DDC8E6EE-B520-9681-F993-68683AED5ABD}"/>
          </ac:spMkLst>
        </pc:spChg>
        <pc:grpChg chg="mod">
          <ac:chgData name="Stella Shipman" userId="19288fed-0e4e-472d-9b56-f595db8c85c2" providerId="ADAL" clId="{6509F2F2-A6AE-D243-8CA6-0C672EBE8F6B}" dt="2026-04-15T14:08:14.470" v="3933" actId="14100"/>
          <ac:grpSpMkLst>
            <pc:docMk/>
            <pc:sldMk cId="562719298" sldId="365"/>
            <ac:grpSpMk id="10" creationId="{F19D32BD-AF32-D186-1600-2D918256F7CA}"/>
          </ac:grpSpMkLst>
        </pc:grpChg>
        <pc:grpChg chg="add mod">
          <ac:chgData name="Stella Shipman" userId="19288fed-0e4e-472d-9b56-f595db8c85c2" providerId="ADAL" clId="{6509F2F2-A6AE-D243-8CA6-0C672EBE8F6B}" dt="2026-04-15T19:11:32.400" v="4803" actId="1076"/>
          <ac:grpSpMkLst>
            <pc:docMk/>
            <pc:sldMk cId="562719298" sldId="365"/>
            <ac:grpSpMk id="12" creationId="{2432DC22-25B5-5AFA-D1BE-C607AB2E0A19}"/>
          </ac:grpSpMkLst>
        </pc:grpChg>
        <pc:graphicFrameChg chg="mod modGraphic">
          <ac:chgData name="Stella Shipman" userId="19288fed-0e4e-472d-9b56-f595db8c85c2" providerId="ADAL" clId="{6509F2F2-A6AE-D243-8CA6-0C672EBE8F6B}" dt="2026-04-15T14:08:39.830" v="3934" actId="164"/>
          <ac:graphicFrameMkLst>
            <pc:docMk/>
            <pc:sldMk cId="562719298" sldId="365"/>
            <ac:graphicFrameMk id="8" creationId="{FC210178-4901-1FBD-1267-054A68E2CD5F}"/>
          </ac:graphicFrameMkLst>
        </pc:graphicFrameChg>
        <pc:cxnChg chg="add del mod">
          <ac:chgData name="Stella Shipman" userId="19288fed-0e4e-472d-9b56-f595db8c85c2" providerId="ADAL" clId="{6509F2F2-A6AE-D243-8CA6-0C672EBE8F6B}" dt="2026-04-15T19:11:37.478" v="4810" actId="478"/>
          <ac:cxnSpMkLst>
            <pc:docMk/>
            <pc:sldMk cId="562719298" sldId="365"/>
            <ac:cxnSpMk id="13" creationId="{4A73FC33-4AC8-5113-4C4A-F70377159C5B}"/>
          </ac:cxnSpMkLst>
        </pc:cxnChg>
        <pc:cxnChg chg="add del mod">
          <ac:chgData name="Stella Shipman" userId="19288fed-0e4e-472d-9b56-f595db8c85c2" providerId="ADAL" clId="{6509F2F2-A6AE-D243-8CA6-0C672EBE8F6B}" dt="2026-04-15T19:11:36.984" v="4809" actId="478"/>
          <ac:cxnSpMkLst>
            <pc:docMk/>
            <pc:sldMk cId="562719298" sldId="365"/>
            <ac:cxnSpMk id="14" creationId="{33A19AAA-9AE5-AE2D-380F-2A6D33C4BAEA}"/>
          </ac:cxnSpMkLst>
        </pc:cxnChg>
      </pc:sldChg>
      <pc:sldChg chg="addSp delSp modSp mod">
        <pc:chgData name="Stella Shipman" userId="19288fed-0e4e-472d-9b56-f595db8c85c2" providerId="ADAL" clId="{6509F2F2-A6AE-D243-8CA6-0C672EBE8F6B}" dt="2026-04-15T19:17:52.658" v="4867" actId="14100"/>
        <pc:sldMkLst>
          <pc:docMk/>
          <pc:sldMk cId="3704911468" sldId="369"/>
        </pc:sldMkLst>
        <pc:spChg chg="mod">
          <ac:chgData name="Stella Shipman" userId="19288fed-0e4e-472d-9b56-f595db8c85c2" providerId="ADAL" clId="{6509F2F2-A6AE-D243-8CA6-0C672EBE8F6B}" dt="2026-04-15T18:56:28.689" v="4684" actId="14100"/>
          <ac:spMkLst>
            <pc:docMk/>
            <pc:sldMk cId="3704911468" sldId="369"/>
            <ac:spMk id="2" creationId="{4D23DCE8-3F98-902E-CA3B-3B49DAFC3DD6}"/>
          </ac:spMkLst>
        </pc:spChg>
        <pc:spChg chg="add mod">
          <ac:chgData name="Stella Shipman" userId="19288fed-0e4e-472d-9b56-f595db8c85c2" providerId="ADAL" clId="{6509F2F2-A6AE-D243-8CA6-0C672EBE8F6B}" dt="2026-04-13T19:05:09.619" v="901"/>
          <ac:spMkLst>
            <pc:docMk/>
            <pc:sldMk cId="3704911468" sldId="369"/>
            <ac:spMk id="7" creationId="{B3D367F7-5FE1-FC49-776B-72CC879BF195}"/>
          </ac:spMkLst>
        </pc:spChg>
        <pc:spChg chg="mod">
          <ac:chgData name="Stella Shipman" userId="19288fed-0e4e-472d-9b56-f595db8c85c2" providerId="ADAL" clId="{6509F2F2-A6AE-D243-8CA6-0C672EBE8F6B}" dt="2026-04-15T18:58:04.203" v="4707" actId="1076"/>
          <ac:spMkLst>
            <pc:docMk/>
            <pc:sldMk cId="3704911468" sldId="369"/>
            <ac:spMk id="10" creationId="{9C22D8AE-DD56-87BA-7223-9B22280F82FA}"/>
          </ac:spMkLst>
        </pc:spChg>
        <pc:graphicFrameChg chg="mod modGraphic">
          <ac:chgData name="Stella Shipman" userId="19288fed-0e4e-472d-9b56-f595db8c85c2" providerId="ADAL" clId="{6509F2F2-A6AE-D243-8CA6-0C672EBE8F6B}" dt="2026-04-15T18:57:50.861" v="4706" actId="1076"/>
          <ac:graphicFrameMkLst>
            <pc:docMk/>
            <pc:sldMk cId="3704911468" sldId="369"/>
            <ac:graphicFrameMk id="8" creationId="{BE4AECA5-8959-8ECE-720B-4FC8A7DF79C5}"/>
          </ac:graphicFrameMkLst>
        </pc:graphicFrameChg>
        <pc:picChg chg="mod">
          <ac:chgData name="Stella Shipman" userId="19288fed-0e4e-472d-9b56-f595db8c85c2" providerId="ADAL" clId="{6509F2F2-A6AE-D243-8CA6-0C672EBE8F6B}" dt="2026-04-15T18:58:09.353" v="4708" actId="14100"/>
          <ac:picMkLst>
            <pc:docMk/>
            <pc:sldMk cId="3704911468" sldId="369"/>
            <ac:picMk id="5" creationId="{F93CC105-D2DC-2B29-61C0-7B7EE5B48F42}"/>
          </ac:picMkLst>
        </pc:picChg>
        <pc:picChg chg="mod">
          <ac:chgData name="Stella Shipman" userId="19288fed-0e4e-472d-9b56-f595db8c85c2" providerId="ADAL" clId="{6509F2F2-A6AE-D243-8CA6-0C672EBE8F6B}" dt="2026-04-15T18:58:12.773" v="4709" actId="14100"/>
          <ac:picMkLst>
            <pc:docMk/>
            <pc:sldMk cId="3704911468" sldId="369"/>
            <ac:picMk id="9" creationId="{7BE38210-EDC3-9E21-9250-27928B4ED90D}"/>
          </ac:picMkLst>
        </pc:picChg>
        <pc:cxnChg chg="add mod">
          <ac:chgData name="Stella Shipman" userId="19288fed-0e4e-472d-9b56-f595db8c85c2" providerId="ADAL" clId="{6509F2F2-A6AE-D243-8CA6-0C672EBE8F6B}" dt="2026-04-15T19:17:37.699" v="4863" actId="14100"/>
          <ac:cxnSpMkLst>
            <pc:docMk/>
            <pc:sldMk cId="3704911468" sldId="369"/>
            <ac:cxnSpMk id="12" creationId="{B1DBE467-F661-CF4A-FB98-7F5B4026902E}"/>
          </ac:cxnSpMkLst>
        </pc:cxnChg>
        <pc:cxnChg chg="add del mod">
          <ac:chgData name="Stella Shipman" userId="19288fed-0e4e-472d-9b56-f595db8c85c2" providerId="ADAL" clId="{6509F2F2-A6AE-D243-8CA6-0C672EBE8F6B}" dt="2026-04-15T19:17:52.658" v="4867" actId="14100"/>
          <ac:cxnSpMkLst>
            <pc:docMk/>
            <pc:sldMk cId="3704911468" sldId="369"/>
            <ac:cxnSpMk id="14" creationId="{F677E414-C111-61D6-D89F-6F1BB619B0D8}"/>
          </ac:cxnSpMkLst>
        </pc:cxnChg>
      </pc:sldChg>
      <pc:sldChg chg="addSp delSp modSp mod">
        <pc:chgData name="Stella Shipman" userId="19288fed-0e4e-472d-9b56-f595db8c85c2" providerId="ADAL" clId="{6509F2F2-A6AE-D243-8CA6-0C672EBE8F6B}" dt="2026-04-15T19:22:25.985" v="4906" actId="478"/>
        <pc:sldMkLst>
          <pc:docMk/>
          <pc:sldMk cId="3087636483" sldId="370"/>
        </pc:sldMkLst>
        <pc:spChg chg="add mod">
          <ac:chgData name="Stella Shipman" userId="19288fed-0e4e-472d-9b56-f595db8c85c2" providerId="ADAL" clId="{6509F2F2-A6AE-D243-8CA6-0C672EBE8F6B}" dt="2026-04-13T19:14:56.128" v="1013"/>
          <ac:spMkLst>
            <pc:docMk/>
            <pc:sldMk cId="3087636483" sldId="370"/>
            <ac:spMk id="2" creationId="{F770A683-2968-E764-D116-247B5F48772A}"/>
          </ac:spMkLst>
        </pc:spChg>
        <pc:spChg chg="mod">
          <ac:chgData name="Stella Shipman" userId="19288fed-0e4e-472d-9b56-f595db8c85c2" providerId="ADAL" clId="{6509F2F2-A6AE-D243-8CA6-0C672EBE8F6B}" dt="2026-04-15T14:58:37.723" v="4318" actId="1076"/>
          <ac:spMkLst>
            <pc:docMk/>
            <pc:sldMk cId="3087636483" sldId="370"/>
            <ac:spMk id="15" creationId="{4DACC135-C9F7-565C-8BF0-D5571C234422}"/>
          </ac:spMkLst>
        </pc:spChg>
        <pc:spChg chg="mod">
          <ac:chgData name="Stella Shipman" userId="19288fed-0e4e-472d-9b56-f595db8c85c2" providerId="ADAL" clId="{6509F2F2-A6AE-D243-8CA6-0C672EBE8F6B}" dt="2026-04-15T18:32:21.201" v="4412" actId="1076"/>
          <ac:spMkLst>
            <pc:docMk/>
            <pc:sldMk cId="3087636483" sldId="370"/>
            <ac:spMk id="16" creationId="{A2DAD0B0-2AF3-5C73-CCC5-185AA7389FA8}"/>
          </ac:spMkLst>
        </pc:spChg>
        <pc:spChg chg="mod">
          <ac:chgData name="Stella Shipman" userId="19288fed-0e4e-472d-9b56-f595db8c85c2" providerId="ADAL" clId="{6509F2F2-A6AE-D243-8CA6-0C672EBE8F6B}" dt="2026-04-15T18:32:52.225" v="4417" actId="1076"/>
          <ac:spMkLst>
            <pc:docMk/>
            <pc:sldMk cId="3087636483" sldId="370"/>
            <ac:spMk id="17" creationId="{95905E12-581C-4F19-D0A7-AE0B3681E0CB}"/>
          </ac:spMkLst>
        </pc:spChg>
        <pc:spChg chg="mod">
          <ac:chgData name="Stella Shipman" userId="19288fed-0e4e-472d-9b56-f595db8c85c2" providerId="ADAL" clId="{6509F2F2-A6AE-D243-8CA6-0C672EBE8F6B}" dt="2026-04-15T18:32:32.116" v="4415" actId="1076"/>
          <ac:spMkLst>
            <pc:docMk/>
            <pc:sldMk cId="3087636483" sldId="370"/>
            <ac:spMk id="19" creationId="{235A373B-1551-9F9C-1DF0-5F3F64D6264F}"/>
          </ac:spMkLst>
        </pc:spChg>
        <pc:spChg chg="mod">
          <ac:chgData name="Stella Shipman" userId="19288fed-0e4e-472d-9b56-f595db8c85c2" providerId="ADAL" clId="{6509F2F2-A6AE-D243-8CA6-0C672EBE8F6B}" dt="2026-04-15T18:32:13.793" v="4411" actId="1076"/>
          <ac:spMkLst>
            <pc:docMk/>
            <pc:sldMk cId="3087636483" sldId="370"/>
            <ac:spMk id="20" creationId="{CDB8FE63-BA54-A8F9-EED6-8CB7DA16A957}"/>
          </ac:spMkLst>
        </pc:spChg>
        <pc:spChg chg="mod">
          <ac:chgData name="Stella Shipman" userId="19288fed-0e4e-472d-9b56-f595db8c85c2" providerId="ADAL" clId="{6509F2F2-A6AE-D243-8CA6-0C672EBE8F6B}" dt="2026-04-15T18:31:32.368" v="4408" actId="1076"/>
          <ac:spMkLst>
            <pc:docMk/>
            <pc:sldMk cId="3087636483" sldId="370"/>
            <ac:spMk id="21" creationId="{0FC0A0EB-28F5-1B9A-C11D-32E9D6BAFF1E}"/>
          </ac:spMkLst>
        </pc:spChg>
        <pc:spChg chg="mod">
          <ac:chgData name="Stella Shipman" userId="19288fed-0e4e-472d-9b56-f595db8c85c2" providerId="ADAL" clId="{6509F2F2-A6AE-D243-8CA6-0C672EBE8F6B}" dt="2026-04-13T19:35:50.129" v="1363" actId="1076"/>
          <ac:spMkLst>
            <pc:docMk/>
            <pc:sldMk cId="3087636483" sldId="370"/>
            <ac:spMk id="22" creationId="{579FFEDE-7680-1569-D2B7-FB23B2F7E1AD}"/>
          </ac:spMkLst>
        </pc:spChg>
        <pc:spChg chg="mod">
          <ac:chgData name="Stella Shipman" userId="19288fed-0e4e-472d-9b56-f595db8c85c2" providerId="ADAL" clId="{6509F2F2-A6AE-D243-8CA6-0C672EBE8F6B}" dt="2026-04-13T19:41:06.985" v="1398" actId="14100"/>
          <ac:spMkLst>
            <pc:docMk/>
            <pc:sldMk cId="3087636483" sldId="370"/>
            <ac:spMk id="23" creationId="{D1C2C06E-6C5C-525E-C107-5C898638C412}"/>
          </ac:spMkLst>
        </pc:spChg>
        <pc:spChg chg="mod">
          <ac:chgData name="Stella Shipman" userId="19288fed-0e4e-472d-9b56-f595db8c85c2" providerId="ADAL" clId="{6509F2F2-A6AE-D243-8CA6-0C672EBE8F6B}" dt="2026-04-13T19:27:41.435" v="1248" actId="1076"/>
          <ac:spMkLst>
            <pc:docMk/>
            <pc:sldMk cId="3087636483" sldId="370"/>
            <ac:spMk id="24" creationId="{A1770467-73A1-7415-579E-16E43FCAB269}"/>
          </ac:spMkLst>
        </pc:spChg>
        <pc:spChg chg="mod">
          <ac:chgData name="Stella Shipman" userId="19288fed-0e4e-472d-9b56-f595db8c85c2" providerId="ADAL" clId="{6509F2F2-A6AE-D243-8CA6-0C672EBE8F6B}" dt="2026-04-13T19:27:06.618" v="1241" actId="1076"/>
          <ac:spMkLst>
            <pc:docMk/>
            <pc:sldMk cId="3087636483" sldId="370"/>
            <ac:spMk id="25" creationId="{6819DCF6-106B-D8FD-615A-33E41B41DC7F}"/>
          </ac:spMkLst>
        </pc:spChg>
        <pc:spChg chg="add mod">
          <ac:chgData name="Stella Shipman" userId="19288fed-0e4e-472d-9b56-f595db8c85c2" providerId="ADAL" clId="{6509F2F2-A6AE-D243-8CA6-0C672EBE8F6B}" dt="2026-04-13T19:36:01.362" v="1366" actId="1076"/>
          <ac:spMkLst>
            <pc:docMk/>
            <pc:sldMk cId="3087636483" sldId="370"/>
            <ac:spMk id="29" creationId="{83354AAA-466D-E060-734B-0A03BA9F94FD}"/>
          </ac:spMkLst>
        </pc:spChg>
        <pc:spChg chg="add mod">
          <ac:chgData name="Stella Shipman" userId="19288fed-0e4e-472d-9b56-f595db8c85c2" providerId="ADAL" clId="{6509F2F2-A6AE-D243-8CA6-0C672EBE8F6B}" dt="2026-04-15T18:32:26.232" v="4414" actId="1076"/>
          <ac:spMkLst>
            <pc:docMk/>
            <pc:sldMk cId="3087636483" sldId="370"/>
            <ac:spMk id="31" creationId="{A23E4918-333E-D8C3-2E14-6BF550E49588}"/>
          </ac:spMkLst>
        </pc:spChg>
        <pc:grpChg chg="topLvl">
          <ac:chgData name="Stella Shipman" userId="19288fed-0e4e-472d-9b56-f595db8c85c2" providerId="ADAL" clId="{6509F2F2-A6AE-D243-8CA6-0C672EBE8F6B}" dt="2026-04-13T19:37:07.682" v="1377" actId="165"/>
          <ac:grpSpMkLst>
            <pc:docMk/>
            <pc:sldMk cId="3087636483" sldId="370"/>
            <ac:grpSpMk id="27" creationId="{9CE4A19F-829C-986E-FD9F-5D0E7BE032E9}"/>
          </ac:grpSpMkLst>
        </pc:grpChg>
        <pc:grpChg chg="add mod">
          <ac:chgData name="Stella Shipman" userId="19288fed-0e4e-472d-9b56-f595db8c85c2" providerId="ADAL" clId="{6509F2F2-A6AE-D243-8CA6-0C672EBE8F6B}" dt="2026-04-13T19:28:08.188" v="1251" actId="1076"/>
          <ac:grpSpMkLst>
            <pc:docMk/>
            <pc:sldMk cId="3087636483" sldId="370"/>
            <ac:grpSpMk id="28" creationId="{4E42923A-3B1B-0D6A-7D61-3CC9D1BF930A}"/>
          </ac:grpSpMkLst>
        </pc:grpChg>
        <pc:grpChg chg="add mod">
          <ac:chgData name="Stella Shipman" userId="19288fed-0e4e-472d-9b56-f595db8c85c2" providerId="ADAL" clId="{6509F2F2-A6AE-D243-8CA6-0C672EBE8F6B}" dt="2026-04-15T19:17:54.308" v="4869" actId="1076"/>
          <ac:grpSpMkLst>
            <pc:docMk/>
            <pc:sldMk cId="3087636483" sldId="370"/>
            <ac:grpSpMk id="33" creationId="{1DAF9372-17EF-50FB-3EF8-1FF7F768DCF8}"/>
          </ac:grpSpMkLst>
        </pc:grpChg>
        <pc:grpChg chg="add">
          <ac:chgData name="Stella Shipman" userId="19288fed-0e4e-472d-9b56-f595db8c85c2" providerId="ADAL" clId="{6509F2F2-A6AE-D243-8CA6-0C672EBE8F6B}" dt="2026-04-13T19:37:09.849" v="1378" actId="164"/>
          <ac:grpSpMkLst>
            <pc:docMk/>
            <pc:sldMk cId="3087636483" sldId="370"/>
            <ac:grpSpMk id="34" creationId="{3E95F222-FF09-4CCD-8512-CB1441B40869}"/>
          </ac:grpSpMkLst>
        </pc:grpChg>
        <pc:grpChg chg="add mod">
          <ac:chgData name="Stella Shipman" userId="19288fed-0e4e-472d-9b56-f595db8c85c2" providerId="ADAL" clId="{6509F2F2-A6AE-D243-8CA6-0C672EBE8F6B}" dt="2026-04-15T18:32:09.202" v="4410" actId="1076"/>
          <ac:grpSpMkLst>
            <pc:docMk/>
            <pc:sldMk cId="3087636483" sldId="370"/>
            <ac:grpSpMk id="35" creationId="{FC6AA497-5C83-06A6-144D-9B376D7D3F86}"/>
          </ac:grpSpMkLst>
        </pc:grpChg>
        <pc:picChg chg="add mod topLvl modCrop">
          <ac:chgData name="Stella Shipman" userId="19288fed-0e4e-472d-9b56-f595db8c85c2" providerId="ADAL" clId="{6509F2F2-A6AE-D243-8CA6-0C672EBE8F6B}" dt="2026-04-15T18:32:40.846" v="4416" actId="1076"/>
          <ac:picMkLst>
            <pc:docMk/>
            <pc:sldMk cId="3087636483" sldId="370"/>
            <ac:picMk id="4" creationId="{E7958E00-2738-448A-0EFC-FDF9739351BC}"/>
          </ac:picMkLst>
        </pc:picChg>
        <pc:picChg chg="add mod topLvl modCrop">
          <ac:chgData name="Stella Shipman" userId="19288fed-0e4e-472d-9b56-f595db8c85c2" providerId="ADAL" clId="{6509F2F2-A6AE-D243-8CA6-0C672EBE8F6B}" dt="2026-04-15T18:31:23.285" v="4406" actId="1076"/>
          <ac:picMkLst>
            <pc:docMk/>
            <pc:sldMk cId="3087636483" sldId="370"/>
            <ac:picMk id="10" creationId="{0D2D60CB-4478-05AB-6B6A-33BE39AB16C9}"/>
          </ac:picMkLst>
        </pc:picChg>
        <pc:picChg chg="add mod modCrop">
          <ac:chgData name="Stella Shipman" userId="19288fed-0e4e-472d-9b56-f595db8c85c2" providerId="ADAL" clId="{6509F2F2-A6AE-D243-8CA6-0C672EBE8F6B}" dt="2026-04-13T19:26:27.240" v="1231" actId="14100"/>
          <ac:picMkLst>
            <pc:docMk/>
            <pc:sldMk cId="3087636483" sldId="370"/>
            <ac:picMk id="12" creationId="{33A29354-4A40-AECE-8166-8A8982E26D84}"/>
          </ac:picMkLst>
        </pc:picChg>
        <pc:cxnChg chg="add del mod">
          <ac:chgData name="Stella Shipman" userId="19288fed-0e4e-472d-9b56-f595db8c85c2" providerId="ADAL" clId="{6509F2F2-A6AE-D243-8CA6-0C672EBE8F6B}" dt="2026-04-15T19:18:00.003" v="4878" actId="478"/>
          <ac:cxnSpMkLst>
            <pc:docMk/>
            <pc:sldMk cId="3087636483" sldId="370"/>
            <ac:cxnSpMk id="5" creationId="{F3A44ECE-AEA0-1710-4D69-AB7434578E3F}"/>
          </ac:cxnSpMkLst>
        </pc:cxnChg>
        <pc:cxnChg chg="add del mod">
          <ac:chgData name="Stella Shipman" userId="19288fed-0e4e-472d-9b56-f595db8c85c2" providerId="ADAL" clId="{6509F2F2-A6AE-D243-8CA6-0C672EBE8F6B}" dt="2026-04-15T19:18:01.541" v="4880" actId="478"/>
          <ac:cxnSpMkLst>
            <pc:docMk/>
            <pc:sldMk cId="3087636483" sldId="370"/>
            <ac:cxnSpMk id="41" creationId="{F60CDD67-AD2E-6743-03FC-1B2C0639E1F4}"/>
          </ac:cxnSpMkLst>
        </pc:cxnChg>
      </pc:sldChg>
      <pc:sldChg chg="addSp delSp modSp mod addCm modNotesTx">
        <pc:chgData name="Stella Shipman" userId="19288fed-0e4e-472d-9b56-f595db8c85c2" providerId="ADAL" clId="{6509F2F2-A6AE-D243-8CA6-0C672EBE8F6B}" dt="2026-04-21T20:27:33.388" v="4961" actId="20577"/>
        <pc:sldMkLst>
          <pc:docMk/>
          <pc:sldMk cId="4055011505" sldId="373"/>
        </pc:sldMkLst>
        <pc:spChg chg="mod">
          <ac:chgData name="Stella Shipman" userId="19288fed-0e4e-472d-9b56-f595db8c85c2" providerId="ADAL" clId="{6509F2F2-A6AE-D243-8CA6-0C672EBE8F6B}" dt="2026-04-13T17:42:06.240" v="55" actId="1076"/>
          <ac:spMkLst>
            <pc:docMk/>
            <pc:sldMk cId="4055011505" sldId="373"/>
            <ac:spMk id="6" creationId="{7E2A5DAD-0B65-A18B-B981-68590C659F9F}"/>
          </ac:spMkLst>
        </pc:spChg>
        <pc:spChg chg="add mod">
          <ac:chgData name="Stella Shipman" userId="19288fed-0e4e-472d-9b56-f595db8c85c2" providerId="ADAL" clId="{6509F2F2-A6AE-D243-8CA6-0C672EBE8F6B}" dt="2026-04-15T18:46:55.138" v="4601" actId="1076"/>
          <ac:spMkLst>
            <pc:docMk/>
            <pc:sldMk cId="4055011505" sldId="373"/>
            <ac:spMk id="7" creationId="{0B834C07-5CEC-1AA7-C2A4-E63124369EC6}"/>
          </ac:spMkLst>
        </pc:spChg>
        <pc:spChg chg="mod">
          <ac:chgData name="Stella Shipman" userId="19288fed-0e4e-472d-9b56-f595db8c85c2" providerId="ADAL" clId="{6509F2F2-A6AE-D243-8CA6-0C672EBE8F6B}" dt="2026-04-15T18:46:55.138" v="4601" actId="1076"/>
          <ac:spMkLst>
            <pc:docMk/>
            <pc:sldMk cId="4055011505" sldId="373"/>
            <ac:spMk id="8" creationId="{BB342C46-BFE8-2661-60D5-C5016B0E0552}"/>
          </ac:spMkLst>
        </pc:spChg>
        <pc:spChg chg="mod">
          <ac:chgData name="Stella Shipman" userId="19288fed-0e4e-472d-9b56-f595db8c85c2" providerId="ADAL" clId="{6509F2F2-A6AE-D243-8CA6-0C672EBE8F6B}" dt="2026-04-15T18:49:12.888" v="4631" actId="1076"/>
          <ac:spMkLst>
            <pc:docMk/>
            <pc:sldMk cId="4055011505" sldId="373"/>
            <ac:spMk id="10" creationId="{013D5211-0BEB-3B8A-331F-DBD84344811F}"/>
          </ac:spMkLst>
        </pc:spChg>
        <pc:spChg chg="mod">
          <ac:chgData name="Stella Shipman" userId="19288fed-0e4e-472d-9b56-f595db8c85c2" providerId="ADAL" clId="{6509F2F2-A6AE-D243-8CA6-0C672EBE8F6B}" dt="2026-04-15T18:46:55.138" v="4601" actId="1076"/>
          <ac:spMkLst>
            <pc:docMk/>
            <pc:sldMk cId="4055011505" sldId="373"/>
            <ac:spMk id="12" creationId="{30DAA5D0-FD15-7362-B18D-8A01898C34FD}"/>
          </ac:spMkLst>
        </pc:spChg>
        <pc:spChg chg="mod">
          <ac:chgData name="Stella Shipman" userId="19288fed-0e4e-472d-9b56-f595db8c85c2" providerId="ADAL" clId="{6509F2F2-A6AE-D243-8CA6-0C672EBE8F6B}" dt="2026-04-15T18:49:12.888" v="4631" actId="1076"/>
          <ac:spMkLst>
            <pc:docMk/>
            <pc:sldMk cId="4055011505" sldId="373"/>
            <ac:spMk id="14" creationId="{9379308C-86D9-166B-E592-A40A0F2897A5}"/>
          </ac:spMkLst>
        </pc:spChg>
        <pc:spChg chg="mod">
          <ac:chgData name="Stella Shipman" userId="19288fed-0e4e-472d-9b56-f595db8c85c2" providerId="ADAL" clId="{6509F2F2-A6AE-D243-8CA6-0C672EBE8F6B}" dt="2026-04-15T18:53:29.333" v="4667" actId="14100"/>
          <ac:spMkLst>
            <pc:docMk/>
            <pc:sldMk cId="4055011505" sldId="373"/>
            <ac:spMk id="15" creationId="{8CAE5311-7DE2-05BA-5AE2-5CF3D8C6FDC4}"/>
          </ac:spMkLst>
        </pc:spChg>
        <pc:spChg chg="add mod">
          <ac:chgData name="Stella Shipman" userId="19288fed-0e4e-472d-9b56-f595db8c85c2" providerId="ADAL" clId="{6509F2F2-A6AE-D243-8CA6-0C672EBE8F6B}" dt="2026-04-15T18:54:00.230" v="4673" actId="12788"/>
          <ac:spMkLst>
            <pc:docMk/>
            <pc:sldMk cId="4055011505" sldId="373"/>
            <ac:spMk id="18" creationId="{F43B4A16-727B-24D8-4195-98C496E1A396}"/>
          </ac:spMkLst>
        </pc:spChg>
        <pc:spChg chg="mod">
          <ac:chgData name="Stella Shipman" userId="19288fed-0e4e-472d-9b56-f595db8c85c2" providerId="ADAL" clId="{6509F2F2-A6AE-D243-8CA6-0C672EBE8F6B}" dt="2026-04-15T18:52:47.745" v="4659" actId="14100"/>
          <ac:spMkLst>
            <pc:docMk/>
            <pc:sldMk cId="4055011505" sldId="373"/>
            <ac:spMk id="23" creationId="{F0D6CD14-CE55-BBEB-9E6A-4C6D9ACF5BE3}"/>
          </ac:spMkLst>
        </pc:spChg>
        <pc:spChg chg="mod">
          <ac:chgData name="Stella Shipman" userId="19288fed-0e4e-472d-9b56-f595db8c85c2" providerId="ADAL" clId="{6509F2F2-A6AE-D243-8CA6-0C672EBE8F6B}" dt="2026-04-15T18:46:55.138" v="4601" actId="1076"/>
          <ac:spMkLst>
            <pc:docMk/>
            <pc:sldMk cId="4055011505" sldId="373"/>
            <ac:spMk id="25" creationId="{67B56A3E-27FE-D719-34AF-BA1929CC8336}"/>
          </ac:spMkLst>
        </pc:spChg>
        <pc:spChg chg="mod">
          <ac:chgData name="Stella Shipman" userId="19288fed-0e4e-472d-9b56-f595db8c85c2" providerId="ADAL" clId="{6509F2F2-A6AE-D243-8CA6-0C672EBE8F6B}" dt="2026-04-15T18:46:55.138" v="4601" actId="1076"/>
          <ac:spMkLst>
            <pc:docMk/>
            <pc:sldMk cId="4055011505" sldId="373"/>
            <ac:spMk id="27" creationId="{4768FE8D-A2A8-EDE1-7527-2E1B8A710F2C}"/>
          </ac:spMkLst>
        </pc:spChg>
        <pc:spChg chg="mod">
          <ac:chgData name="Stella Shipman" userId="19288fed-0e4e-472d-9b56-f595db8c85c2" providerId="ADAL" clId="{6509F2F2-A6AE-D243-8CA6-0C672EBE8F6B}" dt="2026-04-15T18:54:04.194" v="4674" actId="12788"/>
          <ac:spMkLst>
            <pc:docMk/>
            <pc:sldMk cId="4055011505" sldId="373"/>
            <ac:spMk id="46" creationId="{FF24246B-DBB1-84E2-7E91-18EB5FA859B4}"/>
          </ac:spMkLst>
        </pc:spChg>
        <pc:grpChg chg="mod">
          <ac:chgData name="Stella Shipman" userId="19288fed-0e4e-472d-9b56-f595db8c85c2" providerId="ADAL" clId="{6509F2F2-A6AE-D243-8CA6-0C672EBE8F6B}" dt="2026-04-15T18:49:12.888" v="4631" actId="1076"/>
          <ac:grpSpMkLst>
            <pc:docMk/>
            <pc:sldMk cId="4055011505" sldId="373"/>
            <ac:grpSpMk id="24" creationId="{B9B5F70F-4EBD-244D-3AE3-72A757B78D70}"/>
          </ac:grpSpMkLst>
        </pc:grpChg>
        <pc:grpChg chg="mod">
          <ac:chgData name="Stella Shipman" userId="19288fed-0e4e-472d-9b56-f595db8c85c2" providerId="ADAL" clId="{6509F2F2-A6AE-D243-8CA6-0C672EBE8F6B}" dt="2026-04-15T18:46:55.138" v="4601" actId="1076"/>
          <ac:grpSpMkLst>
            <pc:docMk/>
            <pc:sldMk cId="4055011505" sldId="373"/>
            <ac:grpSpMk id="30" creationId="{5FDEE4F9-A87A-62B0-FE0E-BE173A95E8C8}"/>
          </ac:grpSpMkLst>
        </pc:grpChg>
        <pc:picChg chg="mod">
          <ac:chgData name="Stella Shipman" userId="19288fed-0e4e-472d-9b56-f595db8c85c2" providerId="ADAL" clId="{6509F2F2-A6AE-D243-8CA6-0C672EBE8F6B}" dt="2026-04-13T17:42:11.544" v="56" actId="1076"/>
          <ac:picMkLst>
            <pc:docMk/>
            <pc:sldMk cId="4055011505" sldId="373"/>
            <ac:picMk id="2" creationId="{D1D1EB91-0495-D595-10E8-AA281A7D1E78}"/>
          </ac:picMkLst>
        </pc:picChg>
        <pc:picChg chg="mod">
          <ac:chgData name="Stella Shipman" userId="19288fed-0e4e-472d-9b56-f595db8c85c2" providerId="ADAL" clId="{6509F2F2-A6AE-D243-8CA6-0C672EBE8F6B}" dt="2026-04-15T18:51:46.615" v="4649" actId="1076"/>
          <ac:picMkLst>
            <pc:docMk/>
            <pc:sldMk cId="4055011505" sldId="373"/>
            <ac:picMk id="3" creationId="{982CD7CD-16E6-9409-D4A1-750623540BFE}"/>
          </ac:picMkLst>
        </pc:picChg>
        <pc:picChg chg="mod">
          <ac:chgData name="Stella Shipman" userId="19288fed-0e4e-472d-9b56-f595db8c85c2" providerId="ADAL" clId="{6509F2F2-A6AE-D243-8CA6-0C672EBE8F6B}" dt="2026-04-15T18:49:12.888" v="4631" actId="1076"/>
          <ac:picMkLst>
            <pc:docMk/>
            <pc:sldMk cId="4055011505" sldId="373"/>
            <ac:picMk id="3076" creationId="{5F3B719B-19C0-4897-A4B8-50C470E341A5}"/>
          </ac:picMkLst>
        </pc:picChg>
        <pc:picChg chg="mod">
          <ac:chgData name="Stella Shipman" userId="19288fed-0e4e-472d-9b56-f595db8c85c2" providerId="ADAL" clId="{6509F2F2-A6AE-D243-8CA6-0C672EBE8F6B}" dt="2026-04-15T18:49:12.888" v="4631" actId="1076"/>
          <ac:picMkLst>
            <pc:docMk/>
            <pc:sldMk cId="4055011505" sldId="373"/>
            <ac:picMk id="3078" creationId="{EEEE15AA-BE09-426E-4707-8BAAFFB793D4}"/>
          </ac:picMkLst>
        </pc:picChg>
        <pc:cxnChg chg="add mod">
          <ac:chgData name="Stella Shipman" userId="19288fed-0e4e-472d-9b56-f595db8c85c2" providerId="ADAL" clId="{6509F2F2-A6AE-D243-8CA6-0C672EBE8F6B}" dt="2026-04-15T18:52:59.791" v="4662" actId="14100"/>
          <ac:cxnSpMkLst>
            <pc:docMk/>
            <pc:sldMk cId="4055011505" sldId="373"/>
            <ac:cxnSpMk id="19" creationId="{4BC15757-F8A5-A10D-E635-B5C4986BC06C}"/>
          </ac:cxnSpMkLst>
        </pc:cxnChg>
        <pc:cxnChg chg="add mod">
          <ac:chgData name="Stella Shipman" userId="19288fed-0e4e-472d-9b56-f595db8c85c2" providerId="ADAL" clId="{6509F2F2-A6AE-D243-8CA6-0C672EBE8F6B}" dt="2026-04-15T18:53:23.652" v="4666" actId="1076"/>
          <ac:cxnSpMkLst>
            <pc:docMk/>
            <pc:sldMk cId="4055011505" sldId="373"/>
            <ac:cxnSpMk id="34" creationId="{70A5F391-1DF4-03DA-BC34-0098B388A490}"/>
          </ac:cxnSpMkLst>
        </pc:cxnChg>
        <pc:extLst>
          <p:ext xmlns:p="http://schemas.openxmlformats.org/presentationml/2006/main" uri="{D6D511B9-2390-475A-947B-AFAB55BFBCF1}">
            <pc226:cmChg xmlns:pc226="http://schemas.microsoft.com/office/powerpoint/2022/06/main/command" chg="add">
              <pc226:chgData name="Stella Shipman" userId="19288fed-0e4e-472d-9b56-f595db8c85c2" providerId="ADAL" clId="{6509F2F2-A6AE-D243-8CA6-0C672EBE8F6B}" dt="2026-04-13T17:44:10.952" v="184"/>
              <pc2:cmMkLst xmlns:pc2="http://schemas.microsoft.com/office/powerpoint/2019/9/main/command">
                <pc:docMk/>
                <pc:sldMk cId="4055011505" sldId="373"/>
                <pc2:cmMk id="{AE84E06B-4357-1747-8C72-BC24D20E3ECD}"/>
              </pc2:cmMkLst>
            </pc226:cmChg>
          </p:ext>
        </pc:extLst>
      </pc:sldChg>
      <pc:sldChg chg="addSp modSp mod modNotesTx">
        <pc:chgData name="Stella Shipman" userId="19288fed-0e4e-472d-9b56-f595db8c85c2" providerId="ADAL" clId="{6509F2F2-A6AE-D243-8CA6-0C672EBE8F6B}" dt="2026-04-21T20:27:52.510" v="4965" actId="20577"/>
        <pc:sldMkLst>
          <pc:docMk/>
          <pc:sldMk cId="3882881429" sldId="376"/>
        </pc:sldMkLst>
        <pc:spChg chg="mod">
          <ac:chgData name="Stella Shipman" userId="19288fed-0e4e-472d-9b56-f595db8c85c2" providerId="ADAL" clId="{6509F2F2-A6AE-D243-8CA6-0C672EBE8F6B}" dt="2026-04-13T22:12:41.576" v="3093" actId="20577"/>
          <ac:spMkLst>
            <pc:docMk/>
            <pc:sldMk cId="3882881429" sldId="376"/>
            <ac:spMk id="3" creationId="{6170C0A5-FBA7-4E60-7CDD-B91475D02C07}"/>
          </ac:spMkLst>
        </pc:spChg>
        <pc:spChg chg="add mod">
          <ac:chgData name="Stella Shipman" userId="19288fed-0e4e-472d-9b56-f595db8c85c2" providerId="ADAL" clId="{6509F2F2-A6AE-D243-8CA6-0C672EBE8F6B}" dt="2026-04-13T17:46:01.717" v="192" actId="207"/>
          <ac:spMkLst>
            <pc:docMk/>
            <pc:sldMk cId="3882881429" sldId="376"/>
            <ac:spMk id="5" creationId="{5F47D7B6-014E-1C19-F247-936313AB6025}"/>
          </ac:spMkLst>
        </pc:spChg>
      </pc:sldChg>
      <pc:sldChg chg="addSp modSp mod modNotesTx">
        <pc:chgData name="Stella Shipman" userId="19288fed-0e4e-472d-9b56-f595db8c85c2" providerId="ADAL" clId="{6509F2F2-A6AE-D243-8CA6-0C672EBE8F6B}" dt="2026-04-21T20:28:23.410" v="4987" actId="20577"/>
        <pc:sldMkLst>
          <pc:docMk/>
          <pc:sldMk cId="2290638834" sldId="377"/>
        </pc:sldMkLst>
        <pc:spChg chg="mod">
          <ac:chgData name="Stella Shipman" userId="19288fed-0e4e-472d-9b56-f595db8c85c2" providerId="ADAL" clId="{6509F2F2-A6AE-D243-8CA6-0C672EBE8F6B}" dt="2026-04-13T22:12:49.329" v="3099" actId="20577"/>
          <ac:spMkLst>
            <pc:docMk/>
            <pc:sldMk cId="2290638834" sldId="377"/>
            <ac:spMk id="3" creationId="{6170C0A5-FBA7-4E60-7CDD-B91475D02C07}"/>
          </ac:spMkLst>
        </pc:spChg>
        <pc:spChg chg="add mod">
          <ac:chgData name="Stella Shipman" userId="19288fed-0e4e-472d-9b56-f595db8c85c2" providerId="ADAL" clId="{6509F2F2-A6AE-D243-8CA6-0C672EBE8F6B}" dt="2026-04-13T18:08:43.601" v="306"/>
          <ac:spMkLst>
            <pc:docMk/>
            <pc:sldMk cId="2290638834" sldId="377"/>
            <ac:spMk id="5" creationId="{3FBB7D99-83ED-4368-716A-123DDD418B22}"/>
          </ac:spMkLst>
        </pc:spChg>
      </pc:sldChg>
      <pc:sldChg chg="addSp modSp mod">
        <pc:chgData name="Stella Shipman" userId="19288fed-0e4e-472d-9b56-f595db8c85c2" providerId="ADAL" clId="{6509F2F2-A6AE-D243-8CA6-0C672EBE8F6B}" dt="2026-04-13T22:12:58.698" v="3106" actId="20577"/>
        <pc:sldMkLst>
          <pc:docMk/>
          <pc:sldMk cId="413199012" sldId="378"/>
        </pc:sldMkLst>
        <pc:spChg chg="mod">
          <ac:chgData name="Stella Shipman" userId="19288fed-0e4e-472d-9b56-f595db8c85c2" providerId="ADAL" clId="{6509F2F2-A6AE-D243-8CA6-0C672EBE8F6B}" dt="2026-04-13T22:12:58.698" v="3106" actId="20577"/>
          <ac:spMkLst>
            <pc:docMk/>
            <pc:sldMk cId="413199012" sldId="378"/>
            <ac:spMk id="3" creationId="{6170C0A5-FBA7-4E60-7CDD-B91475D02C07}"/>
          </ac:spMkLst>
        </pc:spChg>
        <pc:spChg chg="add mod">
          <ac:chgData name="Stella Shipman" userId="19288fed-0e4e-472d-9b56-f595db8c85c2" providerId="ADAL" clId="{6509F2F2-A6AE-D243-8CA6-0C672EBE8F6B}" dt="2026-04-13T19:44:48.897" v="1421"/>
          <ac:spMkLst>
            <pc:docMk/>
            <pc:sldMk cId="413199012" sldId="378"/>
            <ac:spMk id="5" creationId="{3420878D-EE9C-B1D5-94E1-A4BB5389029F}"/>
          </ac:spMkLst>
        </pc:spChg>
      </pc:sldChg>
      <pc:sldChg chg="addSp modSp">
        <pc:chgData name="Stella Shipman" userId="19288fed-0e4e-472d-9b56-f595db8c85c2" providerId="ADAL" clId="{6509F2F2-A6AE-D243-8CA6-0C672EBE8F6B}" dt="2026-04-13T18:06:15.495" v="305"/>
        <pc:sldMkLst>
          <pc:docMk/>
          <pc:sldMk cId="210380557" sldId="380"/>
        </pc:sldMkLst>
        <pc:spChg chg="add mod">
          <ac:chgData name="Stella Shipman" userId="19288fed-0e4e-472d-9b56-f595db8c85c2" providerId="ADAL" clId="{6509F2F2-A6AE-D243-8CA6-0C672EBE8F6B}" dt="2026-04-13T18:06:15.495" v="305"/>
          <ac:spMkLst>
            <pc:docMk/>
            <pc:sldMk cId="210380557" sldId="380"/>
            <ac:spMk id="5" creationId="{0DFA167F-2A14-520F-81C9-E7E6ABB515EF}"/>
          </ac:spMkLst>
        </pc:spChg>
      </pc:sldChg>
      <pc:sldChg chg="addSp modSp modNotesTx">
        <pc:chgData name="Stella Shipman" userId="19288fed-0e4e-472d-9b56-f595db8c85c2" providerId="ADAL" clId="{6509F2F2-A6AE-D243-8CA6-0C672EBE8F6B}" dt="2026-04-21T20:30:36.545" v="5099" actId="20577"/>
        <pc:sldMkLst>
          <pc:docMk/>
          <pc:sldMk cId="3838421273" sldId="381"/>
        </pc:sldMkLst>
        <pc:spChg chg="add mod">
          <ac:chgData name="Stella Shipman" userId="19288fed-0e4e-472d-9b56-f595db8c85c2" providerId="ADAL" clId="{6509F2F2-A6AE-D243-8CA6-0C672EBE8F6B}" dt="2026-04-13T21:21:07.128" v="2992"/>
          <ac:spMkLst>
            <pc:docMk/>
            <pc:sldMk cId="3838421273" sldId="381"/>
            <ac:spMk id="2" creationId="{76F016AA-31BD-5FD4-59A7-FC557FF0AD36}"/>
          </ac:spMkLst>
        </pc:spChg>
      </pc:sldChg>
      <pc:sldChg chg="addSp delSp modSp mod ord modClrScheme modShow chgLayout">
        <pc:chgData name="Stella Shipman" userId="19288fed-0e4e-472d-9b56-f595db8c85c2" providerId="ADAL" clId="{6509F2F2-A6AE-D243-8CA6-0C672EBE8F6B}" dt="2026-04-13T20:55:44.861" v="2654" actId="20578"/>
        <pc:sldMkLst>
          <pc:docMk/>
          <pc:sldMk cId="2686599655" sldId="382"/>
        </pc:sldMkLst>
        <pc:spChg chg="mod ord">
          <ac:chgData name="Stella Shipman" userId="19288fed-0e4e-472d-9b56-f595db8c85c2" providerId="ADAL" clId="{6509F2F2-A6AE-D243-8CA6-0C672EBE8F6B}" dt="2026-04-13T20:36:25.227" v="2140" actId="1076"/>
          <ac:spMkLst>
            <pc:docMk/>
            <pc:sldMk cId="2686599655" sldId="382"/>
            <ac:spMk id="2" creationId="{D795427D-0EBB-174C-5165-92C6A8E69A6E}"/>
          </ac:spMkLst>
        </pc:spChg>
        <pc:spChg chg="mod ord">
          <ac:chgData name="Stella Shipman" userId="19288fed-0e4e-472d-9b56-f595db8c85c2" providerId="ADAL" clId="{6509F2F2-A6AE-D243-8CA6-0C672EBE8F6B}" dt="2026-04-13T20:31:55.121" v="2083" actId="700"/>
          <ac:spMkLst>
            <pc:docMk/>
            <pc:sldMk cId="2686599655" sldId="382"/>
            <ac:spMk id="4" creationId="{D370EF78-667E-C54D-4647-BE50A58B03DD}"/>
          </ac:spMkLst>
        </pc:spChg>
        <pc:spChg chg="add del mod ord">
          <ac:chgData name="Stella Shipman" userId="19288fed-0e4e-472d-9b56-f595db8c85c2" providerId="ADAL" clId="{6509F2F2-A6AE-D243-8CA6-0C672EBE8F6B}" dt="2026-04-13T20:31:55.121" v="2083" actId="700"/>
          <ac:spMkLst>
            <pc:docMk/>
            <pc:sldMk cId="2686599655" sldId="382"/>
            <ac:spMk id="5" creationId="{0709890B-21CB-154C-7E49-10224C6DB491}"/>
          </ac:spMkLst>
        </pc:spChg>
        <pc:spChg chg="add mod">
          <ac:chgData name="Stella Shipman" userId="19288fed-0e4e-472d-9b56-f595db8c85c2" providerId="ADAL" clId="{6509F2F2-A6AE-D243-8CA6-0C672EBE8F6B}" dt="2026-04-13T19:45:26.472" v="1423"/>
          <ac:spMkLst>
            <pc:docMk/>
            <pc:sldMk cId="2686599655" sldId="382"/>
            <ac:spMk id="6" creationId="{24812160-4425-990F-6876-A2576862062C}"/>
          </ac:spMkLst>
        </pc:spChg>
        <pc:spChg chg="add mod">
          <ac:chgData name="Stella Shipman" userId="19288fed-0e4e-472d-9b56-f595db8c85c2" providerId="ADAL" clId="{6509F2F2-A6AE-D243-8CA6-0C672EBE8F6B}" dt="2026-04-13T20:36:47.303" v="2145" actId="113"/>
          <ac:spMkLst>
            <pc:docMk/>
            <pc:sldMk cId="2686599655" sldId="382"/>
            <ac:spMk id="9" creationId="{8B62DF5A-8832-3649-D198-E169192C8C11}"/>
          </ac:spMkLst>
        </pc:spChg>
        <pc:spChg chg="add mod">
          <ac:chgData name="Stella Shipman" userId="19288fed-0e4e-472d-9b56-f595db8c85c2" providerId="ADAL" clId="{6509F2F2-A6AE-D243-8CA6-0C672EBE8F6B}" dt="2026-04-13T20:36:38.938" v="2144" actId="1076"/>
          <ac:spMkLst>
            <pc:docMk/>
            <pc:sldMk cId="2686599655" sldId="382"/>
            <ac:spMk id="13" creationId="{2B0DE425-0F7E-176A-F747-7733CCBA7A52}"/>
          </ac:spMkLst>
        </pc:spChg>
        <pc:spChg chg="add mod">
          <ac:chgData name="Stella Shipman" userId="19288fed-0e4e-472d-9b56-f595db8c85c2" providerId="ADAL" clId="{6509F2F2-A6AE-D243-8CA6-0C672EBE8F6B}" dt="2026-04-13T20:36:50.126" v="2146" actId="113"/>
          <ac:spMkLst>
            <pc:docMk/>
            <pc:sldMk cId="2686599655" sldId="382"/>
            <ac:spMk id="17" creationId="{B414712B-C58A-09AE-6993-079AE05E58BB}"/>
          </ac:spMkLst>
        </pc:spChg>
        <pc:spChg chg="add mod">
          <ac:chgData name="Stella Shipman" userId="19288fed-0e4e-472d-9b56-f595db8c85c2" providerId="ADAL" clId="{6509F2F2-A6AE-D243-8CA6-0C672EBE8F6B}" dt="2026-04-13T20:35:50.664" v="2129" actId="1076"/>
          <ac:spMkLst>
            <pc:docMk/>
            <pc:sldMk cId="2686599655" sldId="382"/>
            <ac:spMk id="18" creationId="{308F68A1-A60A-7410-6CFD-BE687702EDA4}"/>
          </ac:spMkLst>
        </pc:spChg>
        <pc:spChg chg="add del mod topLvl">
          <ac:chgData name="Stella Shipman" userId="19288fed-0e4e-472d-9b56-f595db8c85c2" providerId="ADAL" clId="{6509F2F2-A6AE-D243-8CA6-0C672EBE8F6B}" dt="2026-04-13T20:34:35.936" v="2114" actId="478"/>
          <ac:spMkLst>
            <pc:docMk/>
            <pc:sldMk cId="2686599655" sldId="382"/>
            <ac:spMk id="34" creationId="{4515E09F-AA49-35E8-8250-36BF8890FDD0}"/>
          </ac:spMkLst>
        </pc:spChg>
        <pc:picChg chg="add mod modCrop">
          <ac:chgData name="Stella Shipman" userId="19288fed-0e4e-472d-9b56-f595db8c85c2" providerId="ADAL" clId="{6509F2F2-A6AE-D243-8CA6-0C672EBE8F6B}" dt="2026-04-13T20:38:05.893" v="2157" actId="1076"/>
          <ac:picMkLst>
            <pc:docMk/>
            <pc:sldMk cId="2686599655" sldId="382"/>
            <ac:picMk id="19" creationId="{05B8394D-0081-ED79-5614-59DD2A8B8D9F}"/>
          </ac:picMkLst>
        </pc:picChg>
        <pc:picChg chg="add del mod topLvl modCrop">
          <ac:chgData name="Stella Shipman" userId="19288fed-0e4e-472d-9b56-f595db8c85c2" providerId="ADAL" clId="{6509F2F2-A6AE-D243-8CA6-0C672EBE8F6B}" dt="2026-04-13T20:37:59.343" v="2156" actId="1076"/>
          <ac:picMkLst>
            <pc:docMk/>
            <pc:sldMk cId="2686599655" sldId="382"/>
            <ac:picMk id="33" creationId="{14D30921-E3BE-2077-8B4D-497EF27F39C3}"/>
          </ac:picMkLst>
        </pc:picChg>
      </pc:sldChg>
      <pc:sldChg chg="addSp modSp mod modNotesTx">
        <pc:chgData name="Stella Shipman" userId="19288fed-0e4e-472d-9b56-f595db8c85c2" providerId="ADAL" clId="{6509F2F2-A6AE-D243-8CA6-0C672EBE8F6B}" dt="2026-04-21T20:29:01.241" v="5023" actId="20577"/>
        <pc:sldMkLst>
          <pc:docMk/>
          <pc:sldMk cId="3696726048" sldId="383"/>
        </pc:sldMkLst>
        <pc:spChg chg="mod">
          <ac:chgData name="Stella Shipman" userId="19288fed-0e4e-472d-9b56-f595db8c85c2" providerId="ADAL" clId="{6509F2F2-A6AE-D243-8CA6-0C672EBE8F6B}" dt="2026-04-13T20:58:15.608" v="2696" actId="948"/>
          <ac:spMkLst>
            <pc:docMk/>
            <pc:sldMk cId="3696726048" sldId="383"/>
            <ac:spMk id="3" creationId="{967175E0-574A-41F8-95B8-6DB34FD75CAC}"/>
          </ac:spMkLst>
        </pc:spChg>
        <pc:spChg chg="mod">
          <ac:chgData name="Stella Shipman" userId="19288fed-0e4e-472d-9b56-f595db8c85c2" providerId="ADAL" clId="{6509F2F2-A6AE-D243-8CA6-0C672EBE8F6B}" dt="2026-04-13T20:59:40.205" v="2706"/>
          <ac:spMkLst>
            <pc:docMk/>
            <pc:sldMk cId="3696726048" sldId="383"/>
            <ac:spMk id="4" creationId="{932B80FD-3468-EBA4-F694-9E0327453905}"/>
          </ac:spMkLst>
        </pc:spChg>
        <pc:spChg chg="add mod">
          <ac:chgData name="Stella Shipman" userId="19288fed-0e4e-472d-9b56-f595db8c85c2" providerId="ADAL" clId="{6509F2F2-A6AE-D243-8CA6-0C672EBE8F6B}" dt="2026-04-13T20:59:52.512" v="2709"/>
          <ac:spMkLst>
            <pc:docMk/>
            <pc:sldMk cId="3696726048" sldId="383"/>
            <ac:spMk id="9" creationId="{7FA070CE-7A14-EC36-9183-D42EA8566542}"/>
          </ac:spMkLst>
        </pc:spChg>
        <pc:picChg chg="mod">
          <ac:chgData name="Stella Shipman" userId="19288fed-0e4e-472d-9b56-f595db8c85c2" providerId="ADAL" clId="{6509F2F2-A6AE-D243-8CA6-0C672EBE8F6B}" dt="2026-04-15T19:04:38.557" v="4751" actId="1582"/>
          <ac:picMkLst>
            <pc:docMk/>
            <pc:sldMk cId="3696726048" sldId="383"/>
            <ac:picMk id="6" creationId="{E92450DA-9561-12B4-335A-D740800E4A32}"/>
          </ac:picMkLst>
        </pc:picChg>
        <pc:picChg chg="mod">
          <ac:chgData name="Stella Shipman" userId="19288fed-0e4e-472d-9b56-f595db8c85c2" providerId="ADAL" clId="{6509F2F2-A6AE-D243-8CA6-0C672EBE8F6B}" dt="2026-04-15T19:04:43.407" v="4752" actId="1582"/>
          <ac:picMkLst>
            <pc:docMk/>
            <pc:sldMk cId="3696726048" sldId="383"/>
            <ac:picMk id="7" creationId="{69CD60F5-139A-AF85-F55D-4E5CE0373525}"/>
          </ac:picMkLst>
        </pc:picChg>
      </pc:sldChg>
      <pc:sldChg chg="addSp modSp mod modNotesTx">
        <pc:chgData name="Stella Shipman" userId="19288fed-0e4e-472d-9b56-f595db8c85c2" providerId="ADAL" clId="{6509F2F2-A6AE-D243-8CA6-0C672EBE8F6B}" dt="2026-04-21T20:29:35.380" v="5051" actId="20577"/>
        <pc:sldMkLst>
          <pc:docMk/>
          <pc:sldMk cId="977345890" sldId="385"/>
        </pc:sldMkLst>
        <pc:spChg chg="mod">
          <ac:chgData name="Stella Shipman" userId="19288fed-0e4e-472d-9b56-f595db8c85c2" providerId="ADAL" clId="{6509F2F2-A6AE-D243-8CA6-0C672EBE8F6B}" dt="2026-04-13T22:13:18.625" v="3127" actId="20577"/>
          <ac:spMkLst>
            <pc:docMk/>
            <pc:sldMk cId="977345890" sldId="385"/>
            <ac:spMk id="3" creationId="{C43F4869-3DB0-33F1-BAF4-25DDEF6CB9C9}"/>
          </ac:spMkLst>
        </pc:spChg>
        <pc:spChg chg="add mod">
          <ac:chgData name="Stella Shipman" userId="19288fed-0e4e-472d-9b56-f595db8c85c2" providerId="ADAL" clId="{6509F2F2-A6AE-D243-8CA6-0C672EBE8F6B}" dt="2026-04-13T21:20:05.815" v="2978"/>
          <ac:spMkLst>
            <pc:docMk/>
            <pc:sldMk cId="977345890" sldId="385"/>
            <ac:spMk id="5" creationId="{931DC9E5-91E5-E248-3618-AB4E9EEDC0C1}"/>
          </ac:spMkLst>
        </pc:spChg>
      </pc:sldChg>
      <pc:sldChg chg="addSp modSp mod modNotesTx">
        <pc:chgData name="Stella Shipman" userId="19288fed-0e4e-472d-9b56-f595db8c85c2" providerId="ADAL" clId="{6509F2F2-A6AE-D243-8CA6-0C672EBE8F6B}" dt="2026-04-21T20:30:08.237" v="5063" actId="20577"/>
        <pc:sldMkLst>
          <pc:docMk/>
          <pc:sldMk cId="3779944496" sldId="388"/>
        </pc:sldMkLst>
        <pc:spChg chg="mod">
          <ac:chgData name="Stella Shipman" userId="19288fed-0e4e-472d-9b56-f595db8c85c2" providerId="ADAL" clId="{6509F2F2-A6AE-D243-8CA6-0C672EBE8F6B}" dt="2026-04-15T19:19:55.953" v="4901" actId="14100"/>
          <ac:spMkLst>
            <pc:docMk/>
            <pc:sldMk cId="3779944496" sldId="388"/>
            <ac:spMk id="3" creationId="{FA5E7438-2B17-289E-DC99-09D25BCB6769}"/>
          </ac:spMkLst>
        </pc:spChg>
        <pc:spChg chg="mod">
          <ac:chgData name="Stella Shipman" userId="19288fed-0e4e-472d-9b56-f595db8c85c2" providerId="ADAL" clId="{6509F2F2-A6AE-D243-8CA6-0C672EBE8F6B}" dt="2026-04-13T21:20:33.766" v="2981"/>
          <ac:spMkLst>
            <pc:docMk/>
            <pc:sldMk cId="3779944496" sldId="388"/>
            <ac:spMk id="4" creationId="{0E0889A2-BE51-448B-0D32-C9B29908C38C}"/>
          </ac:spMkLst>
        </pc:spChg>
        <pc:spChg chg="add mod">
          <ac:chgData name="Stella Shipman" userId="19288fed-0e4e-472d-9b56-f595db8c85c2" providerId="ADAL" clId="{6509F2F2-A6AE-D243-8CA6-0C672EBE8F6B}" dt="2026-04-13T21:20:57.477" v="2986"/>
          <ac:spMkLst>
            <pc:docMk/>
            <pc:sldMk cId="3779944496" sldId="388"/>
            <ac:spMk id="6" creationId="{E26532C1-69D7-502B-CD07-76B3A00FCEEA}"/>
          </ac:spMkLst>
        </pc:spChg>
        <pc:picChg chg="mod">
          <ac:chgData name="Stella Shipman" userId="19288fed-0e4e-472d-9b56-f595db8c85c2" providerId="ADAL" clId="{6509F2F2-A6AE-D243-8CA6-0C672EBE8F6B}" dt="2026-04-15T19:19:41.242" v="4898" actId="1076"/>
          <ac:picMkLst>
            <pc:docMk/>
            <pc:sldMk cId="3779944496" sldId="388"/>
            <ac:picMk id="7" creationId="{40F3330A-2494-D1F8-55EB-E05BE20B45D5}"/>
          </ac:picMkLst>
        </pc:picChg>
        <pc:cxnChg chg="add mod">
          <ac:chgData name="Stella Shipman" userId="19288fed-0e4e-472d-9b56-f595db8c85c2" providerId="ADAL" clId="{6509F2F2-A6AE-D243-8CA6-0C672EBE8F6B}" dt="2026-04-15T19:19:47.982" v="4900" actId="14100"/>
          <ac:cxnSpMkLst>
            <pc:docMk/>
            <pc:sldMk cId="3779944496" sldId="388"/>
            <ac:cxnSpMk id="8" creationId="{F269E515-196C-2A80-9B7E-AAEFFBD1BA6A}"/>
          </ac:cxnSpMkLst>
        </pc:cxnChg>
      </pc:sldChg>
      <pc:sldChg chg="addSp modSp mod ord modShow">
        <pc:chgData name="Stella Shipman" userId="19288fed-0e4e-472d-9b56-f595db8c85c2" providerId="ADAL" clId="{6509F2F2-A6AE-D243-8CA6-0C672EBE8F6B}" dt="2026-04-14T01:13:34.005" v="3915" actId="20578"/>
        <pc:sldMkLst>
          <pc:docMk/>
          <pc:sldMk cId="1179459693" sldId="389"/>
        </pc:sldMkLst>
        <pc:spChg chg="mod">
          <ac:chgData name="Stella Shipman" userId="19288fed-0e4e-472d-9b56-f595db8c85c2" providerId="ADAL" clId="{6509F2F2-A6AE-D243-8CA6-0C672EBE8F6B}" dt="2026-04-13T22:28:14.810" v="3206"/>
          <ac:spMkLst>
            <pc:docMk/>
            <pc:sldMk cId="1179459693" sldId="389"/>
            <ac:spMk id="2" creationId="{F675CBC0-1BD1-4AFE-B5B1-9183E6663B0D}"/>
          </ac:spMkLst>
        </pc:spChg>
        <pc:spChg chg="mod">
          <ac:chgData name="Stella Shipman" userId="19288fed-0e4e-472d-9b56-f595db8c85c2" providerId="ADAL" clId="{6509F2F2-A6AE-D243-8CA6-0C672EBE8F6B}" dt="2026-04-13T22:29:33.652" v="3209" actId="14100"/>
          <ac:spMkLst>
            <pc:docMk/>
            <pc:sldMk cId="1179459693" sldId="389"/>
            <ac:spMk id="3" creationId="{267E2A4C-0191-8DF1-14D0-81BEB7E0D6BA}"/>
          </ac:spMkLst>
        </pc:spChg>
        <pc:spChg chg="mod">
          <ac:chgData name="Stella Shipman" userId="19288fed-0e4e-472d-9b56-f595db8c85c2" providerId="ADAL" clId="{6509F2F2-A6AE-D243-8CA6-0C672EBE8F6B}" dt="2026-04-13T21:20:39.976" v="2983"/>
          <ac:spMkLst>
            <pc:docMk/>
            <pc:sldMk cId="1179459693" sldId="389"/>
            <ac:spMk id="4" creationId="{6B18C3AC-CDE9-6B46-0397-6CFBCE02E263}"/>
          </ac:spMkLst>
        </pc:spChg>
        <pc:spChg chg="add mod">
          <ac:chgData name="Stella Shipman" userId="19288fed-0e4e-472d-9b56-f595db8c85c2" providerId="ADAL" clId="{6509F2F2-A6AE-D243-8CA6-0C672EBE8F6B}" dt="2026-04-13T21:21:00.998" v="2988"/>
          <ac:spMkLst>
            <pc:docMk/>
            <pc:sldMk cId="1179459693" sldId="389"/>
            <ac:spMk id="6" creationId="{8CBD8C67-A06B-759F-05F6-FBF8DD19857D}"/>
          </ac:spMkLst>
        </pc:spChg>
      </pc:sldChg>
      <pc:sldChg chg="addSp delSp modSp mod ord modShow">
        <pc:chgData name="Stella Shipman" userId="19288fed-0e4e-472d-9b56-f595db8c85c2" providerId="ADAL" clId="{6509F2F2-A6AE-D243-8CA6-0C672EBE8F6B}" dt="2026-04-14T00:44:09.420" v="3705" actId="20578"/>
        <pc:sldMkLst>
          <pc:docMk/>
          <pc:sldMk cId="1477403647" sldId="390"/>
        </pc:sldMkLst>
        <pc:spChg chg="mod">
          <ac:chgData name="Stella Shipman" userId="19288fed-0e4e-472d-9b56-f595db8c85c2" providerId="ADAL" clId="{6509F2F2-A6AE-D243-8CA6-0C672EBE8F6B}" dt="2026-04-13T22:45:14.209" v="3392" actId="20577"/>
          <ac:spMkLst>
            <pc:docMk/>
            <pc:sldMk cId="1477403647" sldId="390"/>
            <ac:spMk id="2" creationId="{DCD0FEDA-37BB-98A2-7EF4-F6032FB8A032}"/>
          </ac:spMkLst>
        </pc:spChg>
        <pc:spChg chg="mod">
          <ac:chgData name="Stella Shipman" userId="19288fed-0e4e-472d-9b56-f595db8c85c2" providerId="ADAL" clId="{6509F2F2-A6AE-D243-8CA6-0C672EBE8F6B}" dt="2026-04-13T22:46:33.662" v="3399" actId="403"/>
          <ac:spMkLst>
            <pc:docMk/>
            <pc:sldMk cId="1477403647" sldId="390"/>
            <ac:spMk id="3" creationId="{30B87978-AE0E-0B79-3DC1-41714F223C9D}"/>
          </ac:spMkLst>
        </pc:spChg>
        <pc:spChg chg="mod">
          <ac:chgData name="Stella Shipman" userId="19288fed-0e4e-472d-9b56-f595db8c85c2" providerId="ADAL" clId="{6509F2F2-A6AE-D243-8CA6-0C672EBE8F6B}" dt="2026-04-13T21:20:42.919" v="2984"/>
          <ac:spMkLst>
            <pc:docMk/>
            <pc:sldMk cId="1477403647" sldId="390"/>
            <ac:spMk id="4" creationId="{57FA527D-BCD4-CDD9-D9A5-C3AC4C86109B}"/>
          </ac:spMkLst>
        </pc:spChg>
        <pc:spChg chg="add mod">
          <ac:chgData name="Stella Shipman" userId="19288fed-0e4e-472d-9b56-f595db8c85c2" providerId="ADAL" clId="{6509F2F2-A6AE-D243-8CA6-0C672EBE8F6B}" dt="2026-04-13T21:21:02.585" v="2989"/>
          <ac:spMkLst>
            <pc:docMk/>
            <pc:sldMk cId="1477403647" sldId="390"/>
            <ac:spMk id="6" creationId="{008515AE-796F-A2AB-4A6A-822753D61842}"/>
          </ac:spMkLst>
        </pc:spChg>
      </pc:sldChg>
      <pc:sldChg chg="addSp modSp mod ord modShow">
        <pc:chgData name="Stella Shipman" userId="19288fed-0e4e-472d-9b56-f595db8c85c2" providerId="ADAL" clId="{6509F2F2-A6AE-D243-8CA6-0C672EBE8F6B}" dt="2026-04-14T00:44:09.420" v="3705" actId="20578"/>
        <pc:sldMkLst>
          <pc:docMk/>
          <pc:sldMk cId="3847419507" sldId="391"/>
        </pc:sldMkLst>
        <pc:spChg chg="mod">
          <ac:chgData name="Stella Shipman" userId="19288fed-0e4e-472d-9b56-f595db8c85c2" providerId="ADAL" clId="{6509F2F2-A6AE-D243-8CA6-0C672EBE8F6B}" dt="2026-04-13T22:21:51.947" v="3202" actId="20577"/>
          <ac:spMkLst>
            <pc:docMk/>
            <pc:sldMk cId="3847419507" sldId="391"/>
            <ac:spMk id="3" creationId="{B58E34B6-B8C4-F438-F71B-23FC484B8575}"/>
          </ac:spMkLst>
        </pc:spChg>
        <pc:spChg chg="mod">
          <ac:chgData name="Stella Shipman" userId="19288fed-0e4e-472d-9b56-f595db8c85c2" providerId="ADAL" clId="{6509F2F2-A6AE-D243-8CA6-0C672EBE8F6B}" dt="2026-04-13T21:20:46.425" v="2985"/>
          <ac:spMkLst>
            <pc:docMk/>
            <pc:sldMk cId="3847419507" sldId="391"/>
            <ac:spMk id="4" creationId="{AC38DD81-6D65-CC74-2C90-06718B181500}"/>
          </ac:spMkLst>
        </pc:spChg>
        <pc:spChg chg="add mod">
          <ac:chgData name="Stella Shipman" userId="19288fed-0e4e-472d-9b56-f595db8c85c2" providerId="ADAL" clId="{6509F2F2-A6AE-D243-8CA6-0C672EBE8F6B}" dt="2026-04-13T21:21:04.062" v="2990"/>
          <ac:spMkLst>
            <pc:docMk/>
            <pc:sldMk cId="3847419507" sldId="391"/>
            <ac:spMk id="6" creationId="{B664EBFF-F1C8-4472-906F-28B86F883615}"/>
          </ac:spMkLst>
        </pc:spChg>
      </pc:sldChg>
      <pc:sldChg chg="addSp delSp modSp mod modNotesTx">
        <pc:chgData name="Stella Shipman" userId="19288fed-0e4e-472d-9b56-f595db8c85c2" providerId="ADAL" clId="{6509F2F2-A6AE-D243-8CA6-0C672EBE8F6B}" dt="2026-04-21T20:29:26.686" v="5043" actId="20577"/>
        <pc:sldMkLst>
          <pc:docMk/>
          <pc:sldMk cId="3290621807" sldId="392"/>
        </pc:sldMkLst>
        <pc:spChg chg="mod">
          <ac:chgData name="Stella Shipman" userId="19288fed-0e4e-472d-9b56-f595db8c85c2" providerId="ADAL" clId="{6509F2F2-A6AE-D243-8CA6-0C672EBE8F6B}" dt="2026-04-13T21:01:35.520" v="2717" actId="1076"/>
          <ac:spMkLst>
            <pc:docMk/>
            <pc:sldMk cId="3290621807" sldId="392"/>
            <ac:spMk id="2" creationId="{135A9A57-6C5A-B376-3167-5C5A3344C584}"/>
          </ac:spMkLst>
        </pc:spChg>
        <pc:spChg chg="mod">
          <ac:chgData name="Stella Shipman" userId="19288fed-0e4e-472d-9b56-f595db8c85c2" providerId="ADAL" clId="{6509F2F2-A6AE-D243-8CA6-0C672EBE8F6B}" dt="2026-04-13T21:00:31.646" v="2716"/>
          <ac:spMkLst>
            <pc:docMk/>
            <pc:sldMk cId="3290621807" sldId="392"/>
            <ac:spMk id="4" creationId="{F3EC4223-A3AC-088A-C88E-FB447CBC3453}"/>
          </ac:spMkLst>
        </pc:spChg>
        <pc:spChg chg="mod">
          <ac:chgData name="Stella Shipman" userId="19288fed-0e4e-472d-9b56-f595db8c85c2" providerId="ADAL" clId="{6509F2F2-A6AE-D243-8CA6-0C672EBE8F6B}" dt="2026-04-13T21:19:50.835" v="2977" actId="1076"/>
          <ac:spMkLst>
            <pc:docMk/>
            <pc:sldMk cId="3290621807" sldId="392"/>
            <ac:spMk id="6" creationId="{136F6641-BFF0-AF69-0AE6-9C8574F9CC3C}"/>
          </ac:spMkLst>
        </pc:spChg>
        <pc:spChg chg="add mod">
          <ac:chgData name="Stella Shipman" userId="19288fed-0e4e-472d-9b56-f595db8c85c2" providerId="ADAL" clId="{6509F2F2-A6AE-D243-8CA6-0C672EBE8F6B}" dt="2026-04-13T22:31:29.455" v="3327" actId="948"/>
          <ac:spMkLst>
            <pc:docMk/>
            <pc:sldMk cId="3290621807" sldId="392"/>
            <ac:spMk id="7" creationId="{ACBCDFEF-9E1B-4B6B-4663-E9BF183A3395}"/>
          </ac:spMkLst>
        </pc:spChg>
        <pc:spChg chg="add mod">
          <ac:chgData name="Stella Shipman" userId="19288fed-0e4e-472d-9b56-f595db8c85c2" providerId="ADAL" clId="{6509F2F2-A6AE-D243-8CA6-0C672EBE8F6B}" dt="2026-04-13T21:10:08.400" v="2885"/>
          <ac:spMkLst>
            <pc:docMk/>
            <pc:sldMk cId="3290621807" sldId="392"/>
            <ac:spMk id="10" creationId="{902D9F31-5812-5D78-5BA7-01B682D38A51}"/>
          </ac:spMkLst>
        </pc:spChg>
      </pc:sldChg>
      <pc:sldChg chg="mod ord modShow">
        <pc:chgData name="Stella Shipman" userId="19288fed-0e4e-472d-9b56-f595db8c85c2" providerId="ADAL" clId="{6509F2F2-A6AE-D243-8CA6-0C672EBE8F6B}" dt="2026-04-13T21:19:31.353" v="2975" actId="20578"/>
        <pc:sldMkLst>
          <pc:docMk/>
          <pc:sldMk cId="539400071" sldId="393"/>
        </pc:sldMkLst>
      </pc:sldChg>
      <pc:sldChg chg="addSp modSp mod modNotesTx">
        <pc:chgData name="Stella Shipman" userId="19288fed-0e4e-472d-9b56-f595db8c85c2" providerId="ADAL" clId="{6509F2F2-A6AE-D243-8CA6-0C672EBE8F6B}" dt="2026-04-21T20:29:17.185" v="5035" actId="20577"/>
        <pc:sldMkLst>
          <pc:docMk/>
          <pc:sldMk cId="3284053712" sldId="394"/>
        </pc:sldMkLst>
        <pc:spChg chg="add mod">
          <ac:chgData name="Stella Shipman" userId="19288fed-0e4e-472d-9b56-f595db8c85c2" providerId="ADAL" clId="{6509F2F2-A6AE-D243-8CA6-0C672EBE8F6B}" dt="2026-04-13T20:59:54.524" v="2710"/>
          <ac:spMkLst>
            <pc:docMk/>
            <pc:sldMk cId="3284053712" sldId="394"/>
            <ac:spMk id="3" creationId="{AF3FDD72-0D91-0BD5-B95B-6E698A9588A3}"/>
          </ac:spMkLst>
        </pc:spChg>
        <pc:spChg chg="mod">
          <ac:chgData name="Stella Shipman" userId="19288fed-0e4e-472d-9b56-f595db8c85c2" providerId="ADAL" clId="{6509F2F2-A6AE-D243-8CA6-0C672EBE8F6B}" dt="2026-04-13T20:59:45.133" v="2707"/>
          <ac:spMkLst>
            <pc:docMk/>
            <pc:sldMk cId="3284053712" sldId="394"/>
            <ac:spMk id="4" creationId="{08B20F0D-ADB1-8F56-0713-68417B14EB14}"/>
          </ac:spMkLst>
        </pc:spChg>
        <pc:spChg chg="mod">
          <ac:chgData name="Stella Shipman" userId="19288fed-0e4e-472d-9b56-f595db8c85c2" providerId="ADAL" clId="{6509F2F2-A6AE-D243-8CA6-0C672EBE8F6B}" dt="2026-04-15T19:04:57.143" v="4753" actId="1076"/>
          <ac:spMkLst>
            <pc:docMk/>
            <pc:sldMk cId="3284053712" sldId="394"/>
            <ac:spMk id="9" creationId="{5813A1E4-A50C-D85C-C620-F12EA20787D7}"/>
          </ac:spMkLst>
        </pc:spChg>
        <pc:picChg chg="mod">
          <ac:chgData name="Stella Shipman" userId="19288fed-0e4e-472d-9b56-f595db8c85c2" providerId="ADAL" clId="{6509F2F2-A6AE-D243-8CA6-0C672EBE8F6B}" dt="2026-04-15T19:06:07.187" v="4764" actId="1076"/>
          <ac:picMkLst>
            <pc:docMk/>
            <pc:sldMk cId="3284053712" sldId="394"/>
            <ac:picMk id="14" creationId="{3A745501-0567-48F6-E939-CF87B41954F8}"/>
          </ac:picMkLst>
        </pc:picChg>
        <pc:picChg chg="mod">
          <ac:chgData name="Stella Shipman" userId="19288fed-0e4e-472d-9b56-f595db8c85c2" providerId="ADAL" clId="{6509F2F2-A6AE-D243-8CA6-0C672EBE8F6B}" dt="2026-04-15T19:06:03.727" v="4763" actId="1076"/>
          <ac:picMkLst>
            <pc:docMk/>
            <pc:sldMk cId="3284053712" sldId="394"/>
            <ac:picMk id="17" creationId="{AA4CC079-A399-793A-41DB-5252E48D799B}"/>
          </ac:picMkLst>
        </pc:picChg>
        <pc:picChg chg="mod">
          <ac:chgData name="Stella Shipman" userId="19288fed-0e4e-472d-9b56-f595db8c85c2" providerId="ADAL" clId="{6509F2F2-A6AE-D243-8CA6-0C672EBE8F6B}" dt="2026-04-15T19:05:24.243" v="4758" actId="1076"/>
          <ac:picMkLst>
            <pc:docMk/>
            <pc:sldMk cId="3284053712" sldId="394"/>
            <ac:picMk id="18" creationId="{1D2BE519-DF4F-3548-6EC2-84CBB780CEBE}"/>
          </ac:picMkLst>
        </pc:picChg>
        <pc:cxnChg chg="mod">
          <ac:chgData name="Stella Shipman" userId="19288fed-0e4e-472d-9b56-f595db8c85c2" providerId="ADAL" clId="{6509F2F2-A6AE-D243-8CA6-0C672EBE8F6B}" dt="2026-04-15T19:06:21.822" v="4766" actId="14100"/>
          <ac:cxnSpMkLst>
            <pc:docMk/>
            <pc:sldMk cId="3284053712" sldId="394"/>
            <ac:cxnSpMk id="10" creationId="{34C44605-E192-727A-6580-22186DCE4E52}"/>
          </ac:cxnSpMkLst>
        </pc:cxnChg>
        <pc:cxnChg chg="mod">
          <ac:chgData name="Stella Shipman" userId="19288fed-0e4e-472d-9b56-f595db8c85c2" providerId="ADAL" clId="{6509F2F2-A6AE-D243-8CA6-0C672EBE8F6B}" dt="2026-04-15T19:06:10.014" v="4765" actId="1076"/>
          <ac:cxnSpMkLst>
            <pc:docMk/>
            <pc:sldMk cId="3284053712" sldId="394"/>
            <ac:cxnSpMk id="11" creationId="{58967441-F139-B61C-1B6A-263EDBF25BA1}"/>
          </ac:cxnSpMkLst>
        </pc:cxnChg>
        <pc:cxnChg chg="add mod">
          <ac:chgData name="Stella Shipman" userId="19288fed-0e4e-472d-9b56-f595db8c85c2" providerId="ADAL" clId="{6509F2F2-A6AE-D243-8CA6-0C672EBE8F6B}" dt="2026-04-15T19:06:30.377" v="4768" actId="14100"/>
          <ac:cxnSpMkLst>
            <pc:docMk/>
            <pc:sldMk cId="3284053712" sldId="394"/>
            <ac:cxnSpMk id="19" creationId="{26D7E7DA-2704-4663-6DDE-8F4EDE76B10E}"/>
          </ac:cxnSpMkLst>
        </pc:cxnChg>
      </pc:sldChg>
      <pc:sldChg chg="addSp modSp mod modNotesTx">
        <pc:chgData name="Stella Shipman" userId="19288fed-0e4e-472d-9b56-f595db8c85c2" providerId="ADAL" clId="{6509F2F2-A6AE-D243-8CA6-0C672EBE8F6B}" dt="2026-04-21T20:28:10.250" v="4974" actId="20577"/>
        <pc:sldMkLst>
          <pc:docMk/>
          <pc:sldMk cId="1682825169" sldId="395"/>
        </pc:sldMkLst>
        <pc:spChg chg="mod">
          <ac:chgData name="Stella Shipman" userId="19288fed-0e4e-472d-9b56-f595db8c85c2" providerId="ADAL" clId="{6509F2F2-A6AE-D243-8CA6-0C672EBE8F6B}" dt="2026-04-13T17:57:28.996" v="299"/>
          <ac:spMkLst>
            <pc:docMk/>
            <pc:sldMk cId="1682825169" sldId="395"/>
            <ac:spMk id="2" creationId="{00E4AF12-D80D-0548-2A47-9E4E3FD76F8B}"/>
          </ac:spMkLst>
        </pc:spChg>
        <pc:spChg chg="add mod">
          <ac:chgData name="Stella Shipman" userId="19288fed-0e4e-472d-9b56-f595db8c85c2" providerId="ADAL" clId="{6509F2F2-A6AE-D243-8CA6-0C672EBE8F6B}" dt="2026-04-13T17:59:06.732" v="300"/>
          <ac:spMkLst>
            <pc:docMk/>
            <pc:sldMk cId="1682825169" sldId="395"/>
            <ac:spMk id="6" creationId="{CD363379-39DC-73DC-C3E0-5676AACFDDD0}"/>
          </ac:spMkLst>
        </pc:spChg>
      </pc:sldChg>
      <pc:sldChg chg="addSp modSp mod ord modShow modCm">
        <pc:chgData name="Stella Shipman" userId="19288fed-0e4e-472d-9b56-f595db8c85c2" providerId="ADAL" clId="{6509F2F2-A6AE-D243-8CA6-0C672EBE8F6B}" dt="2026-04-14T01:25:18.274" v="3923" actId="20578"/>
        <pc:sldMkLst>
          <pc:docMk/>
          <pc:sldMk cId="2283004018" sldId="396"/>
        </pc:sldMkLst>
        <pc:spChg chg="add mod">
          <ac:chgData name="Stella Shipman" userId="19288fed-0e4e-472d-9b56-f595db8c85c2" providerId="ADAL" clId="{6509F2F2-A6AE-D243-8CA6-0C672EBE8F6B}" dt="2026-04-13T17:59:08.623" v="301"/>
          <ac:spMkLst>
            <pc:docMk/>
            <pc:sldMk cId="2283004018" sldId="396"/>
            <ac:spMk id="2" creationId="{347B2CAC-B04D-93E0-33F0-6AC0D4E761A7}"/>
          </ac:spMkLst>
        </pc:spChg>
        <pc:extLst>
          <p:ext xmlns:p="http://schemas.openxmlformats.org/presentationml/2006/main" uri="{D6D511B9-2390-475A-947B-AFAB55BFBCF1}">
            <pc226:cmChg xmlns:pc226="http://schemas.microsoft.com/office/powerpoint/2022/06/main/command" chg="">
              <pc226:chgData name="Stella Shipman" userId="19288fed-0e4e-472d-9b56-f595db8c85c2" providerId="ADAL" clId="{6509F2F2-A6AE-D243-8CA6-0C672EBE8F6B}" dt="2026-04-13T18:03:55.449" v="303"/>
              <pc2:cmMkLst xmlns:pc2="http://schemas.microsoft.com/office/powerpoint/2019/9/main/command">
                <pc:docMk/>
                <pc:sldMk cId="2283004018" sldId="396"/>
                <pc2:cmMk id="{DAD936BD-8684-4900-A980-D4EF3E2ED843}"/>
              </pc2:cmMkLst>
              <pc226:cmRplyChg chg="add">
                <pc226:chgData name="Stella Shipman" userId="19288fed-0e4e-472d-9b56-f595db8c85c2" providerId="ADAL" clId="{6509F2F2-A6AE-D243-8CA6-0C672EBE8F6B}" dt="2026-04-13T18:03:55.449" v="303"/>
                <pc2:cmRplyMkLst xmlns:pc2="http://schemas.microsoft.com/office/powerpoint/2019/9/main/command">
                  <pc:docMk/>
                  <pc:sldMk cId="2283004018" sldId="396"/>
                  <pc2:cmMk id="{DAD936BD-8684-4900-A980-D4EF3E2ED843}"/>
                  <pc2:cmRplyMk id="{9902596A-5F3A-6146-8DAC-2F98C88BDF18}"/>
                </pc2:cmRplyMkLst>
              </pc226:cmRplyChg>
            </pc226:cmChg>
          </p:ext>
        </pc:extLst>
      </pc:sldChg>
      <pc:sldChg chg="addSp delSp modSp add mod modNotesTx">
        <pc:chgData name="Stella Shipman" userId="19288fed-0e4e-472d-9b56-f595db8c85c2" providerId="ADAL" clId="{6509F2F2-A6AE-D243-8CA6-0C672EBE8F6B}" dt="2026-04-21T20:30:02.431" v="5057" actId="20577"/>
        <pc:sldMkLst>
          <pc:docMk/>
          <pc:sldMk cId="2126071563" sldId="397"/>
        </pc:sldMkLst>
        <pc:spChg chg="mod">
          <ac:chgData name="Stella Shipman" userId="19288fed-0e4e-472d-9b56-f595db8c85c2" providerId="ADAL" clId="{6509F2F2-A6AE-D243-8CA6-0C672EBE8F6B}" dt="2026-04-15T19:49:45.987" v="4938" actId="2710"/>
          <ac:spMkLst>
            <pc:docMk/>
            <pc:sldMk cId="2126071563" sldId="397"/>
            <ac:spMk id="2" creationId="{129D6DCF-EF95-F75F-36DA-2EFE028F5801}"/>
          </ac:spMkLst>
        </pc:spChg>
        <pc:spChg chg="mod">
          <ac:chgData name="Stella Shipman" userId="19288fed-0e4e-472d-9b56-f595db8c85c2" providerId="ADAL" clId="{6509F2F2-A6AE-D243-8CA6-0C672EBE8F6B}" dt="2026-04-14T01:14:35.425" v="3919" actId="14100"/>
          <ac:spMkLst>
            <pc:docMk/>
            <pc:sldMk cId="2126071563" sldId="397"/>
            <ac:spMk id="3" creationId="{C38EF675-E9C4-2147-8663-B6067874A433}"/>
          </ac:spMkLst>
        </pc:spChg>
        <pc:spChg chg="mod">
          <ac:chgData name="Stella Shipman" userId="19288fed-0e4e-472d-9b56-f595db8c85c2" providerId="ADAL" clId="{6509F2F2-A6AE-D243-8CA6-0C672EBE8F6B}" dt="2026-04-13T21:20:20.348" v="2979"/>
          <ac:spMkLst>
            <pc:docMk/>
            <pc:sldMk cId="2126071563" sldId="397"/>
            <ac:spMk id="4" creationId="{E08392C5-9391-18F8-84A2-AB12F218B0B8}"/>
          </ac:spMkLst>
        </pc:spChg>
        <pc:spChg chg="add mod">
          <ac:chgData name="Stella Shipman" userId="19288fed-0e4e-472d-9b56-f595db8c85c2" providerId="ADAL" clId="{6509F2F2-A6AE-D243-8CA6-0C672EBE8F6B}" dt="2026-04-13T21:20:26.630" v="2980"/>
          <ac:spMkLst>
            <pc:docMk/>
            <pc:sldMk cId="2126071563" sldId="397"/>
            <ac:spMk id="6" creationId="{6A1A1B92-A857-544A-9A2A-2C22B83FEAA8}"/>
          </ac:spMkLst>
        </pc:spChg>
        <pc:picChg chg="mod modCrop">
          <ac:chgData name="Stella Shipman" userId="19288fed-0e4e-472d-9b56-f595db8c85c2" providerId="ADAL" clId="{6509F2F2-A6AE-D243-8CA6-0C672EBE8F6B}" dt="2026-04-15T19:46:55.144" v="4925" actId="1076"/>
          <ac:picMkLst>
            <pc:docMk/>
            <pc:sldMk cId="2126071563" sldId="397"/>
            <ac:picMk id="7" creationId="{EC2CB859-0BEB-D044-AA71-4085A3D973C2}"/>
          </ac:picMkLst>
        </pc:picChg>
        <pc:picChg chg="add mod modCrop">
          <ac:chgData name="Stella Shipman" userId="19288fed-0e4e-472d-9b56-f595db8c85c2" providerId="ADAL" clId="{6509F2F2-A6AE-D243-8CA6-0C672EBE8F6B}" dt="2026-04-15T19:47:33.806" v="4928" actId="732"/>
          <ac:picMkLst>
            <pc:docMk/>
            <pc:sldMk cId="2126071563" sldId="397"/>
            <ac:picMk id="10" creationId="{CB66B204-ABEA-A1E6-0495-75DF695B5E4E}"/>
          </ac:picMkLst>
        </pc:picChg>
        <pc:picChg chg="add mod modCrop">
          <ac:chgData name="Stella Shipman" userId="19288fed-0e4e-472d-9b56-f595db8c85c2" providerId="ADAL" clId="{6509F2F2-A6AE-D243-8CA6-0C672EBE8F6B}" dt="2026-04-15T19:46:59.981" v="4926" actId="1076"/>
          <ac:picMkLst>
            <pc:docMk/>
            <pc:sldMk cId="2126071563" sldId="397"/>
            <ac:picMk id="11" creationId="{707A5D9D-F151-9CF4-10E8-5952BE815788}"/>
          </ac:picMkLst>
        </pc:picChg>
        <pc:cxnChg chg="add mod">
          <ac:chgData name="Stella Shipman" userId="19288fed-0e4e-472d-9b56-f595db8c85c2" providerId="ADAL" clId="{6509F2F2-A6AE-D243-8CA6-0C672EBE8F6B}" dt="2026-04-15T19:45:31.648" v="4913" actId="1076"/>
          <ac:cxnSpMkLst>
            <pc:docMk/>
            <pc:sldMk cId="2126071563" sldId="397"/>
            <ac:cxnSpMk id="8" creationId="{7BC41890-256D-659D-593D-4FA7FCE7E8E9}"/>
          </ac:cxnSpMkLst>
        </pc:cxnChg>
      </pc:sldChg>
      <pc:sldChg chg="addSp modSp mod modNotesTx">
        <pc:chgData name="Stella Shipman" userId="19288fed-0e4e-472d-9b56-f595db8c85c2" providerId="ADAL" clId="{6509F2F2-A6AE-D243-8CA6-0C672EBE8F6B}" dt="2026-04-21T20:30:15.991" v="5069" actId="20577"/>
        <pc:sldMkLst>
          <pc:docMk/>
          <pc:sldMk cId="411670480" sldId="398"/>
        </pc:sldMkLst>
        <pc:spChg chg="mod">
          <ac:chgData name="Stella Shipman" userId="19288fed-0e4e-472d-9b56-f595db8c85c2" providerId="ADAL" clId="{6509F2F2-A6AE-D243-8CA6-0C672EBE8F6B}" dt="2026-04-13T22:14:40.465" v="3169" actId="20577"/>
          <ac:spMkLst>
            <pc:docMk/>
            <pc:sldMk cId="411670480" sldId="398"/>
            <ac:spMk id="2" creationId="{03F9709F-7E3E-0532-83EB-D6473F03C573}"/>
          </ac:spMkLst>
        </pc:spChg>
        <pc:spChg chg="mod">
          <ac:chgData name="Stella Shipman" userId="19288fed-0e4e-472d-9b56-f595db8c85c2" providerId="ADAL" clId="{6509F2F2-A6AE-D243-8CA6-0C672EBE8F6B}" dt="2026-04-13T22:14:45.025" v="3170" actId="1076"/>
          <ac:spMkLst>
            <pc:docMk/>
            <pc:sldMk cId="411670480" sldId="398"/>
            <ac:spMk id="3" creationId="{E33E1B3F-EE46-B9E6-02FF-6684A046BCEE}"/>
          </ac:spMkLst>
        </pc:spChg>
        <pc:spChg chg="mod">
          <ac:chgData name="Stella Shipman" userId="19288fed-0e4e-472d-9b56-f595db8c85c2" providerId="ADAL" clId="{6509F2F2-A6AE-D243-8CA6-0C672EBE8F6B}" dt="2026-04-13T21:20:36.971" v="2982"/>
          <ac:spMkLst>
            <pc:docMk/>
            <pc:sldMk cId="411670480" sldId="398"/>
            <ac:spMk id="4" creationId="{B32CCDEA-5E17-C277-0207-CAF8F6A8E893}"/>
          </ac:spMkLst>
        </pc:spChg>
        <pc:spChg chg="add mod">
          <ac:chgData name="Stella Shipman" userId="19288fed-0e4e-472d-9b56-f595db8c85c2" providerId="ADAL" clId="{6509F2F2-A6AE-D243-8CA6-0C672EBE8F6B}" dt="2026-04-13T21:20:59.516" v="2987"/>
          <ac:spMkLst>
            <pc:docMk/>
            <pc:sldMk cId="411670480" sldId="398"/>
            <ac:spMk id="6" creationId="{EBB2D977-6542-A1E3-B27D-2CCF7E92875E}"/>
          </ac:spMkLst>
        </pc:spChg>
        <pc:picChg chg="mod">
          <ac:chgData name="Stella Shipman" userId="19288fed-0e4e-472d-9b56-f595db8c85c2" providerId="ADAL" clId="{6509F2F2-A6AE-D243-8CA6-0C672EBE8F6B}" dt="2026-04-13T22:14:56.781" v="3172" actId="1076"/>
          <ac:picMkLst>
            <pc:docMk/>
            <pc:sldMk cId="411670480" sldId="398"/>
            <ac:picMk id="8" creationId="{B18C8470-377D-2AC5-AF58-D9C7303744DB}"/>
          </ac:picMkLst>
        </pc:picChg>
      </pc:sldChg>
      <pc:sldChg chg="ord">
        <pc:chgData name="Stella Shipman" userId="19288fed-0e4e-472d-9b56-f595db8c85c2" providerId="ADAL" clId="{6509F2F2-A6AE-D243-8CA6-0C672EBE8F6B}" dt="2026-04-21T20:12:26.963" v="4941" actId="20578"/>
        <pc:sldMkLst>
          <pc:docMk/>
          <pc:sldMk cId="1370246743" sldId="400"/>
        </pc:sldMkLst>
      </pc:sldChg>
      <pc:sldChg chg="addSp modSp mod modNotesTx">
        <pc:chgData name="Stella Shipman" userId="19288fed-0e4e-472d-9b56-f595db8c85c2" providerId="ADAL" clId="{6509F2F2-A6AE-D243-8CA6-0C672EBE8F6B}" dt="2026-04-21T20:29:14.043" v="5029" actId="20577"/>
        <pc:sldMkLst>
          <pc:docMk/>
          <pc:sldMk cId="352852943" sldId="401"/>
        </pc:sldMkLst>
        <pc:spChg chg="mod">
          <ac:chgData name="Stella Shipman" userId="19288fed-0e4e-472d-9b56-f595db8c85c2" providerId="ADAL" clId="{6509F2F2-A6AE-D243-8CA6-0C672EBE8F6B}" dt="2026-04-13T20:59:36.987" v="2705"/>
          <ac:spMkLst>
            <pc:docMk/>
            <pc:sldMk cId="352852943" sldId="401"/>
            <ac:spMk id="4" creationId="{DA87981B-0BD1-D330-8F5C-53FDB26BA64A}"/>
          </ac:spMkLst>
        </pc:spChg>
        <pc:spChg chg="add mod">
          <ac:chgData name="Stella Shipman" userId="19288fed-0e4e-472d-9b56-f595db8c85c2" providerId="ADAL" clId="{6509F2F2-A6AE-D243-8CA6-0C672EBE8F6B}" dt="2026-04-13T20:59:50.670" v="2708"/>
          <ac:spMkLst>
            <pc:docMk/>
            <pc:sldMk cId="352852943" sldId="401"/>
            <ac:spMk id="7" creationId="{BAA02E88-BD3A-2BB6-C644-7BD9D53D590D}"/>
          </ac:spMkLst>
        </pc:spChg>
        <pc:spChg chg="mod">
          <ac:chgData name="Stella Shipman" userId="19288fed-0e4e-472d-9b56-f595db8c85c2" providerId="ADAL" clId="{6509F2F2-A6AE-D243-8CA6-0C672EBE8F6B}" dt="2026-04-13T20:57:11.994" v="2677" actId="948"/>
          <ac:spMkLst>
            <pc:docMk/>
            <pc:sldMk cId="352852943" sldId="401"/>
            <ac:spMk id="8" creationId="{B8799CE4-346B-4E72-C887-656DF29B6E1B}"/>
          </ac:spMkLst>
        </pc:spChg>
      </pc:sldChg>
      <pc:sldChg chg="addSp delSp modSp add mod modClrScheme addCm chgLayout modNotesTx">
        <pc:chgData name="Stella Shipman" userId="19288fed-0e4e-472d-9b56-f595db8c85c2" providerId="ADAL" clId="{6509F2F2-A6AE-D243-8CA6-0C672EBE8F6B}" dt="2026-04-23T00:49:12.751" v="5118" actId="20577"/>
        <pc:sldMkLst>
          <pc:docMk/>
          <pc:sldMk cId="1912346272" sldId="402"/>
        </pc:sldMkLst>
        <pc:spChg chg="mod ord">
          <ac:chgData name="Stella Shipman" userId="19288fed-0e4e-472d-9b56-f595db8c85c2" providerId="ADAL" clId="{6509F2F2-A6AE-D243-8CA6-0C672EBE8F6B}" dt="2026-04-13T18:11:48.655" v="308" actId="700"/>
          <ac:spMkLst>
            <pc:docMk/>
            <pc:sldMk cId="1912346272" sldId="402"/>
            <ac:spMk id="5" creationId="{DE2C28A3-5F47-5CA8-1A6A-868A02678634}"/>
          </ac:spMkLst>
        </pc:spChg>
        <pc:spChg chg="add mod">
          <ac:chgData name="Stella Shipman" userId="19288fed-0e4e-472d-9b56-f595db8c85c2" providerId="ADAL" clId="{6509F2F2-A6AE-D243-8CA6-0C672EBE8F6B}" dt="2026-04-13T18:30:36.086" v="588" actId="403"/>
          <ac:spMkLst>
            <pc:docMk/>
            <pc:sldMk cId="1912346272" sldId="402"/>
            <ac:spMk id="7" creationId="{5B2B58E8-B985-21E7-90E3-99F438C81AD7}"/>
          </ac:spMkLst>
        </pc:spChg>
        <pc:spChg chg="mod ord">
          <ac:chgData name="Stella Shipman" userId="19288fed-0e4e-472d-9b56-f595db8c85c2" providerId="ADAL" clId="{6509F2F2-A6AE-D243-8CA6-0C672EBE8F6B}" dt="2026-04-13T18:37:34.118" v="672" actId="14100"/>
          <ac:spMkLst>
            <pc:docMk/>
            <pc:sldMk cId="1912346272" sldId="402"/>
            <ac:spMk id="15" creationId="{517E0410-7A70-162D-E19A-D7A497F2E379}"/>
          </ac:spMkLst>
        </pc:spChg>
        <pc:spChg chg="add mod">
          <ac:chgData name="Stella Shipman" userId="19288fed-0e4e-472d-9b56-f595db8c85c2" providerId="ADAL" clId="{6509F2F2-A6AE-D243-8CA6-0C672EBE8F6B}" dt="2026-04-13T18:31:27.834" v="594" actId="1076"/>
          <ac:spMkLst>
            <pc:docMk/>
            <pc:sldMk cId="1912346272" sldId="402"/>
            <ac:spMk id="24" creationId="{B2465CE4-247C-F6B4-A8EE-D5163A94198F}"/>
          </ac:spMkLst>
        </pc:spChg>
        <pc:spChg chg="add mod">
          <ac:chgData name="Stella Shipman" userId="19288fed-0e4e-472d-9b56-f595db8c85c2" providerId="ADAL" clId="{6509F2F2-A6AE-D243-8CA6-0C672EBE8F6B}" dt="2026-04-13T18:31:21.859" v="593" actId="1076"/>
          <ac:spMkLst>
            <pc:docMk/>
            <pc:sldMk cId="1912346272" sldId="402"/>
            <ac:spMk id="26" creationId="{DCAD9330-E707-F655-68E4-32BC144289C0}"/>
          </ac:spMkLst>
        </pc:spChg>
        <pc:spChg chg="add mod">
          <ac:chgData name="Stella Shipman" userId="19288fed-0e4e-472d-9b56-f595db8c85c2" providerId="ADAL" clId="{6509F2F2-A6AE-D243-8CA6-0C672EBE8F6B}" dt="2026-04-23T00:49:12.751" v="5118" actId="20577"/>
          <ac:spMkLst>
            <pc:docMk/>
            <pc:sldMk cId="1912346272" sldId="402"/>
            <ac:spMk id="29" creationId="{0C5C3E44-FBC7-FFAF-4F44-8B8A3BD9F985}"/>
          </ac:spMkLst>
        </pc:spChg>
        <pc:spChg chg="add mod">
          <ac:chgData name="Stella Shipman" userId="19288fed-0e4e-472d-9b56-f595db8c85c2" providerId="ADAL" clId="{6509F2F2-A6AE-D243-8CA6-0C672EBE8F6B}" dt="2026-04-23T00:48:34.235" v="5113" actId="20577"/>
          <ac:spMkLst>
            <pc:docMk/>
            <pc:sldMk cId="1912346272" sldId="402"/>
            <ac:spMk id="33" creationId="{AE1D30AA-B8AA-F5BA-2DB5-B2ABB1980BA0}"/>
          </ac:spMkLst>
        </pc:spChg>
        <pc:spChg chg="add mod">
          <ac:chgData name="Stella Shipman" userId="19288fed-0e4e-472d-9b56-f595db8c85c2" providerId="ADAL" clId="{6509F2F2-A6AE-D243-8CA6-0C672EBE8F6B}" dt="2026-04-13T18:37:10.899" v="671" actId="20577"/>
          <ac:spMkLst>
            <pc:docMk/>
            <pc:sldMk cId="1912346272" sldId="402"/>
            <ac:spMk id="34" creationId="{5FE30CC6-6B72-48DA-7CBB-47A7A33E9069}"/>
          </ac:spMkLst>
        </pc:spChg>
        <pc:spChg chg="add mod">
          <ac:chgData name="Stella Shipman" userId="19288fed-0e4e-472d-9b56-f595db8c85c2" providerId="ADAL" clId="{6509F2F2-A6AE-D243-8CA6-0C672EBE8F6B}" dt="2026-04-13T18:37:40.649" v="673"/>
          <ac:spMkLst>
            <pc:docMk/>
            <pc:sldMk cId="1912346272" sldId="402"/>
            <ac:spMk id="35" creationId="{DC00E988-BC73-9941-32D0-7C5C4ADB978A}"/>
          </ac:spMkLst>
        </pc:spChg>
        <pc:spChg chg="add mod">
          <ac:chgData name="Stella Shipman" userId="19288fed-0e4e-472d-9b56-f595db8c85c2" providerId="ADAL" clId="{6509F2F2-A6AE-D243-8CA6-0C672EBE8F6B}" dt="2026-04-14T01:26:04.840" v="3926" actId="207"/>
          <ac:spMkLst>
            <pc:docMk/>
            <pc:sldMk cId="1912346272" sldId="402"/>
            <ac:spMk id="36" creationId="{A6624974-0ABB-12D6-97E5-18A59496C5C8}"/>
          </ac:spMkLst>
        </pc:spChg>
        <pc:extLst>
          <p:ext xmlns:p="http://schemas.openxmlformats.org/presentationml/2006/main" uri="{D6D511B9-2390-475A-947B-AFAB55BFBCF1}">
            <pc226:cmChg xmlns:pc226="http://schemas.microsoft.com/office/powerpoint/2022/06/main/command" chg="add">
              <pc226:chgData name="Stella Shipman" userId="19288fed-0e4e-472d-9b56-f595db8c85c2" providerId="ADAL" clId="{6509F2F2-A6AE-D243-8CA6-0C672EBE8F6B}" dt="2026-04-13T18:38:06.165" v="675"/>
              <pc2:cmMkLst xmlns:pc2="http://schemas.microsoft.com/office/powerpoint/2019/9/main/command">
                <pc:docMk/>
                <pc:sldMk cId="1912346272" sldId="402"/>
                <pc2:cmMk id="{EC23FEA1-4451-2641-8EE1-70B0A5313537}"/>
              </pc2:cmMkLst>
            </pc226:cmChg>
          </p:ext>
        </pc:extLst>
      </pc:sldChg>
      <pc:sldChg chg="addSp delSp modSp add mod modNotesTx">
        <pc:chgData name="Stella Shipman" userId="19288fed-0e4e-472d-9b56-f595db8c85c2" providerId="ADAL" clId="{6509F2F2-A6AE-D243-8CA6-0C672EBE8F6B}" dt="2026-04-21T20:28:51.177" v="5011" actId="20577"/>
        <pc:sldMkLst>
          <pc:docMk/>
          <pc:sldMk cId="3226106861" sldId="404"/>
        </pc:sldMkLst>
        <pc:spChg chg="mod">
          <ac:chgData name="Stella Shipman" userId="19288fed-0e4e-472d-9b56-f595db8c85c2" providerId="ADAL" clId="{6509F2F2-A6AE-D243-8CA6-0C672EBE8F6B}" dt="2026-04-13T20:40:58.267" v="2186"/>
          <ac:spMkLst>
            <pc:docMk/>
            <pc:sldMk cId="3226106861" sldId="404"/>
            <ac:spMk id="2" creationId="{D795427D-0EBB-174C-5165-92C6A8E69A6E}"/>
          </ac:spMkLst>
        </pc:spChg>
        <pc:spChg chg="mod">
          <ac:chgData name="Stella Shipman" userId="19288fed-0e4e-472d-9b56-f595db8c85c2" providerId="ADAL" clId="{6509F2F2-A6AE-D243-8CA6-0C672EBE8F6B}" dt="2026-04-13T20:53:58.337" v="2643" actId="948"/>
          <ac:spMkLst>
            <pc:docMk/>
            <pc:sldMk cId="3226106861" sldId="404"/>
            <ac:spMk id="3" creationId="{13E12E53-D654-C33E-C297-5FE2ECBFD11B}"/>
          </ac:spMkLst>
        </pc:spChg>
        <pc:spChg chg="mod">
          <ac:chgData name="Stella Shipman" userId="19288fed-0e4e-472d-9b56-f595db8c85c2" providerId="ADAL" clId="{6509F2F2-A6AE-D243-8CA6-0C672EBE8F6B}" dt="2026-04-15T18:30:43.218" v="4401" actId="1076"/>
          <ac:spMkLst>
            <pc:docMk/>
            <pc:sldMk cId="3226106861" sldId="404"/>
            <ac:spMk id="19" creationId="{C8753EE8-5BB8-48F6-54CF-ABBBD9B6EAC3}"/>
          </ac:spMkLst>
        </pc:spChg>
        <pc:spChg chg="mod">
          <ac:chgData name="Stella Shipman" userId="19288fed-0e4e-472d-9b56-f595db8c85c2" providerId="ADAL" clId="{6509F2F2-A6AE-D243-8CA6-0C672EBE8F6B}" dt="2026-04-15T18:30:40.549" v="4400" actId="1076"/>
          <ac:spMkLst>
            <pc:docMk/>
            <pc:sldMk cId="3226106861" sldId="404"/>
            <ac:spMk id="23" creationId="{B15AFA28-8333-DCCE-F66B-664D2070C6FE}"/>
          </ac:spMkLst>
        </pc:spChg>
        <pc:spChg chg="mod">
          <ac:chgData name="Stella Shipman" userId="19288fed-0e4e-472d-9b56-f595db8c85c2" providerId="ADAL" clId="{6509F2F2-A6AE-D243-8CA6-0C672EBE8F6B}" dt="2026-04-15T18:30:04.584" v="4393" actId="1076"/>
          <ac:spMkLst>
            <pc:docMk/>
            <pc:sldMk cId="3226106861" sldId="404"/>
            <ac:spMk id="24" creationId="{FF13DDFB-F5BD-3948-1CC0-D84BF4AC7789}"/>
          </ac:spMkLst>
        </pc:spChg>
        <pc:spChg chg="mod">
          <ac:chgData name="Stella Shipman" userId="19288fed-0e4e-472d-9b56-f595db8c85c2" providerId="ADAL" clId="{6509F2F2-A6AE-D243-8CA6-0C672EBE8F6B}" dt="2026-04-15T18:30:47.552" v="4402" actId="1076"/>
          <ac:spMkLst>
            <pc:docMk/>
            <pc:sldMk cId="3226106861" sldId="404"/>
            <ac:spMk id="25" creationId="{D899161F-067F-3DCA-6E95-72B0CE96AA62}"/>
          </ac:spMkLst>
        </pc:spChg>
        <pc:spChg chg="mod">
          <ac:chgData name="Stella Shipman" userId="19288fed-0e4e-472d-9b56-f595db8c85c2" providerId="ADAL" clId="{6509F2F2-A6AE-D243-8CA6-0C672EBE8F6B}" dt="2026-04-15T18:30:15.001" v="4395" actId="1076"/>
          <ac:spMkLst>
            <pc:docMk/>
            <pc:sldMk cId="3226106861" sldId="404"/>
            <ac:spMk id="26" creationId="{365F4D19-858F-AED5-1ACA-5F74A566016B}"/>
          </ac:spMkLst>
        </pc:spChg>
        <pc:picChg chg="mod">
          <ac:chgData name="Stella Shipman" userId="19288fed-0e4e-472d-9b56-f595db8c85c2" providerId="ADAL" clId="{6509F2F2-A6AE-D243-8CA6-0C672EBE8F6B}" dt="2026-04-15T18:30:52.794" v="4403" actId="1076"/>
          <ac:picMkLst>
            <pc:docMk/>
            <pc:sldMk cId="3226106861" sldId="404"/>
            <ac:picMk id="8" creationId="{63CC40F2-9771-7577-F1EA-5D0D0C0BD443}"/>
          </ac:picMkLst>
        </pc:picChg>
        <pc:picChg chg="mod">
          <ac:chgData name="Stella Shipman" userId="19288fed-0e4e-472d-9b56-f595db8c85c2" providerId="ADAL" clId="{6509F2F2-A6AE-D243-8CA6-0C672EBE8F6B}" dt="2026-04-15T18:30:11.397" v="4394" actId="1076"/>
          <ac:picMkLst>
            <pc:docMk/>
            <pc:sldMk cId="3226106861" sldId="404"/>
            <ac:picMk id="13" creationId="{AAA9739A-FEE3-96A3-42D3-6C036049BAE6}"/>
          </ac:picMkLst>
        </pc:picChg>
        <pc:cxnChg chg="add mod">
          <ac:chgData name="Stella Shipman" userId="19288fed-0e4e-472d-9b56-f595db8c85c2" providerId="ADAL" clId="{6509F2F2-A6AE-D243-8CA6-0C672EBE8F6B}" dt="2026-04-15T19:19:00.104" v="4893" actId="1076"/>
          <ac:cxnSpMkLst>
            <pc:docMk/>
            <pc:sldMk cId="3226106861" sldId="404"/>
            <ac:cxnSpMk id="36" creationId="{ECBA263F-A4CB-B51D-E6E1-20DF2B423DAA}"/>
          </ac:cxnSpMkLst>
        </pc:cxnChg>
      </pc:sldChg>
      <pc:sldChg chg="addSp delSp modSp add mod modNotesTx">
        <pc:chgData name="Stella Shipman" userId="19288fed-0e4e-472d-9b56-f595db8c85c2" providerId="ADAL" clId="{6509F2F2-A6AE-D243-8CA6-0C672EBE8F6B}" dt="2026-04-21T20:28:56.246" v="5017" actId="20577"/>
        <pc:sldMkLst>
          <pc:docMk/>
          <pc:sldMk cId="4095811068" sldId="405"/>
        </pc:sldMkLst>
        <pc:spChg chg="mod">
          <ac:chgData name="Stella Shipman" userId="19288fed-0e4e-472d-9b56-f595db8c85c2" providerId="ADAL" clId="{6509F2F2-A6AE-D243-8CA6-0C672EBE8F6B}" dt="2026-04-13T20:46:33.821" v="2367" actId="1076"/>
          <ac:spMkLst>
            <pc:docMk/>
            <pc:sldMk cId="4095811068" sldId="405"/>
            <ac:spMk id="2" creationId="{D795427D-0EBB-174C-5165-92C6A8E69A6E}"/>
          </ac:spMkLst>
        </pc:spChg>
        <pc:spChg chg="mod">
          <ac:chgData name="Stella Shipman" userId="19288fed-0e4e-472d-9b56-f595db8c85c2" providerId="ADAL" clId="{6509F2F2-A6AE-D243-8CA6-0C672EBE8F6B}" dt="2026-04-13T20:54:50.174" v="2645"/>
          <ac:spMkLst>
            <pc:docMk/>
            <pc:sldMk cId="4095811068" sldId="405"/>
            <ac:spMk id="3" creationId="{13E12E53-D654-C33E-C297-5FE2ECBFD11B}"/>
          </ac:spMkLst>
        </pc:spChg>
        <pc:spChg chg="add mod">
          <ac:chgData name="Stella Shipman" userId="19288fed-0e4e-472d-9b56-f595db8c85c2" providerId="ADAL" clId="{6509F2F2-A6AE-D243-8CA6-0C672EBE8F6B}" dt="2026-04-13T20:46:03.872" v="2359" actId="14100"/>
          <ac:spMkLst>
            <pc:docMk/>
            <pc:sldMk cId="4095811068" sldId="405"/>
            <ac:spMk id="10" creationId="{2DD16BBD-46DF-2D60-7A85-FE4F634D174A}"/>
          </ac:spMkLst>
        </pc:spChg>
        <pc:spChg chg="add mod">
          <ac:chgData name="Stella Shipman" userId="19288fed-0e4e-472d-9b56-f595db8c85c2" providerId="ADAL" clId="{6509F2F2-A6AE-D243-8CA6-0C672EBE8F6B}" dt="2026-04-13T20:46:23.629" v="2364" actId="1076"/>
          <ac:spMkLst>
            <pc:docMk/>
            <pc:sldMk cId="4095811068" sldId="405"/>
            <ac:spMk id="11" creationId="{96364B2C-BFE5-028F-5A51-FBA0177B1ED8}"/>
          </ac:spMkLst>
        </pc:spChg>
        <pc:spChg chg="add mod">
          <ac:chgData name="Stella Shipman" userId="19288fed-0e4e-472d-9b56-f595db8c85c2" providerId="ADAL" clId="{6509F2F2-A6AE-D243-8CA6-0C672EBE8F6B}" dt="2026-04-13T20:46:29.164" v="2365" actId="1076"/>
          <ac:spMkLst>
            <pc:docMk/>
            <pc:sldMk cId="4095811068" sldId="405"/>
            <ac:spMk id="12" creationId="{A99DFF6D-07D7-BC6B-689C-94C71944F0A1}"/>
          </ac:spMkLst>
        </pc:spChg>
        <pc:grpChg chg="add mod">
          <ac:chgData name="Stella Shipman" userId="19288fed-0e4e-472d-9b56-f595db8c85c2" providerId="ADAL" clId="{6509F2F2-A6AE-D243-8CA6-0C672EBE8F6B}" dt="2026-04-13T20:46:50.056" v="2369" actId="1076"/>
          <ac:grpSpMkLst>
            <pc:docMk/>
            <pc:sldMk cId="4095811068" sldId="405"/>
            <ac:grpSpMk id="15" creationId="{958A3D02-2875-65E2-F614-0C3270ECC0A9}"/>
          </ac:grpSpMkLst>
        </pc:grpChg>
        <pc:picChg chg="add mod modCrop">
          <ac:chgData name="Stella Shipman" userId="19288fed-0e4e-472d-9b56-f595db8c85c2" providerId="ADAL" clId="{6509F2F2-A6AE-D243-8CA6-0C672EBE8F6B}" dt="2026-04-13T20:45:44.123" v="2354" actId="14100"/>
          <ac:picMkLst>
            <pc:docMk/>
            <pc:sldMk cId="4095811068" sldId="405"/>
            <ac:picMk id="9" creationId="{F5CE76A8-3CAF-FE34-8DA6-070939D5FE32}"/>
          </ac:picMkLst>
        </pc:picChg>
        <pc:picChg chg="add mod modCrop">
          <ac:chgData name="Stella Shipman" userId="19288fed-0e4e-472d-9b56-f595db8c85c2" providerId="ADAL" clId="{6509F2F2-A6AE-D243-8CA6-0C672EBE8F6B}" dt="2026-04-13T20:45:49.256" v="2356" actId="1076"/>
          <ac:picMkLst>
            <pc:docMk/>
            <pc:sldMk cId="4095811068" sldId="405"/>
            <ac:picMk id="14" creationId="{2AC059A6-41B7-09A5-2FAC-8DAC43B01186}"/>
          </ac:picMkLst>
        </pc:picChg>
        <pc:cxnChg chg="add mod">
          <ac:chgData name="Stella Shipman" userId="19288fed-0e4e-472d-9b56-f595db8c85c2" providerId="ADAL" clId="{6509F2F2-A6AE-D243-8CA6-0C672EBE8F6B}" dt="2026-04-15T19:19:16.923" v="4895"/>
          <ac:cxnSpMkLst>
            <pc:docMk/>
            <pc:sldMk cId="4095811068" sldId="405"/>
            <ac:cxnSpMk id="13" creationId="{2D2EDF53-2B98-06A2-D6EE-D9D95FE5A06E}"/>
          </ac:cxnSpMkLst>
        </pc:cxnChg>
      </pc:sldChg>
      <pc:sldChg chg="addSp delSp modSp add mod modNotesTx">
        <pc:chgData name="Stella Shipman" userId="19288fed-0e4e-472d-9b56-f595db8c85c2" providerId="ADAL" clId="{6509F2F2-A6AE-D243-8CA6-0C672EBE8F6B}" dt="2026-04-21T20:29:30.806" v="5047" actId="20577"/>
        <pc:sldMkLst>
          <pc:docMk/>
          <pc:sldMk cId="1284130666" sldId="406"/>
        </pc:sldMkLst>
        <pc:spChg chg="mod">
          <ac:chgData name="Stella Shipman" userId="19288fed-0e4e-472d-9b56-f595db8c85c2" providerId="ADAL" clId="{6509F2F2-A6AE-D243-8CA6-0C672EBE8F6B}" dt="2026-04-13T21:18:45.079" v="2964" actId="1076"/>
          <ac:spMkLst>
            <pc:docMk/>
            <pc:sldMk cId="1284130666" sldId="406"/>
            <ac:spMk id="3" creationId="{1F87FF70-F6CD-703D-E65D-7E1A6FB6C2C5}"/>
          </ac:spMkLst>
        </pc:spChg>
        <pc:spChg chg="mod">
          <ac:chgData name="Stella Shipman" userId="19288fed-0e4e-472d-9b56-f595db8c85c2" providerId="ADAL" clId="{6509F2F2-A6AE-D243-8CA6-0C672EBE8F6B}" dt="2026-04-13T21:19:46.912" v="2976"/>
          <ac:spMkLst>
            <pc:docMk/>
            <pc:sldMk cId="1284130666" sldId="406"/>
            <ac:spMk id="4" creationId="{3E0EEFEA-773E-E49D-BA09-3FCCD05178E8}"/>
          </ac:spMkLst>
        </pc:spChg>
        <pc:spChg chg="mod">
          <ac:chgData name="Stella Shipman" userId="19288fed-0e4e-472d-9b56-f595db8c85c2" providerId="ADAL" clId="{6509F2F2-A6AE-D243-8CA6-0C672EBE8F6B}" dt="2026-04-13T22:30:49.603" v="3262" actId="20577"/>
          <ac:spMkLst>
            <pc:docMk/>
            <pc:sldMk cId="1284130666" sldId="406"/>
            <ac:spMk id="6" creationId="{ED2585C3-DA81-2B60-6BF1-582C3168A5A6}"/>
          </ac:spMkLst>
        </pc:spChg>
        <pc:spChg chg="mod">
          <ac:chgData name="Stella Shipman" userId="19288fed-0e4e-472d-9b56-f595db8c85c2" providerId="ADAL" clId="{6509F2F2-A6AE-D243-8CA6-0C672EBE8F6B}" dt="2026-04-13T21:18:54.109" v="2966" actId="1076"/>
          <ac:spMkLst>
            <pc:docMk/>
            <pc:sldMk cId="1284130666" sldId="406"/>
            <ac:spMk id="8" creationId="{8639CC5E-D0D9-AB58-72E8-32DA24BA0ED9}"/>
          </ac:spMkLst>
        </pc:spChg>
        <pc:spChg chg="mod">
          <ac:chgData name="Stella Shipman" userId="19288fed-0e4e-472d-9b56-f595db8c85c2" providerId="ADAL" clId="{6509F2F2-A6AE-D243-8CA6-0C672EBE8F6B}" dt="2026-04-13T21:18:28.211" v="2960" actId="167"/>
          <ac:spMkLst>
            <pc:docMk/>
            <pc:sldMk cId="1284130666" sldId="406"/>
            <ac:spMk id="9" creationId="{82C6D588-D46D-BC72-684D-AA9820E6CAB5}"/>
          </ac:spMkLst>
        </pc:spChg>
      </pc:sldChg>
      <pc:sldChg chg="modSp add mod ord modShow">
        <pc:chgData name="Stella Shipman" userId="19288fed-0e4e-472d-9b56-f595db8c85c2" providerId="ADAL" clId="{6509F2F2-A6AE-D243-8CA6-0C672EBE8F6B}" dt="2026-04-14T00:44:09.420" v="3705" actId="20578"/>
        <pc:sldMkLst>
          <pc:docMk/>
          <pc:sldMk cId="3971941885" sldId="407"/>
        </pc:sldMkLst>
        <pc:spChg chg="mod">
          <ac:chgData name="Stella Shipman" userId="19288fed-0e4e-472d-9b56-f595db8c85c2" providerId="ADAL" clId="{6509F2F2-A6AE-D243-8CA6-0C672EBE8F6B}" dt="2026-04-13T22:39:56.954" v="3341" actId="20577"/>
          <ac:spMkLst>
            <pc:docMk/>
            <pc:sldMk cId="3971941885" sldId="407"/>
            <ac:spMk id="2" creationId="{0DBB360C-D10B-271D-2293-168FC479EF03}"/>
          </ac:spMkLst>
        </pc:spChg>
        <pc:spChg chg="mod">
          <ac:chgData name="Stella Shipman" userId="19288fed-0e4e-472d-9b56-f595db8c85c2" providerId="ADAL" clId="{6509F2F2-A6AE-D243-8CA6-0C672EBE8F6B}" dt="2026-04-13T22:48:11.732" v="3446"/>
          <ac:spMkLst>
            <pc:docMk/>
            <pc:sldMk cId="3971941885" sldId="407"/>
            <ac:spMk id="3" creationId="{B58E34B6-B8C4-F438-F71B-23FC484B8575}"/>
          </ac:spMkLst>
        </pc:spChg>
      </pc:sldChg>
      <pc:sldChg chg="modSp add mod ord modShow">
        <pc:chgData name="Stella Shipman" userId="19288fed-0e4e-472d-9b56-f595db8c85c2" providerId="ADAL" clId="{6509F2F2-A6AE-D243-8CA6-0C672EBE8F6B}" dt="2026-04-14T01:13:34.005" v="3915" actId="20578"/>
        <pc:sldMkLst>
          <pc:docMk/>
          <pc:sldMk cId="1735876471" sldId="408"/>
        </pc:sldMkLst>
        <pc:spChg chg="mod">
          <ac:chgData name="Stella Shipman" userId="19288fed-0e4e-472d-9b56-f595db8c85c2" providerId="ADAL" clId="{6509F2F2-A6AE-D243-8CA6-0C672EBE8F6B}" dt="2026-04-13T22:46:25.776" v="3397" actId="403"/>
          <ac:spMkLst>
            <pc:docMk/>
            <pc:sldMk cId="1735876471" sldId="408"/>
            <ac:spMk id="3" creationId="{267E2A4C-0191-8DF1-14D0-81BEB7E0D6BA}"/>
          </ac:spMkLst>
        </pc:spChg>
      </pc:sldChg>
      <pc:sldChg chg="modSp add mod ord modShow">
        <pc:chgData name="Stella Shipman" userId="19288fed-0e4e-472d-9b56-f595db8c85c2" providerId="ADAL" clId="{6509F2F2-A6AE-D243-8CA6-0C672EBE8F6B}" dt="2026-04-14T00:44:09.420" v="3705" actId="20578"/>
        <pc:sldMkLst>
          <pc:docMk/>
          <pc:sldMk cId="3428843980" sldId="409"/>
        </pc:sldMkLst>
        <pc:spChg chg="mod">
          <ac:chgData name="Stella Shipman" userId="19288fed-0e4e-472d-9b56-f595db8c85c2" providerId="ADAL" clId="{6509F2F2-A6AE-D243-8CA6-0C672EBE8F6B}" dt="2026-04-13T22:45:04.273" v="3388" actId="20577"/>
          <ac:spMkLst>
            <pc:docMk/>
            <pc:sldMk cId="3428843980" sldId="409"/>
            <ac:spMk id="2" creationId="{F675CBC0-1BD1-4AFE-B5B1-9183E6663B0D}"/>
          </ac:spMkLst>
        </pc:spChg>
        <pc:spChg chg="mod">
          <ac:chgData name="Stella Shipman" userId="19288fed-0e4e-472d-9b56-f595db8c85c2" providerId="ADAL" clId="{6509F2F2-A6AE-D243-8CA6-0C672EBE8F6B}" dt="2026-04-13T22:49:47.938" v="3489"/>
          <ac:spMkLst>
            <pc:docMk/>
            <pc:sldMk cId="3428843980" sldId="409"/>
            <ac:spMk id="3" creationId="{267E2A4C-0191-8DF1-14D0-81BEB7E0D6BA}"/>
          </ac:spMkLst>
        </pc:spChg>
      </pc:sldChg>
      <pc:sldChg chg="modSp add mod modNotesTx">
        <pc:chgData name="Stella Shipman" userId="19288fed-0e4e-472d-9b56-f595db8c85c2" providerId="ADAL" clId="{6509F2F2-A6AE-D243-8CA6-0C672EBE8F6B}" dt="2026-04-23T02:07:09.254" v="5228" actId="14100"/>
        <pc:sldMkLst>
          <pc:docMk/>
          <pc:sldMk cId="776745213" sldId="410"/>
        </pc:sldMkLst>
        <pc:spChg chg="mod">
          <ac:chgData name="Stella Shipman" userId="19288fed-0e4e-472d-9b56-f595db8c85c2" providerId="ADAL" clId="{6509F2F2-A6AE-D243-8CA6-0C672EBE8F6B}" dt="2026-04-23T01:35:42.657" v="5226" actId="5793"/>
          <ac:spMkLst>
            <pc:docMk/>
            <pc:sldMk cId="776745213" sldId="410"/>
            <ac:spMk id="12" creationId="{AC906AE7-5D96-36C1-6428-2AF4C28471EE}"/>
          </ac:spMkLst>
        </pc:spChg>
        <pc:spChg chg="mod">
          <ac:chgData name="Stella Shipman" userId="19288fed-0e4e-472d-9b56-f595db8c85c2" providerId="ADAL" clId="{6509F2F2-A6AE-D243-8CA6-0C672EBE8F6B}" dt="2026-04-23T02:07:09.254" v="5228" actId="14100"/>
          <ac:spMkLst>
            <pc:docMk/>
            <pc:sldMk cId="776745213" sldId="410"/>
            <ac:spMk id="25" creationId="{324A54AD-B2D2-822A-572E-DC725BB21D47}"/>
          </ac:spMkLst>
        </pc:spChg>
      </pc:sldChg>
      <pc:sldChg chg="addSp delSp modSp add mod modClrScheme chgLayout modNotesTx">
        <pc:chgData name="Stella Shipman" userId="19288fed-0e4e-472d-9b56-f595db8c85c2" providerId="ADAL" clId="{6509F2F2-A6AE-D243-8CA6-0C672EBE8F6B}" dt="2026-04-21T20:30:21.020" v="5073" actId="20577"/>
        <pc:sldMkLst>
          <pc:docMk/>
          <pc:sldMk cId="2090761132" sldId="411"/>
        </pc:sldMkLst>
        <pc:spChg chg="mod ord">
          <ac:chgData name="Stella Shipman" userId="19288fed-0e4e-472d-9b56-f595db8c85c2" providerId="ADAL" clId="{6509F2F2-A6AE-D243-8CA6-0C672EBE8F6B}" dt="2026-04-14T00:44:50.709" v="3707" actId="700"/>
          <ac:spMkLst>
            <pc:docMk/>
            <pc:sldMk cId="2090761132" sldId="411"/>
            <ac:spMk id="2" creationId="{F675CBC0-1BD1-4AFE-B5B1-9183E6663B0D}"/>
          </ac:spMkLst>
        </pc:spChg>
        <pc:spChg chg="mod ord">
          <ac:chgData name="Stella Shipman" userId="19288fed-0e4e-472d-9b56-f595db8c85c2" providerId="ADAL" clId="{6509F2F2-A6AE-D243-8CA6-0C672EBE8F6B}" dt="2026-04-14T00:44:50.709" v="3707" actId="700"/>
          <ac:spMkLst>
            <pc:docMk/>
            <pc:sldMk cId="2090761132" sldId="411"/>
            <ac:spMk id="4" creationId="{6B18C3AC-CDE9-6B46-0397-6CFBCE02E263}"/>
          </ac:spMkLst>
        </pc:spChg>
        <pc:spChg chg="mod ord">
          <ac:chgData name="Stella Shipman" userId="19288fed-0e4e-472d-9b56-f595db8c85c2" providerId="ADAL" clId="{6509F2F2-A6AE-D243-8CA6-0C672EBE8F6B}" dt="2026-04-14T00:44:50.709" v="3707" actId="700"/>
          <ac:spMkLst>
            <pc:docMk/>
            <pc:sldMk cId="2090761132" sldId="411"/>
            <ac:spMk id="5" creationId="{4D555397-6A84-36DB-69D7-82990E83C094}"/>
          </ac:spMkLst>
        </pc:spChg>
        <pc:spChg chg="add mod ord">
          <ac:chgData name="Stella Shipman" userId="19288fed-0e4e-472d-9b56-f595db8c85c2" providerId="ADAL" clId="{6509F2F2-A6AE-D243-8CA6-0C672EBE8F6B}" dt="2026-04-14T01:07:55.038" v="3851" actId="113"/>
          <ac:spMkLst>
            <pc:docMk/>
            <pc:sldMk cId="2090761132" sldId="411"/>
            <ac:spMk id="7" creationId="{26431374-8BA8-E641-B158-297C6E760A6F}"/>
          </ac:spMkLst>
        </pc:spChg>
        <pc:spChg chg="add mod ord">
          <ac:chgData name="Stella Shipman" userId="19288fed-0e4e-472d-9b56-f595db8c85c2" providerId="ADAL" clId="{6509F2F2-A6AE-D243-8CA6-0C672EBE8F6B}" dt="2026-04-14T01:09:39.426" v="3874" actId="14100"/>
          <ac:spMkLst>
            <pc:docMk/>
            <pc:sldMk cId="2090761132" sldId="411"/>
            <ac:spMk id="8" creationId="{D6948250-EEC0-75FE-482C-DD87DC165DBF}"/>
          </ac:spMkLst>
        </pc:spChg>
        <pc:spChg chg="add mod ord">
          <ac:chgData name="Stella Shipman" userId="19288fed-0e4e-472d-9b56-f595db8c85c2" providerId="ADAL" clId="{6509F2F2-A6AE-D243-8CA6-0C672EBE8F6B}" dt="2026-04-14T01:10:11.382" v="3881" actId="14100"/>
          <ac:spMkLst>
            <pc:docMk/>
            <pc:sldMk cId="2090761132" sldId="411"/>
            <ac:spMk id="9" creationId="{A6251C85-7CB8-3710-C04C-97295E6FACDC}"/>
          </ac:spMkLst>
        </pc:spChg>
        <pc:spChg chg="add mod ord">
          <ac:chgData name="Stella Shipman" userId="19288fed-0e4e-472d-9b56-f595db8c85c2" providerId="ADAL" clId="{6509F2F2-A6AE-D243-8CA6-0C672EBE8F6B}" dt="2026-04-14T01:12:12.764" v="3909" actId="14100"/>
          <ac:spMkLst>
            <pc:docMk/>
            <pc:sldMk cId="2090761132" sldId="411"/>
            <ac:spMk id="10" creationId="{5FFA47FB-8C41-1266-22BA-00393696AB42}"/>
          </ac:spMkLst>
        </pc:spChg>
        <pc:spChg chg="add mod ord">
          <ac:chgData name="Stella Shipman" userId="19288fed-0e4e-472d-9b56-f595db8c85c2" providerId="ADAL" clId="{6509F2F2-A6AE-D243-8CA6-0C672EBE8F6B}" dt="2026-04-14T01:12:22.505" v="3910" actId="14100"/>
          <ac:spMkLst>
            <pc:docMk/>
            <pc:sldMk cId="2090761132" sldId="411"/>
            <ac:spMk id="12" creationId="{63F15601-EB93-0D4F-A5C5-8AC9C3013898}"/>
          </ac:spMkLst>
        </pc:spChg>
        <pc:spChg chg="add mod ord">
          <ac:chgData name="Stella Shipman" userId="19288fed-0e4e-472d-9b56-f595db8c85c2" providerId="ADAL" clId="{6509F2F2-A6AE-D243-8CA6-0C672EBE8F6B}" dt="2026-04-14T01:12:41.131" v="3912" actId="1076"/>
          <ac:spMkLst>
            <pc:docMk/>
            <pc:sldMk cId="2090761132" sldId="411"/>
            <ac:spMk id="13" creationId="{48AFEF1E-8267-743D-6482-B7F9C2CD832E}"/>
          </ac:spMkLst>
        </pc:spChg>
        <pc:spChg chg="add mod">
          <ac:chgData name="Stella Shipman" userId="19288fed-0e4e-472d-9b56-f595db8c85c2" providerId="ADAL" clId="{6509F2F2-A6AE-D243-8CA6-0C672EBE8F6B}" dt="2026-04-14T01:10:06.883" v="3880" actId="14100"/>
          <ac:spMkLst>
            <pc:docMk/>
            <pc:sldMk cId="2090761132" sldId="411"/>
            <ac:spMk id="15" creationId="{36964DA0-60A2-176D-AF90-79B0F4532774}"/>
          </ac:spMkLst>
        </pc:spChg>
        <pc:spChg chg="add mod">
          <ac:chgData name="Stella Shipman" userId="19288fed-0e4e-472d-9b56-f595db8c85c2" providerId="ADAL" clId="{6509F2F2-A6AE-D243-8CA6-0C672EBE8F6B}" dt="2026-04-14T01:12:46.217" v="3913" actId="1076"/>
          <ac:spMkLst>
            <pc:docMk/>
            <pc:sldMk cId="2090761132" sldId="411"/>
            <ac:spMk id="18" creationId="{06E08744-8B43-D70F-A256-DD6CFF457084}"/>
          </ac:spMkLst>
        </pc:spChg>
      </pc:sldChg>
      <pc:sldChg chg="addSp delSp modSp add mod">
        <pc:chgData name="Stella Shipman" userId="19288fed-0e4e-472d-9b56-f595db8c85c2" providerId="ADAL" clId="{6509F2F2-A6AE-D243-8CA6-0C672EBE8F6B}" dt="2026-04-15T19:00:01.690" v="4731" actId="14100"/>
        <pc:sldMkLst>
          <pc:docMk/>
          <pc:sldMk cId="2205139045" sldId="412"/>
        </pc:sldMkLst>
        <pc:spChg chg="add mod">
          <ac:chgData name="Stella Shipman" userId="19288fed-0e4e-472d-9b56-f595db8c85c2" providerId="ADAL" clId="{6509F2F2-A6AE-D243-8CA6-0C672EBE8F6B}" dt="2026-04-15T14:51:24.084" v="4303" actId="1076"/>
          <ac:spMkLst>
            <pc:docMk/>
            <pc:sldMk cId="2205139045" sldId="412"/>
            <ac:spMk id="6" creationId="{ADF111BD-0D53-C8E5-DD0D-3691DA59423A}"/>
          </ac:spMkLst>
        </pc:spChg>
        <pc:spChg chg="add mod">
          <ac:chgData name="Stella Shipman" userId="19288fed-0e4e-472d-9b56-f595db8c85c2" providerId="ADAL" clId="{6509F2F2-A6AE-D243-8CA6-0C672EBE8F6B}" dt="2026-04-15T14:51:35.290" v="4305" actId="207"/>
          <ac:spMkLst>
            <pc:docMk/>
            <pc:sldMk cId="2205139045" sldId="412"/>
            <ac:spMk id="9" creationId="{E455421A-479B-1380-BAD8-CEF0A6D073E5}"/>
          </ac:spMkLst>
        </pc:spChg>
        <pc:spChg chg="add mod">
          <ac:chgData name="Stella Shipman" userId="19288fed-0e4e-472d-9b56-f595db8c85c2" providerId="ADAL" clId="{6509F2F2-A6AE-D243-8CA6-0C672EBE8F6B}" dt="2026-04-15T14:51:05.356" v="4301" actId="207"/>
          <ac:spMkLst>
            <pc:docMk/>
            <pc:sldMk cId="2205139045" sldId="412"/>
            <ac:spMk id="10" creationId="{CB11D1CE-0C0B-83AB-49FE-E0E63875AE1A}"/>
          </ac:spMkLst>
        </pc:spChg>
        <pc:spChg chg="add mod">
          <ac:chgData name="Stella Shipman" userId="19288fed-0e4e-472d-9b56-f595db8c85c2" providerId="ADAL" clId="{6509F2F2-A6AE-D243-8CA6-0C672EBE8F6B}" dt="2026-04-15T14:51:38.190" v="4306" actId="207"/>
          <ac:spMkLst>
            <pc:docMk/>
            <pc:sldMk cId="2205139045" sldId="412"/>
            <ac:spMk id="12" creationId="{F88B67A8-2E2A-34BD-A559-5575FCF0215E}"/>
          </ac:spMkLst>
        </pc:spChg>
        <pc:spChg chg="add mod">
          <ac:chgData name="Stella Shipman" userId="19288fed-0e4e-472d-9b56-f595db8c85c2" providerId="ADAL" clId="{6509F2F2-A6AE-D243-8CA6-0C672EBE8F6B}" dt="2026-04-15T14:51:15.394" v="4302" actId="207"/>
          <ac:spMkLst>
            <pc:docMk/>
            <pc:sldMk cId="2205139045" sldId="412"/>
            <ac:spMk id="13" creationId="{B1941973-9D84-E11F-5434-429F3EC7432F}"/>
          </ac:spMkLst>
        </pc:spChg>
        <pc:spChg chg="mod">
          <ac:chgData name="Stella Shipman" userId="19288fed-0e4e-472d-9b56-f595db8c85c2" providerId="ADAL" clId="{6509F2F2-A6AE-D243-8CA6-0C672EBE8F6B}" dt="2026-04-15T15:08:17.734" v="4348" actId="2710"/>
          <ac:spMkLst>
            <pc:docMk/>
            <pc:sldMk cId="2205139045" sldId="412"/>
            <ac:spMk id="14" creationId="{0A6D3361-DC5C-AC8E-23F7-CEF3BD5061A8}"/>
          </ac:spMkLst>
        </pc:spChg>
        <pc:spChg chg="mod">
          <ac:chgData name="Stella Shipman" userId="19288fed-0e4e-472d-9b56-f595db8c85c2" providerId="ADAL" clId="{6509F2F2-A6AE-D243-8CA6-0C672EBE8F6B}" dt="2026-04-15T14:43:43.170" v="4244" actId="14100"/>
          <ac:spMkLst>
            <pc:docMk/>
            <pc:sldMk cId="2205139045" sldId="412"/>
            <ac:spMk id="15" creationId="{4DACC135-C9F7-565C-8BF0-D5571C234422}"/>
          </ac:spMkLst>
        </pc:spChg>
        <pc:spChg chg="add mod">
          <ac:chgData name="Stella Shipman" userId="19288fed-0e4e-472d-9b56-f595db8c85c2" providerId="ADAL" clId="{6509F2F2-A6AE-D243-8CA6-0C672EBE8F6B}" dt="2026-04-15T14:51:40.740" v="4307" actId="207"/>
          <ac:spMkLst>
            <pc:docMk/>
            <pc:sldMk cId="2205139045" sldId="412"/>
            <ac:spMk id="16" creationId="{78643BC5-AA06-4EA8-2F12-D92BA4C3AEF3}"/>
          </ac:spMkLst>
        </pc:spChg>
        <pc:grpChg chg="add mod">
          <ac:chgData name="Stella Shipman" userId="19288fed-0e4e-472d-9b56-f595db8c85c2" providerId="ADAL" clId="{6509F2F2-A6AE-D243-8CA6-0C672EBE8F6B}" dt="2026-04-15T14:21:56.447" v="3969" actId="1076"/>
          <ac:grpSpMkLst>
            <pc:docMk/>
            <pc:sldMk cId="2205139045" sldId="412"/>
            <ac:grpSpMk id="5" creationId="{ACB9371B-0A62-F9D5-3693-7AF66FA187CA}"/>
          </ac:grpSpMkLst>
        </pc:grpChg>
        <pc:grpChg chg="add mod">
          <ac:chgData name="Stella Shipman" userId="19288fed-0e4e-472d-9b56-f595db8c85c2" providerId="ADAL" clId="{6509F2F2-A6AE-D243-8CA6-0C672EBE8F6B}" dt="2026-04-15T14:42:23.507" v="4223" actId="1076"/>
          <ac:grpSpMkLst>
            <pc:docMk/>
            <pc:sldMk cId="2205139045" sldId="412"/>
            <ac:grpSpMk id="17" creationId="{359C1AC5-EEA9-B13E-AFD5-3EAFDBF3EC45}"/>
          </ac:grpSpMkLst>
        </pc:grpChg>
        <pc:grpChg chg="add">
          <ac:chgData name="Stella Shipman" userId="19288fed-0e4e-472d-9b56-f595db8c85c2" providerId="ADAL" clId="{6509F2F2-A6AE-D243-8CA6-0C672EBE8F6B}" dt="2026-04-15T14:41:54.604" v="4214" actId="164"/>
          <ac:grpSpMkLst>
            <pc:docMk/>
            <pc:sldMk cId="2205139045" sldId="412"/>
            <ac:grpSpMk id="18" creationId="{B54C8095-5D52-E6FA-BAF8-6F2B34817B42}"/>
          </ac:grpSpMkLst>
        </pc:grpChg>
        <pc:grpChg chg="add mod">
          <ac:chgData name="Stella Shipman" userId="19288fed-0e4e-472d-9b56-f595db8c85c2" providerId="ADAL" clId="{6509F2F2-A6AE-D243-8CA6-0C672EBE8F6B}" dt="2026-04-15T14:51:30.593" v="4304" actId="1076"/>
          <ac:grpSpMkLst>
            <pc:docMk/>
            <pc:sldMk cId="2205139045" sldId="412"/>
            <ac:grpSpMk id="19" creationId="{C5E0BB6A-C284-A040-574B-794D6743F9FF}"/>
          </ac:grpSpMkLst>
        </pc:grpChg>
        <pc:picChg chg="mod modCrop">
          <ac:chgData name="Stella Shipman" userId="19288fed-0e4e-472d-9b56-f595db8c85c2" providerId="ADAL" clId="{6509F2F2-A6AE-D243-8CA6-0C672EBE8F6B}" dt="2026-04-15T14:30:42.508" v="4188" actId="732"/>
          <ac:picMkLst>
            <pc:docMk/>
            <pc:sldMk cId="2205139045" sldId="412"/>
            <ac:picMk id="3" creationId="{FC7C9787-A389-7C63-622B-F570CAFDCD84}"/>
          </ac:picMkLst>
        </pc:picChg>
        <pc:picChg chg="add mod modCrop">
          <ac:chgData name="Stella Shipman" userId="19288fed-0e4e-472d-9b56-f595db8c85c2" providerId="ADAL" clId="{6509F2F2-A6AE-D243-8CA6-0C672EBE8F6B}" dt="2026-04-15T14:30:59.790" v="4189" actId="732"/>
          <ac:picMkLst>
            <pc:docMk/>
            <pc:sldMk cId="2205139045" sldId="412"/>
            <ac:picMk id="4" creationId="{B5AA1368-B6DC-CAC4-EF31-FA6F7960F573}"/>
          </ac:picMkLst>
        </pc:picChg>
        <pc:picChg chg="mod modCrop">
          <ac:chgData name="Stella Shipman" userId="19288fed-0e4e-472d-9b56-f595db8c85c2" providerId="ADAL" clId="{6509F2F2-A6AE-D243-8CA6-0C672EBE8F6B}" dt="2026-04-15T14:41:30.879" v="4211" actId="1076"/>
          <ac:picMkLst>
            <pc:docMk/>
            <pc:sldMk cId="2205139045" sldId="412"/>
            <ac:picMk id="11" creationId="{0AA64CBA-69B4-706D-DC58-0C56ED3EA4FF}"/>
          </ac:picMkLst>
        </pc:picChg>
        <pc:cxnChg chg="add mod">
          <ac:chgData name="Stella Shipman" userId="19288fed-0e4e-472d-9b56-f595db8c85c2" providerId="ADAL" clId="{6509F2F2-A6AE-D243-8CA6-0C672EBE8F6B}" dt="2026-04-15T19:00:01.690" v="4731" actId="14100"/>
          <ac:cxnSpMkLst>
            <pc:docMk/>
            <pc:sldMk cId="2205139045" sldId="412"/>
            <ac:cxnSpMk id="22" creationId="{85D031BF-62B2-6326-3134-8C2AA72586EE}"/>
          </ac:cxnSpMkLst>
        </pc:cxnChg>
        <pc:cxnChg chg="add mod">
          <ac:chgData name="Stella Shipman" userId="19288fed-0e4e-472d-9b56-f595db8c85c2" providerId="ADAL" clId="{6509F2F2-A6AE-D243-8CA6-0C672EBE8F6B}" dt="2026-04-15T18:59:51.247" v="4729" actId="14100"/>
          <ac:cxnSpMkLst>
            <pc:docMk/>
            <pc:sldMk cId="2205139045" sldId="412"/>
            <ac:cxnSpMk id="30" creationId="{CE1081DB-3722-32CA-5228-3E04A66FF8B6}"/>
          </ac:cxnSpMkLst>
        </pc:cxnChg>
      </pc:sldChg>
      <pc:sldChg chg="addSp delSp modSp add mod">
        <pc:chgData name="Stella Shipman" userId="19288fed-0e4e-472d-9b56-f595db8c85c2" providerId="ADAL" clId="{6509F2F2-A6AE-D243-8CA6-0C672EBE8F6B}" dt="2026-04-23T00:58:48.683" v="5122" actId="732"/>
        <pc:sldMkLst>
          <pc:docMk/>
          <pc:sldMk cId="3215830421" sldId="413"/>
        </pc:sldMkLst>
        <pc:spChg chg="add mod">
          <ac:chgData name="Stella Shipman" userId="19288fed-0e4e-472d-9b56-f595db8c85c2" providerId="ADAL" clId="{6509F2F2-A6AE-D243-8CA6-0C672EBE8F6B}" dt="2026-04-15T14:49:27.662" v="4292" actId="207"/>
          <ac:spMkLst>
            <pc:docMk/>
            <pc:sldMk cId="3215830421" sldId="413"/>
            <ac:spMk id="3" creationId="{B56CF745-D263-4455-939E-7D29C01AF55F}"/>
          </ac:spMkLst>
        </pc:spChg>
        <pc:spChg chg="add mod">
          <ac:chgData name="Stella Shipman" userId="19288fed-0e4e-472d-9b56-f595db8c85c2" providerId="ADAL" clId="{6509F2F2-A6AE-D243-8CA6-0C672EBE8F6B}" dt="2026-04-15T14:49:45.005" v="4293" actId="207"/>
          <ac:spMkLst>
            <pc:docMk/>
            <pc:sldMk cId="3215830421" sldId="413"/>
            <ac:spMk id="6" creationId="{B96C1F17-C9D1-0702-C29B-4451558BEF8E}"/>
          </ac:spMkLst>
        </pc:spChg>
        <pc:spChg chg="add mod">
          <ac:chgData name="Stella Shipman" userId="19288fed-0e4e-472d-9b56-f595db8c85c2" providerId="ADAL" clId="{6509F2F2-A6AE-D243-8CA6-0C672EBE8F6B}" dt="2026-04-15T15:05:56.407" v="4336" actId="1076"/>
          <ac:spMkLst>
            <pc:docMk/>
            <pc:sldMk cId="3215830421" sldId="413"/>
            <ac:spMk id="10" creationId="{246B72A5-282D-8F51-1AC9-4A686D9858EC}"/>
          </ac:spMkLst>
        </pc:spChg>
        <pc:spChg chg="add mod">
          <ac:chgData name="Stella Shipman" userId="19288fed-0e4e-472d-9b56-f595db8c85c2" providerId="ADAL" clId="{6509F2F2-A6AE-D243-8CA6-0C672EBE8F6B}" dt="2026-04-15T15:05:18.826" v="4332" actId="1076"/>
          <ac:spMkLst>
            <pc:docMk/>
            <pc:sldMk cId="3215830421" sldId="413"/>
            <ac:spMk id="11" creationId="{737FA105-022C-4492-3EDC-E131278C576E}"/>
          </ac:spMkLst>
        </pc:spChg>
        <pc:spChg chg="add mod">
          <ac:chgData name="Stella Shipman" userId="19288fed-0e4e-472d-9b56-f595db8c85c2" providerId="ADAL" clId="{6509F2F2-A6AE-D243-8CA6-0C672EBE8F6B}" dt="2026-04-15T14:49:50.824" v="4294" actId="207"/>
          <ac:spMkLst>
            <pc:docMk/>
            <pc:sldMk cId="3215830421" sldId="413"/>
            <ac:spMk id="12" creationId="{DE29E29E-F045-63B4-427E-34CA4665EB79}"/>
          </ac:spMkLst>
        </pc:spChg>
        <pc:spChg chg="add mod">
          <ac:chgData name="Stella Shipman" userId="19288fed-0e4e-472d-9b56-f595db8c85c2" providerId="ADAL" clId="{6509F2F2-A6AE-D243-8CA6-0C672EBE8F6B}" dt="2026-04-15T14:50:00.985" v="4297" actId="207"/>
          <ac:spMkLst>
            <pc:docMk/>
            <pc:sldMk cId="3215830421" sldId="413"/>
            <ac:spMk id="13" creationId="{70C12358-B803-D119-396A-6BDF0C119C31}"/>
          </ac:spMkLst>
        </pc:spChg>
        <pc:spChg chg="mod">
          <ac:chgData name="Stella Shipman" userId="19288fed-0e4e-472d-9b56-f595db8c85c2" providerId="ADAL" clId="{6509F2F2-A6AE-D243-8CA6-0C672EBE8F6B}" dt="2026-04-15T15:08:23.152" v="4349" actId="2710"/>
          <ac:spMkLst>
            <pc:docMk/>
            <pc:sldMk cId="3215830421" sldId="413"/>
            <ac:spMk id="14" creationId="{7DC0E639-491A-2D91-2499-E21BD6EBCB1A}"/>
          </ac:spMkLst>
        </pc:spChg>
        <pc:spChg chg="mod">
          <ac:chgData name="Stella Shipman" userId="19288fed-0e4e-472d-9b56-f595db8c85c2" providerId="ADAL" clId="{6509F2F2-A6AE-D243-8CA6-0C672EBE8F6B}" dt="2026-04-15T14:43:56.882" v="4245" actId="14100"/>
          <ac:spMkLst>
            <pc:docMk/>
            <pc:sldMk cId="3215830421" sldId="413"/>
            <ac:spMk id="15" creationId="{2F94EED8-B172-887D-1194-FC6AA3D92CF4}"/>
          </ac:spMkLst>
        </pc:spChg>
        <pc:grpChg chg="add">
          <ac:chgData name="Stella Shipman" userId="19288fed-0e4e-472d-9b56-f595db8c85c2" providerId="ADAL" clId="{6509F2F2-A6AE-D243-8CA6-0C672EBE8F6B}" dt="2026-04-15T14:50:37.447" v="4298" actId="164"/>
          <ac:grpSpMkLst>
            <pc:docMk/>
            <pc:sldMk cId="3215830421" sldId="413"/>
            <ac:grpSpMk id="16" creationId="{C3626CD3-F140-36E6-E218-2D46969DE3FB}"/>
          </ac:grpSpMkLst>
        </pc:grpChg>
        <pc:grpChg chg="add">
          <ac:chgData name="Stella Shipman" userId="19288fed-0e4e-472d-9b56-f595db8c85c2" providerId="ADAL" clId="{6509F2F2-A6AE-D243-8CA6-0C672EBE8F6B}" dt="2026-04-15T14:50:44.894" v="4299" actId="164"/>
          <ac:grpSpMkLst>
            <pc:docMk/>
            <pc:sldMk cId="3215830421" sldId="413"/>
            <ac:grpSpMk id="17" creationId="{BAA4A4DF-749B-D506-6078-634D179E911D}"/>
          </ac:grpSpMkLst>
        </pc:grpChg>
        <pc:picChg chg="mod modCrop">
          <ac:chgData name="Stella Shipman" userId="19288fed-0e4e-472d-9b56-f595db8c85c2" providerId="ADAL" clId="{6509F2F2-A6AE-D243-8CA6-0C672EBE8F6B}" dt="2026-04-15T15:05:47.682" v="4335" actId="1076"/>
          <ac:picMkLst>
            <pc:docMk/>
            <pc:sldMk cId="3215830421" sldId="413"/>
            <ac:picMk id="4" creationId="{19B4951E-1816-3FD4-BC0F-B3206324C19E}"/>
          </ac:picMkLst>
        </pc:picChg>
        <pc:picChg chg="mod modCrop">
          <ac:chgData name="Stella Shipman" userId="19288fed-0e4e-472d-9b56-f595db8c85c2" providerId="ADAL" clId="{6509F2F2-A6AE-D243-8CA6-0C672EBE8F6B}" dt="2026-04-23T00:58:48.683" v="5122" actId="732"/>
          <ac:picMkLst>
            <pc:docMk/>
            <pc:sldMk cId="3215830421" sldId="413"/>
            <ac:picMk id="5" creationId="{28B928B6-8896-9C60-3361-EB9D27E7DE2D}"/>
          </ac:picMkLst>
        </pc:picChg>
        <pc:cxnChg chg="add mod">
          <ac:chgData name="Stella Shipman" userId="19288fed-0e4e-472d-9b56-f595db8c85c2" providerId="ADAL" clId="{6509F2F2-A6AE-D243-8CA6-0C672EBE8F6B}" dt="2026-04-15T19:00:17.968" v="4733" actId="14100"/>
          <ac:cxnSpMkLst>
            <pc:docMk/>
            <pc:sldMk cId="3215830421" sldId="413"/>
            <ac:cxnSpMk id="18" creationId="{E185D2C0-2793-C1C4-B6A5-9972A74C1527}"/>
          </ac:cxnSpMkLst>
        </pc:cxnChg>
        <pc:cxnChg chg="add mod">
          <ac:chgData name="Stella Shipman" userId="19288fed-0e4e-472d-9b56-f595db8c85c2" providerId="ADAL" clId="{6509F2F2-A6AE-D243-8CA6-0C672EBE8F6B}" dt="2026-04-15T19:00:13.408" v="4732"/>
          <ac:cxnSpMkLst>
            <pc:docMk/>
            <pc:sldMk cId="3215830421" sldId="413"/>
            <ac:cxnSpMk id="25" creationId="{6BE48EC7-A757-10BD-062B-8A5BCDF878A9}"/>
          </ac:cxnSpMkLst>
        </pc:cxnChg>
      </pc:sldChg>
      <pc:sldMasterChg chg="modSldLayout">
        <pc:chgData name="Stella Shipman" userId="19288fed-0e4e-472d-9b56-f595db8c85c2" providerId="ADAL" clId="{6509F2F2-A6AE-D243-8CA6-0C672EBE8F6B}" dt="2026-04-13T17:45:28.949" v="189" actId="2085"/>
        <pc:sldMasterMkLst>
          <pc:docMk/>
          <pc:sldMasterMk cId="3996049484" sldId="2147483660"/>
        </pc:sldMasterMkLst>
        <pc:sldLayoutChg chg="addSp modSp mod">
          <pc:chgData name="Stella Shipman" userId="19288fed-0e4e-472d-9b56-f595db8c85c2" providerId="ADAL" clId="{6509F2F2-A6AE-D243-8CA6-0C672EBE8F6B}" dt="2026-04-13T17:45:28.949" v="189" actId="2085"/>
          <pc:sldLayoutMkLst>
            <pc:docMk/>
            <pc:sldMasterMk cId="3996049484" sldId="2147483660"/>
            <pc:sldLayoutMk cId="479563987" sldId="2147483688"/>
          </pc:sldLayoutMkLst>
          <pc:spChg chg="add mod">
            <ac:chgData name="Stella Shipman" userId="19288fed-0e4e-472d-9b56-f595db8c85c2" providerId="ADAL" clId="{6509F2F2-A6AE-D243-8CA6-0C672EBE8F6B}" dt="2026-04-13T17:45:15.301" v="186" actId="767"/>
            <ac:spMkLst>
              <pc:docMk/>
              <pc:sldMasterMk cId="3996049484" sldId="2147483660"/>
              <pc:sldLayoutMk cId="479563987" sldId="2147483688"/>
              <ac:spMk id="7" creationId="{18BDE369-5E79-156D-EF29-BD81B289C39B}"/>
            </ac:spMkLst>
          </pc:spChg>
          <pc:spChg chg="add mod">
            <ac:chgData name="Stella Shipman" userId="19288fed-0e4e-472d-9b56-f595db8c85c2" providerId="ADAL" clId="{6509F2F2-A6AE-D243-8CA6-0C672EBE8F6B}" dt="2026-04-13T17:45:28.949" v="189" actId="2085"/>
            <ac:spMkLst>
              <pc:docMk/>
              <pc:sldMasterMk cId="3996049484" sldId="2147483660"/>
              <pc:sldLayoutMk cId="479563987" sldId="2147483688"/>
              <ac:spMk id="10" creationId="{9630580E-F829-0B5D-3E02-85D24FD37FB1}"/>
            </ac:spMkLst>
          </pc:spChg>
        </pc:sldLayoutChg>
      </pc:sldMasterChg>
    </pc:docChg>
  </pc:docChgLst>
  <pc:docChgLst>
    <pc:chgData name="Cody Uhl" userId="S::cuhl@uark.edu::11fec3ed-fd1b-48f9-9f9a-aac12487f9a5" providerId="AD" clId="Web-{0037E025-97F3-4BF9-9224-3FB6E6202684}"/>
    <pc:docChg chg="modSld">
      <pc:chgData name="Cody Uhl" userId="S::cuhl@uark.edu::11fec3ed-fd1b-48f9-9f9a-aac12487f9a5" providerId="AD" clId="Web-{0037E025-97F3-4BF9-9224-3FB6E6202684}" dt="2026-04-20T16:04:31.173" v="1" actId="1076"/>
      <pc:docMkLst>
        <pc:docMk/>
      </pc:docMkLst>
      <pc:sldChg chg="modSp">
        <pc:chgData name="Cody Uhl" userId="S::cuhl@uark.edu::11fec3ed-fd1b-48f9-9f9a-aac12487f9a5" providerId="AD" clId="Web-{0037E025-97F3-4BF9-9224-3FB6E6202684}" dt="2026-04-20T16:04:31.173" v="1" actId="1076"/>
        <pc:sldMkLst>
          <pc:docMk/>
          <pc:sldMk cId="2205139045" sldId="412"/>
        </pc:sldMkLst>
        <pc:grpChg chg="mod">
          <ac:chgData name="Cody Uhl" userId="S::cuhl@uark.edu::11fec3ed-fd1b-48f9-9f9a-aac12487f9a5" providerId="AD" clId="Web-{0037E025-97F3-4BF9-9224-3FB6E6202684}" dt="2026-04-20T16:04:31.173" v="1" actId="1076"/>
          <ac:grpSpMkLst>
            <pc:docMk/>
            <pc:sldMk cId="2205139045" sldId="412"/>
            <ac:grpSpMk id="19" creationId="{C5E0BB6A-C284-A040-574B-794D6743F9FF}"/>
          </ac:grpSpMkLst>
        </pc:grpChg>
        <pc:picChg chg="mod">
          <ac:chgData name="Cody Uhl" userId="S::cuhl@uark.edu::11fec3ed-fd1b-48f9-9f9a-aac12487f9a5" providerId="AD" clId="Web-{0037E025-97F3-4BF9-9224-3FB6E6202684}" dt="2026-04-20T16:04:28.767" v="0" actId="1076"/>
          <ac:picMkLst>
            <pc:docMk/>
            <pc:sldMk cId="2205139045" sldId="412"/>
            <ac:picMk id="3" creationId="{FC7C9787-A389-7C63-622B-F570CAFDCD84}"/>
          </ac:picMkLst>
        </pc:picChg>
      </pc:sldChg>
    </pc:docChg>
  </pc:docChgLst>
</pc:chgInfo>
</file>

<file path=ppt/comments/modernComment_15E_E442D92A.xml><?xml version="1.0" encoding="utf-8"?>
<p188:cmLst xmlns:a="http://schemas.openxmlformats.org/drawingml/2006/main" xmlns:r="http://schemas.openxmlformats.org/officeDocument/2006/relationships" xmlns:p188="http://schemas.microsoft.com/office/powerpoint/2018/8/main">
  <p188:cm id="{E9DA4774-2D8B-4DDD-B21A-40D5FF3558E5}" authorId="{D418307D-6E36-FDA1-8EE7-98A9648FF397}" status="resolved" created="2026-03-16T14:47:03.358" complete="100000">
    <pc:sldMkLst xmlns:pc="http://schemas.microsoft.com/office/powerpoint/2013/main/command">
      <pc:docMk/>
      <pc:sldMk cId="3829586218" sldId="350"/>
    </pc:sldMkLst>
    <p188:txBody>
      <a:bodyPr/>
      <a:lstStyle/>
      <a:p>
        <a:r>
          <a:rPr lang="en-US"/>
          <a:t>can probably format this better</a:t>
        </a:r>
      </a:p>
    </p188:txBody>
  </p188:cm>
</p188:cmLst>
</file>

<file path=ppt/comments/modernComment_16D_218A6A42.xml><?xml version="1.0" encoding="utf-8"?>
<p188:cmLst xmlns:a="http://schemas.openxmlformats.org/drawingml/2006/main" xmlns:r="http://schemas.openxmlformats.org/officeDocument/2006/relationships" xmlns:p188="http://schemas.microsoft.com/office/powerpoint/2018/8/main">
  <p188:cm id="{3F3AAF40-32B3-FA40-8BC3-BD989C72DA91}" authorId="{D418307D-6E36-FDA1-8EE7-98A9648FF397}" status="resolved" created="2025-11-05T00:35:46.965" complete="100000">
    <pc:sldMkLst xmlns:pc="http://schemas.microsoft.com/office/powerpoint/2013/main/command">
      <pc:docMk/>
      <pc:sldMk cId="562719298" sldId="365"/>
    </pc:sldMkLst>
    <p188:txBody>
      <a:bodyPr/>
      <a:lstStyle/>
      <a:p>
        <a:r>
          <a:rPr lang="en-US"/>
          <a:t>Making some visualizations for this slide</a:t>
        </a:r>
      </a:p>
    </p188:txBody>
  </p188:cm>
</p188:cmLst>
</file>

<file path=ppt/comments/modernComment_18C_8813E072.xml><?xml version="1.0" encoding="utf-8"?>
<p188:cmLst xmlns:a="http://schemas.openxmlformats.org/drawingml/2006/main" xmlns:r="http://schemas.openxmlformats.org/officeDocument/2006/relationships" xmlns:p188="http://schemas.microsoft.com/office/powerpoint/2018/8/main">
  <p188:cm id="{DAD936BD-8684-4900-A980-D4EF3E2ED843}" authorId="{D418307D-6E36-FDA1-8EE7-98A9648FF397}" created="2026-03-16T14:47:27.046">
    <pc:sldMkLst xmlns:pc="http://schemas.microsoft.com/office/powerpoint/2013/main/command">
      <pc:docMk/>
      <pc:sldMk cId="2283004018" sldId="396"/>
    </pc:sldMkLst>
    <p188:replyLst>
      <p188:reply id="{9902596A-5F3A-6146-8DAC-2F98C88BDF18}" authorId="{D418307D-6E36-FDA1-8EE7-98A9648FF397}" created="2026-04-13T18:03:55.405">
        <p188:txBody>
          <a:bodyPr/>
          <a:lstStyle/>
          <a:p>
            <a:r>
              <a:rPr lang="en-US"/>
              <a:t>just going to hide this slide for now, not really sure that its needed for the final presentation</a:t>
            </a:r>
          </a:p>
        </p188:txBody>
      </p188:reply>
    </p188:replyLst>
    <p188:txBody>
      <a:bodyPr/>
      <a:lstStyle/>
      <a:p>
        <a:r>
          <a:rPr lang="en-US"/>
          <a:t>update to reflect only the questions we are actually answering</a:t>
        </a:r>
      </a:p>
    </p188:txBody>
  </p188:cm>
</p188:cmLst>
</file>

<file path=ppt/comments/modernComment_101_9358D4CF.xml><?xml version="1.0" encoding="utf-8"?>
<p188:cmLst xmlns:a="http://schemas.openxmlformats.org/drawingml/2006/main" xmlns:r="http://schemas.openxmlformats.org/officeDocument/2006/relationships" xmlns:p188="http://schemas.microsoft.com/office/powerpoint/2018/8/main">
  <p188:cm id="{35E15801-588A-4D44-ABCE-05945708FDA5}" authorId="{D418307D-6E36-FDA1-8EE7-98A9648FF397}" status="resolved" created="2025-11-11T19:18:53.940" complete="100000">
    <pc:sldMkLst xmlns:pc="http://schemas.microsoft.com/office/powerpoint/2013/main/command">
      <pc:docMk/>
      <pc:sldMk cId="2472072399" sldId="257"/>
    </pc:sldMkLst>
    <p188:txBody>
      <a:bodyPr/>
      <a:lstStyle/>
      <a:p>
        <a:r>
          <a:rPr lang="en-US"/>
          <a:t>The presentation must begin with spoken word supported by an unnumbered title slide. 
•	The DASC logo must appear.
•	All team members must be introduced, and the team leader must be identified. The full names of all team members must appear on the title slide, and the team leader must be identified on the title slide. 
•	The industry partner organization must be identified, and the key contributors from the industry partner organization must be announced by name and title. The industry partner organization logo must appear on the title slide. The names and titles of the key contributors from the industry partner organization must appear on the title slide. 
•	The team members and industry partners should also be identified with appropriately sized headshots.
•	The date of the presentation must appear on the title slide. 
•	The title slide must include an interesting visual that facilitates a 30-60-seconds overview of the presentation.  
</a:t>
        </a:r>
      </a:p>
    </p188:txBody>
  </p188:cm>
  <p188:cm id="{F78EB137-A02E-F546-B25F-DFA9BB22DF68}" authorId="{D418307D-6E36-FDA1-8EE7-98A9648FF397}" created="2026-04-13T17:43:53.833">
    <pc:sldMkLst xmlns:pc="http://schemas.microsoft.com/office/powerpoint/2013/main/command">
      <pc:docMk/>
      <pc:sldMk cId="2472072399" sldId="257"/>
    </pc:sldMkLst>
    <p188:txBody>
      <a:bodyPr/>
      <a:lstStyle/>
      <a:p>
        <a:r>
          <a:rPr lang="en-US"/>
          <a:t>Updated presentation date</a:t>
        </a:r>
      </a:p>
    </p188:txBody>
  </p188:cm>
</p188:cmLst>
</file>

<file path=ppt/comments/modernComment_164_E5FBB93F.xml><?xml version="1.0" encoding="utf-8"?>
<p188:cmLst xmlns:a="http://schemas.openxmlformats.org/drawingml/2006/main" xmlns:r="http://schemas.openxmlformats.org/officeDocument/2006/relationships" xmlns:p188="http://schemas.microsoft.com/office/powerpoint/2018/8/main">
  <p188:cm id="{ADE16D86-2CD2-C942-941D-CFF826A56FB0}" authorId="{D418307D-6E36-FDA1-8EE7-98A9648FF397}" status="resolved" created="2025-11-07T16:34:35.966" complete="100000">
    <ac:deMkLst xmlns:ac="http://schemas.microsoft.com/office/drawing/2013/main/command">
      <pc:docMk xmlns:pc="http://schemas.microsoft.com/office/powerpoint/2013/main/command"/>
      <pc:sldMk xmlns:pc="http://schemas.microsoft.com/office/powerpoint/2013/main/command" cId="3858479423" sldId="356"/>
      <ac:spMk id="14" creationId="{0A6D3361-DC5C-AC8E-23F7-CEF3BD5061A8}"/>
    </ac:deMkLst>
    <p188:txBody>
      <a:bodyPr/>
      <a:lstStyle/>
      <a:p>
        <a:r>
          <a:rPr lang="en-US"/>
          <a:t>[@Cody Uhl] please add info on data insights/eda you’ve been working on</a:t>
        </a:r>
      </a:p>
    </p188:txBody>
  </p188:cm>
  <p188:cm id="{A2FD0528-6978-47A5-83D4-04EF58688155}" authorId="{456D2ADB-99F2-DD90-6727-2F7AEDC9C592}" created="2026-03-16T19:37:55.741">
    <pc:sldMkLst xmlns:pc="http://schemas.microsoft.com/office/powerpoint/2013/main/command">
      <pc:docMk/>
      <pc:sldMk cId="3858479423" sldId="356"/>
    </pc:sldMkLst>
    <p188:txBody>
      <a:bodyPr/>
      <a:lstStyle/>
      <a:p>
        <a:r>
          <a:rPr lang="en-US"/>
          <a:t>Going to separate this into 2 slides.</a:t>
        </a:r>
      </a:p>
    </p188:txBody>
  </p188:cm>
</p188:cmLst>
</file>

<file path=ppt/comments/modernComment_165_488FE016.xml><?xml version="1.0" encoding="utf-8"?>
<p188:cmLst xmlns:a="http://schemas.openxmlformats.org/drawingml/2006/main" xmlns:r="http://schemas.openxmlformats.org/officeDocument/2006/relationships" xmlns:p188="http://schemas.microsoft.com/office/powerpoint/2018/8/main">
  <p188:cm id="{B112EE45-5546-4048-9110-CAD05BCD0EE4}" authorId="{D418307D-6E36-FDA1-8EE7-98A9648FF397}" created="2026-03-10T00:45:34.989">
    <ac:deMkLst xmlns:ac="http://schemas.microsoft.com/office/drawing/2013/main/command">
      <pc:docMk xmlns:pc="http://schemas.microsoft.com/office/powerpoint/2013/main/command"/>
      <pc:sldMk xmlns:pc="http://schemas.microsoft.com/office/powerpoint/2013/main/command" cId="1217388566" sldId="357"/>
      <ac:spMk id="7" creationId="{8B718A69-0A29-BCFC-3FD5-E0B30E62F483}"/>
    </ac:deMkLst>
    <p188:txBody>
      <a:bodyPr/>
      <a:lstStyle/>
      <a:p>
        <a:r>
          <a:rPr lang="en-US"/>
          <a:t>[@Conrad Haslauer] maybe we update this with some type of schematic showing the data flow through our models/ how the models fit together?</a:t>
        </a:r>
      </a:p>
    </p188:txBody>
  </p188:cm>
</p188:cmLst>
</file>

<file path=ppt/comments/modernComment_172_B8099803.xml><?xml version="1.0" encoding="utf-8"?>
<p188:cmLst xmlns:a="http://schemas.openxmlformats.org/drawingml/2006/main" xmlns:r="http://schemas.openxmlformats.org/officeDocument/2006/relationships" xmlns:p188="http://schemas.microsoft.com/office/powerpoint/2018/8/main">
  <p188:cm id="{5FBD4A77-5B91-49CF-8E2C-39A10210645A}" authorId="{D418307D-6E36-FDA1-8EE7-98A9648FF397}" created="2026-03-10T00:56:43.017">
    <pc:sldMkLst xmlns:pc="http://schemas.microsoft.com/office/powerpoint/2013/main/command">
      <pc:docMk/>
      <pc:sldMk cId="3087636483" sldId="370"/>
    </pc:sldMkLst>
    <p188:txBody>
      <a:bodyPr/>
      <a:lstStyle/>
      <a:p>
        <a:r>
          <a:rPr lang="en-US"/>
          <a:t>I will add a slide or edit this one with recent eda figures related to fixture allocation</a:t>
        </a:r>
      </a:p>
    </p188:txBody>
  </p188:cm>
</p188:cmLst>
</file>

<file path=ppt/comments/modernComment_175_F1B290B1.xml><?xml version="1.0" encoding="utf-8"?>
<p188:cmLst xmlns:a="http://schemas.openxmlformats.org/drawingml/2006/main" xmlns:r="http://schemas.openxmlformats.org/officeDocument/2006/relationships" xmlns:p188="http://schemas.microsoft.com/office/powerpoint/2018/8/main">
  <p188:cm id="{AE84E06B-4357-1747-8C72-BC24D20E3ECD}" authorId="{D418307D-6E36-FDA1-8EE7-98A9648FF397}" created="2026-04-13T17:44:10.752">
    <pc:sldMkLst xmlns:pc="http://schemas.microsoft.com/office/powerpoint/2013/main/command">
      <pc:docMk/>
      <pc:sldMk cId="4055011505" sldId="373"/>
    </pc:sldMkLst>
    <p188:txBody>
      <a:bodyPr/>
      <a:lstStyle/>
      <a:p>
        <a:r>
          <a:rPr lang="en-US"/>
          <a:t>Updated our team to reflect current roles</a:t>
        </a:r>
      </a:p>
    </p188:txBody>
  </p188:cm>
</p188:cmLst>
</file>

<file path=ppt/comments/modernComment_178_E7701195.xml><?xml version="1.0" encoding="utf-8"?>
<p188:cmLst xmlns:a="http://schemas.openxmlformats.org/drawingml/2006/main" xmlns:r="http://schemas.openxmlformats.org/officeDocument/2006/relationships" xmlns:p188="http://schemas.microsoft.com/office/powerpoint/2018/8/main">
  <p188:cm id="{116188C3-D1AE-403D-B07A-D19A1CAF2485}" authorId="{D418307D-6E36-FDA1-8EE7-98A9648FF397}" created="2026-03-10T00:48:54.128">
    <pc:sldMkLst xmlns:pc="http://schemas.microsoft.com/office/powerpoint/2013/main/command">
      <pc:docMk/>
      <pc:sldMk cId="3882881429" sldId="376"/>
    </pc:sldMkLst>
    <p188:txBody>
      <a:bodyPr/>
      <a:lstStyle/>
      <a:p>
        <a:r>
          <a:rPr lang="en-US"/>
          <a:t>update something in this section to include Chris's "business problem" he talked about in one of our meetings</a:t>
        </a:r>
      </a:p>
    </p188:txBody>
  </p188:cm>
</p188:cmLst>
</file>

<file path=ppt/comments/modernComment_184_E14D6030.xml><?xml version="1.0" encoding="utf-8"?>
<p188:cmLst xmlns:a="http://schemas.openxmlformats.org/drawingml/2006/main" xmlns:r="http://schemas.openxmlformats.org/officeDocument/2006/relationships" xmlns:p188="http://schemas.microsoft.com/office/powerpoint/2018/8/main">
  <p188:cm id="{E4FD8CA6-DC42-4A60-AD56-39D4A9DC109B}" authorId="{456D2ADB-99F2-DD90-6727-2F7AEDC9C592}" created="2026-03-16T20:07:04.951">
    <pc:sldMkLst xmlns:pc="http://schemas.microsoft.com/office/powerpoint/2013/main/command">
      <pc:docMk/>
      <pc:sldMk cId="3779944496" sldId="388"/>
    </pc:sldMkLst>
    <p188:txBody>
      <a:bodyPr/>
      <a:lstStyle/>
      <a:p>
        <a:r>
          <a:rPr lang="en-US"/>
          <a:t>1.Fixture Allocation Recommendations:
How much space should each subcategory receive?
2.Stable vs Flexible Fixture Allocation:
How much space should remain stable vs flexible.
3.Demand-Based Space Prioritization:
Which categories deserve more space given demand signals?
4. Operational Feasibility:
Output Summary slide</a:t>
        </a:r>
      </a:p>
    </p188:txBody>
  </p188:cm>
</p188:cmLst>
</file>

<file path=ppt/comments/modernComment_188_C422E76F.xml><?xml version="1.0" encoding="utf-8"?>
<p188:cmLst xmlns:a="http://schemas.openxmlformats.org/drawingml/2006/main" xmlns:r="http://schemas.openxmlformats.org/officeDocument/2006/relationships" xmlns:p188="http://schemas.microsoft.com/office/powerpoint/2018/8/main">
  <p188:cm id="{5BFE8107-E4AB-42B3-A582-86692974A85E}" authorId="{456D2ADB-99F2-DD90-6727-2F7AEDC9C592}" created="2026-03-16T19:40:40.444">
    <pc:sldMkLst xmlns:pc="http://schemas.microsoft.com/office/powerpoint/2013/main/command">
      <pc:docMk/>
      <pc:sldMk cId="3290621807" sldId="392"/>
    </pc:sldMkLst>
    <p188:txBody>
      <a:bodyPr/>
      <a:lstStyle/>
      <a:p>
        <a:r>
          <a:rPr lang="en-US"/>
          <a:t>going to split the optimization model into 2 slides with variable definitions then the actual model.</a:t>
        </a:r>
      </a:p>
    </p188:txBody>
  </p188:cm>
</p188:cmLst>
</file>

<file path=ppt/comments/modernComment_192_71FC16A0.xml><?xml version="1.0" encoding="utf-8"?>
<p188:cmLst xmlns:a="http://schemas.openxmlformats.org/drawingml/2006/main" xmlns:r="http://schemas.openxmlformats.org/officeDocument/2006/relationships" xmlns:p188="http://schemas.microsoft.com/office/powerpoint/2018/8/main">
  <p188:cm id="{EC23FEA1-4451-2641-8EE1-70B0A5313537}" authorId="{D418307D-6E36-FDA1-8EE7-98A9648FF397}" created="2026-04-13T18:38:06.109">
    <pc:sldMkLst xmlns:pc="http://schemas.microsoft.com/office/powerpoint/2013/main/command">
      <pc:docMk/>
      <pc:sldMk cId="1912346272" sldId="402"/>
    </pc:sldMkLst>
    <p188:txBody>
      <a:bodyPr/>
      <a:lstStyle/>
      <a:p>
        <a:r>
          <a:rPr lang="en-US"/>
          <a:t>edited this slide so that we aren’t talking too much about the additional datasets that we didn’t really use</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C573568-C008-704D-A7D9-8B11E954CBBE}" type="doc">
      <dgm:prSet loTypeId="urn:microsoft.com/office/officeart/2005/8/layout/process2" loCatId="" qsTypeId="urn:microsoft.com/office/officeart/2005/8/quickstyle/simple1" qsCatId="simple" csTypeId="urn:microsoft.com/office/officeart/2005/8/colors/accent1_2" csCatId="accent1" phldr="1"/>
      <dgm:spPr/>
    </dgm:pt>
    <dgm:pt modelId="{5F60789C-A5D7-154C-A0B6-AD13F76C8528}">
      <dgm:prSet phldrT="[Text]" custT="1"/>
      <dgm:spPr/>
      <dgm:t>
        <a:bodyPr/>
        <a:lstStyle/>
        <a:p>
          <a:r>
            <a:rPr lang="en-US" sz="4000"/>
            <a:t>Department</a:t>
          </a:r>
          <a:endParaRPr lang="en-US" sz="2900"/>
        </a:p>
      </dgm:t>
    </dgm:pt>
    <dgm:pt modelId="{F1D02329-8166-274A-84A5-CAD762F712E2}" type="parTrans" cxnId="{0093D97C-6A1B-CB4E-8612-73A8A899CE5A}">
      <dgm:prSet/>
      <dgm:spPr/>
      <dgm:t>
        <a:bodyPr/>
        <a:lstStyle/>
        <a:p>
          <a:endParaRPr lang="en-US"/>
        </a:p>
      </dgm:t>
    </dgm:pt>
    <dgm:pt modelId="{74E824C5-6FDE-5446-BD26-FF92CEA78286}" type="sibTrans" cxnId="{0093D97C-6A1B-CB4E-8612-73A8A899CE5A}">
      <dgm:prSet/>
      <dgm:spPr/>
      <dgm:t>
        <a:bodyPr/>
        <a:lstStyle/>
        <a:p>
          <a:endParaRPr lang="en-US"/>
        </a:p>
      </dgm:t>
    </dgm:pt>
    <dgm:pt modelId="{F891970F-4C31-9341-8174-7A0A307912C0}">
      <dgm:prSet phldrT="[Text]" custT="1"/>
      <dgm:spPr/>
      <dgm:t>
        <a:bodyPr/>
        <a:lstStyle/>
        <a:p>
          <a:r>
            <a:rPr lang="en-US" sz="4000"/>
            <a:t>Category Group</a:t>
          </a:r>
        </a:p>
      </dgm:t>
    </dgm:pt>
    <dgm:pt modelId="{D013A866-C91C-4C4D-97AD-8496B95F26F1}" type="parTrans" cxnId="{0A87FDCA-83D0-934D-B2F8-E4D387233F5E}">
      <dgm:prSet/>
      <dgm:spPr/>
      <dgm:t>
        <a:bodyPr/>
        <a:lstStyle/>
        <a:p>
          <a:endParaRPr lang="en-US"/>
        </a:p>
      </dgm:t>
    </dgm:pt>
    <dgm:pt modelId="{A086686D-71FC-4945-A4A7-62B5ECC8AE3A}" type="sibTrans" cxnId="{0A87FDCA-83D0-934D-B2F8-E4D387233F5E}">
      <dgm:prSet/>
      <dgm:spPr/>
      <dgm:t>
        <a:bodyPr/>
        <a:lstStyle/>
        <a:p>
          <a:endParaRPr lang="en-US"/>
        </a:p>
      </dgm:t>
    </dgm:pt>
    <dgm:pt modelId="{C81B98AB-478D-7049-BA40-6E363B294DED}">
      <dgm:prSet phldrT="[Text]" custT="1"/>
      <dgm:spPr/>
      <dgm:t>
        <a:bodyPr/>
        <a:lstStyle/>
        <a:p>
          <a:r>
            <a:rPr lang="en-US" sz="4000"/>
            <a:t>Category</a:t>
          </a:r>
        </a:p>
      </dgm:t>
    </dgm:pt>
    <dgm:pt modelId="{83B29419-BC5C-CF4C-8ECD-89384B919229}" type="parTrans" cxnId="{A79F2FBC-2535-114E-AF7C-0FB930E5983F}">
      <dgm:prSet/>
      <dgm:spPr/>
      <dgm:t>
        <a:bodyPr/>
        <a:lstStyle/>
        <a:p>
          <a:endParaRPr lang="en-US"/>
        </a:p>
      </dgm:t>
    </dgm:pt>
    <dgm:pt modelId="{EBFDA64D-4ED6-2941-8CEF-50AF3CEBD121}" type="sibTrans" cxnId="{A79F2FBC-2535-114E-AF7C-0FB930E5983F}">
      <dgm:prSet/>
      <dgm:spPr/>
      <dgm:t>
        <a:bodyPr/>
        <a:lstStyle/>
        <a:p>
          <a:endParaRPr lang="en-US"/>
        </a:p>
      </dgm:t>
    </dgm:pt>
    <dgm:pt modelId="{52F76443-5420-5F4A-9F89-EB7C04E8A1B0}">
      <dgm:prSet custT="1"/>
      <dgm:spPr/>
      <dgm:t>
        <a:bodyPr/>
        <a:lstStyle/>
        <a:p>
          <a:r>
            <a:rPr lang="en-US" sz="4000"/>
            <a:t>Subcategory</a:t>
          </a:r>
          <a:endParaRPr lang="en-US" sz="3700"/>
        </a:p>
      </dgm:t>
    </dgm:pt>
    <dgm:pt modelId="{AF63A09C-0583-554F-AE32-6CF8C6B63193}" type="parTrans" cxnId="{617A8FCB-F4D9-4F44-96BB-596077F5B8CC}">
      <dgm:prSet/>
      <dgm:spPr/>
      <dgm:t>
        <a:bodyPr/>
        <a:lstStyle/>
        <a:p>
          <a:endParaRPr lang="en-US"/>
        </a:p>
      </dgm:t>
    </dgm:pt>
    <dgm:pt modelId="{4DA986FB-8F6B-5746-B6D1-07B688423ADA}" type="sibTrans" cxnId="{617A8FCB-F4D9-4F44-96BB-596077F5B8CC}">
      <dgm:prSet/>
      <dgm:spPr/>
      <dgm:t>
        <a:bodyPr/>
        <a:lstStyle/>
        <a:p>
          <a:endParaRPr lang="en-US"/>
        </a:p>
      </dgm:t>
    </dgm:pt>
    <dgm:pt modelId="{FF0477A0-B8EF-7441-BF64-6AE693045082}">
      <dgm:prSet custT="1"/>
      <dgm:spPr/>
      <dgm:t>
        <a:bodyPr/>
        <a:lstStyle/>
        <a:p>
          <a:r>
            <a:rPr lang="en-US" sz="4000"/>
            <a:t>Fineline</a:t>
          </a:r>
        </a:p>
      </dgm:t>
    </dgm:pt>
    <dgm:pt modelId="{C22201A3-578B-E44B-BD0A-BD9DABDA62D6}" type="parTrans" cxnId="{3142B901-76AF-0745-9BF9-3E7ECD584D6E}">
      <dgm:prSet/>
      <dgm:spPr/>
      <dgm:t>
        <a:bodyPr/>
        <a:lstStyle/>
        <a:p>
          <a:endParaRPr lang="en-US"/>
        </a:p>
      </dgm:t>
    </dgm:pt>
    <dgm:pt modelId="{4496C9B1-E108-144F-BEA0-97F3C646BAEE}" type="sibTrans" cxnId="{3142B901-76AF-0745-9BF9-3E7ECD584D6E}">
      <dgm:prSet/>
      <dgm:spPr/>
      <dgm:t>
        <a:bodyPr/>
        <a:lstStyle/>
        <a:p>
          <a:endParaRPr lang="en-US"/>
        </a:p>
      </dgm:t>
    </dgm:pt>
    <dgm:pt modelId="{26A6D613-5F61-EB46-9FDE-F70143EFF1BD}" type="pres">
      <dgm:prSet presAssocID="{0C573568-C008-704D-A7D9-8B11E954CBBE}" presName="linearFlow" presStyleCnt="0">
        <dgm:presLayoutVars>
          <dgm:resizeHandles val="exact"/>
        </dgm:presLayoutVars>
      </dgm:prSet>
      <dgm:spPr/>
    </dgm:pt>
    <dgm:pt modelId="{09782AEA-73A6-D24B-B3E8-494C31B3DE55}" type="pres">
      <dgm:prSet presAssocID="{5F60789C-A5D7-154C-A0B6-AD13F76C8528}" presName="node" presStyleLbl="node1" presStyleIdx="0" presStyleCnt="5" custScaleX="100139" custScaleY="99446">
        <dgm:presLayoutVars>
          <dgm:bulletEnabled val="1"/>
        </dgm:presLayoutVars>
      </dgm:prSet>
      <dgm:spPr/>
    </dgm:pt>
    <dgm:pt modelId="{17F56380-63C7-EE45-8B77-0D9D456901A8}" type="pres">
      <dgm:prSet presAssocID="{74E824C5-6FDE-5446-BD26-FF92CEA78286}" presName="sibTrans" presStyleLbl="sibTrans2D1" presStyleIdx="0" presStyleCnt="4"/>
      <dgm:spPr/>
    </dgm:pt>
    <dgm:pt modelId="{C365459A-7B9A-EE48-B5A2-DC27C8B3364D}" type="pres">
      <dgm:prSet presAssocID="{74E824C5-6FDE-5446-BD26-FF92CEA78286}" presName="connectorText" presStyleLbl="sibTrans2D1" presStyleIdx="0" presStyleCnt="4"/>
      <dgm:spPr/>
    </dgm:pt>
    <dgm:pt modelId="{3A40200A-24EE-7E43-B3E6-C5204EEA1417}" type="pres">
      <dgm:prSet presAssocID="{F891970F-4C31-9341-8174-7A0A307912C0}" presName="node" presStyleLbl="node1" presStyleIdx="1" presStyleCnt="5" custScaleX="100034" custScaleY="100126">
        <dgm:presLayoutVars>
          <dgm:bulletEnabled val="1"/>
        </dgm:presLayoutVars>
      </dgm:prSet>
      <dgm:spPr/>
    </dgm:pt>
    <dgm:pt modelId="{4B62B267-AA8D-2846-AC4E-3CDFEFEC7483}" type="pres">
      <dgm:prSet presAssocID="{A086686D-71FC-4945-A4A7-62B5ECC8AE3A}" presName="sibTrans" presStyleLbl="sibTrans2D1" presStyleIdx="1" presStyleCnt="4"/>
      <dgm:spPr/>
    </dgm:pt>
    <dgm:pt modelId="{3EF4AC1F-996B-CE4E-82E7-70A932B2A567}" type="pres">
      <dgm:prSet presAssocID="{A086686D-71FC-4945-A4A7-62B5ECC8AE3A}" presName="connectorText" presStyleLbl="sibTrans2D1" presStyleIdx="1" presStyleCnt="4"/>
      <dgm:spPr/>
    </dgm:pt>
    <dgm:pt modelId="{C31F7BEA-20AC-BE41-B830-618A33437453}" type="pres">
      <dgm:prSet presAssocID="{C81B98AB-478D-7049-BA40-6E363B294DED}" presName="node" presStyleLbl="node1" presStyleIdx="2" presStyleCnt="5">
        <dgm:presLayoutVars>
          <dgm:bulletEnabled val="1"/>
        </dgm:presLayoutVars>
      </dgm:prSet>
      <dgm:spPr/>
    </dgm:pt>
    <dgm:pt modelId="{F74EAD12-646E-954D-9207-221C87982946}" type="pres">
      <dgm:prSet presAssocID="{EBFDA64D-4ED6-2941-8CEF-50AF3CEBD121}" presName="sibTrans" presStyleLbl="sibTrans2D1" presStyleIdx="2" presStyleCnt="4"/>
      <dgm:spPr/>
    </dgm:pt>
    <dgm:pt modelId="{863E5BF2-D5B9-0541-B2F9-545BF79528EF}" type="pres">
      <dgm:prSet presAssocID="{EBFDA64D-4ED6-2941-8CEF-50AF3CEBD121}" presName="connectorText" presStyleLbl="sibTrans2D1" presStyleIdx="2" presStyleCnt="4"/>
      <dgm:spPr/>
    </dgm:pt>
    <dgm:pt modelId="{F91E029D-0748-374F-95C1-99C7D8E2F17A}" type="pres">
      <dgm:prSet presAssocID="{52F76443-5420-5F4A-9F89-EB7C04E8A1B0}" presName="node" presStyleLbl="node1" presStyleIdx="3" presStyleCnt="5">
        <dgm:presLayoutVars>
          <dgm:bulletEnabled val="1"/>
        </dgm:presLayoutVars>
      </dgm:prSet>
      <dgm:spPr/>
    </dgm:pt>
    <dgm:pt modelId="{43F152DA-C1F3-214B-B791-CEE4F7B397A7}" type="pres">
      <dgm:prSet presAssocID="{4DA986FB-8F6B-5746-B6D1-07B688423ADA}" presName="sibTrans" presStyleLbl="sibTrans2D1" presStyleIdx="3" presStyleCnt="4"/>
      <dgm:spPr/>
    </dgm:pt>
    <dgm:pt modelId="{22B302F2-6D7F-D44F-A98C-7AD5F50F5B5F}" type="pres">
      <dgm:prSet presAssocID="{4DA986FB-8F6B-5746-B6D1-07B688423ADA}" presName="connectorText" presStyleLbl="sibTrans2D1" presStyleIdx="3" presStyleCnt="4"/>
      <dgm:spPr/>
    </dgm:pt>
    <dgm:pt modelId="{50C44B88-8E3F-A342-9D80-269FBE0618B1}" type="pres">
      <dgm:prSet presAssocID="{FF0477A0-B8EF-7441-BF64-6AE693045082}" presName="node" presStyleLbl="node1" presStyleIdx="4" presStyleCnt="5">
        <dgm:presLayoutVars>
          <dgm:bulletEnabled val="1"/>
        </dgm:presLayoutVars>
      </dgm:prSet>
      <dgm:spPr/>
    </dgm:pt>
  </dgm:ptLst>
  <dgm:cxnLst>
    <dgm:cxn modelId="{3142B901-76AF-0745-9BF9-3E7ECD584D6E}" srcId="{0C573568-C008-704D-A7D9-8B11E954CBBE}" destId="{FF0477A0-B8EF-7441-BF64-6AE693045082}" srcOrd="4" destOrd="0" parTransId="{C22201A3-578B-E44B-BD0A-BD9DABDA62D6}" sibTransId="{4496C9B1-E108-144F-BEA0-97F3C646BAEE}"/>
    <dgm:cxn modelId="{56509407-6B37-D645-8C74-55305DF21EA6}" type="presOf" srcId="{EBFDA64D-4ED6-2941-8CEF-50AF3CEBD121}" destId="{863E5BF2-D5B9-0541-B2F9-545BF79528EF}" srcOrd="1" destOrd="0" presId="urn:microsoft.com/office/officeart/2005/8/layout/process2"/>
    <dgm:cxn modelId="{1EA1610B-1125-8749-8B46-3E1C89A2522E}" type="presOf" srcId="{A086686D-71FC-4945-A4A7-62B5ECC8AE3A}" destId="{4B62B267-AA8D-2846-AC4E-3CDFEFEC7483}" srcOrd="0" destOrd="0" presId="urn:microsoft.com/office/officeart/2005/8/layout/process2"/>
    <dgm:cxn modelId="{09CDB027-CF41-1840-A583-3527721FA4FA}" type="presOf" srcId="{C81B98AB-478D-7049-BA40-6E363B294DED}" destId="{C31F7BEA-20AC-BE41-B830-618A33437453}" srcOrd="0" destOrd="0" presId="urn:microsoft.com/office/officeart/2005/8/layout/process2"/>
    <dgm:cxn modelId="{B852EE29-A7CA-A845-B4DA-A2122CCB92D7}" type="presOf" srcId="{74E824C5-6FDE-5446-BD26-FF92CEA78286}" destId="{C365459A-7B9A-EE48-B5A2-DC27C8B3364D}" srcOrd="1" destOrd="0" presId="urn:microsoft.com/office/officeart/2005/8/layout/process2"/>
    <dgm:cxn modelId="{8836B861-0622-CF4F-AE3B-81BB06B4026F}" type="presOf" srcId="{FF0477A0-B8EF-7441-BF64-6AE693045082}" destId="{50C44B88-8E3F-A342-9D80-269FBE0618B1}" srcOrd="0" destOrd="0" presId="urn:microsoft.com/office/officeart/2005/8/layout/process2"/>
    <dgm:cxn modelId="{07A4EB63-9FA6-B64D-9F30-489B9247377A}" type="presOf" srcId="{F891970F-4C31-9341-8174-7A0A307912C0}" destId="{3A40200A-24EE-7E43-B3E6-C5204EEA1417}" srcOrd="0" destOrd="0" presId="urn:microsoft.com/office/officeart/2005/8/layout/process2"/>
    <dgm:cxn modelId="{0093D97C-6A1B-CB4E-8612-73A8A899CE5A}" srcId="{0C573568-C008-704D-A7D9-8B11E954CBBE}" destId="{5F60789C-A5D7-154C-A0B6-AD13F76C8528}" srcOrd="0" destOrd="0" parTransId="{F1D02329-8166-274A-84A5-CAD762F712E2}" sibTransId="{74E824C5-6FDE-5446-BD26-FF92CEA78286}"/>
    <dgm:cxn modelId="{74FAB383-0DCD-BF4B-A843-4CF5AEAC25E4}" type="presOf" srcId="{4DA986FB-8F6B-5746-B6D1-07B688423ADA}" destId="{22B302F2-6D7F-D44F-A98C-7AD5F50F5B5F}" srcOrd="1" destOrd="0" presId="urn:microsoft.com/office/officeart/2005/8/layout/process2"/>
    <dgm:cxn modelId="{5F867894-FC15-6242-9F29-6F8C0558159D}" type="presOf" srcId="{A086686D-71FC-4945-A4A7-62B5ECC8AE3A}" destId="{3EF4AC1F-996B-CE4E-82E7-70A932B2A567}" srcOrd="1" destOrd="0" presId="urn:microsoft.com/office/officeart/2005/8/layout/process2"/>
    <dgm:cxn modelId="{B2B833AD-AD69-C544-8AB8-7A783906C8C2}" type="presOf" srcId="{EBFDA64D-4ED6-2941-8CEF-50AF3CEBD121}" destId="{F74EAD12-646E-954D-9207-221C87982946}" srcOrd="0" destOrd="0" presId="urn:microsoft.com/office/officeart/2005/8/layout/process2"/>
    <dgm:cxn modelId="{9F46C3B2-B74C-474E-83E6-4E5F3495E43C}" type="presOf" srcId="{52F76443-5420-5F4A-9F89-EB7C04E8A1B0}" destId="{F91E029D-0748-374F-95C1-99C7D8E2F17A}" srcOrd="0" destOrd="0" presId="urn:microsoft.com/office/officeart/2005/8/layout/process2"/>
    <dgm:cxn modelId="{BBC462B3-0665-4C46-9325-EBD4A7D73427}" type="presOf" srcId="{74E824C5-6FDE-5446-BD26-FF92CEA78286}" destId="{17F56380-63C7-EE45-8B77-0D9D456901A8}" srcOrd="0" destOrd="0" presId="urn:microsoft.com/office/officeart/2005/8/layout/process2"/>
    <dgm:cxn modelId="{A79F2FBC-2535-114E-AF7C-0FB930E5983F}" srcId="{0C573568-C008-704D-A7D9-8B11E954CBBE}" destId="{C81B98AB-478D-7049-BA40-6E363B294DED}" srcOrd="2" destOrd="0" parTransId="{83B29419-BC5C-CF4C-8ECD-89384B919229}" sibTransId="{EBFDA64D-4ED6-2941-8CEF-50AF3CEBD121}"/>
    <dgm:cxn modelId="{A69085C4-3CAC-2B4B-8BF6-7FCDBA4AD389}" type="presOf" srcId="{0C573568-C008-704D-A7D9-8B11E954CBBE}" destId="{26A6D613-5F61-EB46-9FDE-F70143EFF1BD}" srcOrd="0" destOrd="0" presId="urn:microsoft.com/office/officeart/2005/8/layout/process2"/>
    <dgm:cxn modelId="{0A87FDCA-83D0-934D-B2F8-E4D387233F5E}" srcId="{0C573568-C008-704D-A7D9-8B11E954CBBE}" destId="{F891970F-4C31-9341-8174-7A0A307912C0}" srcOrd="1" destOrd="0" parTransId="{D013A866-C91C-4C4D-97AD-8496B95F26F1}" sibTransId="{A086686D-71FC-4945-A4A7-62B5ECC8AE3A}"/>
    <dgm:cxn modelId="{617A8FCB-F4D9-4F44-96BB-596077F5B8CC}" srcId="{0C573568-C008-704D-A7D9-8B11E954CBBE}" destId="{52F76443-5420-5F4A-9F89-EB7C04E8A1B0}" srcOrd="3" destOrd="0" parTransId="{AF63A09C-0583-554F-AE32-6CF8C6B63193}" sibTransId="{4DA986FB-8F6B-5746-B6D1-07B688423ADA}"/>
    <dgm:cxn modelId="{D5DF2AE3-B12E-8647-8636-2FDB4A3D9D81}" type="presOf" srcId="{4DA986FB-8F6B-5746-B6D1-07B688423ADA}" destId="{43F152DA-C1F3-214B-B791-CEE4F7B397A7}" srcOrd="0" destOrd="0" presId="urn:microsoft.com/office/officeart/2005/8/layout/process2"/>
    <dgm:cxn modelId="{FD5C40EC-0895-AE4A-B8EA-026AD8718103}" type="presOf" srcId="{5F60789C-A5D7-154C-A0B6-AD13F76C8528}" destId="{09782AEA-73A6-D24B-B3E8-494C31B3DE55}" srcOrd="0" destOrd="0" presId="urn:microsoft.com/office/officeart/2005/8/layout/process2"/>
    <dgm:cxn modelId="{8F5667F9-93C3-1D4B-8F98-E46DCA37665D}" type="presParOf" srcId="{26A6D613-5F61-EB46-9FDE-F70143EFF1BD}" destId="{09782AEA-73A6-D24B-B3E8-494C31B3DE55}" srcOrd="0" destOrd="0" presId="urn:microsoft.com/office/officeart/2005/8/layout/process2"/>
    <dgm:cxn modelId="{A38F6F7F-5F0E-2C43-8B47-7A4D49511DCD}" type="presParOf" srcId="{26A6D613-5F61-EB46-9FDE-F70143EFF1BD}" destId="{17F56380-63C7-EE45-8B77-0D9D456901A8}" srcOrd="1" destOrd="0" presId="urn:microsoft.com/office/officeart/2005/8/layout/process2"/>
    <dgm:cxn modelId="{42A990FA-58F5-E648-B4BE-D9D15C29704E}" type="presParOf" srcId="{17F56380-63C7-EE45-8B77-0D9D456901A8}" destId="{C365459A-7B9A-EE48-B5A2-DC27C8B3364D}" srcOrd="0" destOrd="0" presId="urn:microsoft.com/office/officeart/2005/8/layout/process2"/>
    <dgm:cxn modelId="{503C0592-A24E-6D42-B0D0-36FEC3E2DF71}" type="presParOf" srcId="{26A6D613-5F61-EB46-9FDE-F70143EFF1BD}" destId="{3A40200A-24EE-7E43-B3E6-C5204EEA1417}" srcOrd="2" destOrd="0" presId="urn:microsoft.com/office/officeart/2005/8/layout/process2"/>
    <dgm:cxn modelId="{C1586F5D-0F3C-5746-BBE4-A6B87E6A6D77}" type="presParOf" srcId="{26A6D613-5F61-EB46-9FDE-F70143EFF1BD}" destId="{4B62B267-AA8D-2846-AC4E-3CDFEFEC7483}" srcOrd="3" destOrd="0" presId="urn:microsoft.com/office/officeart/2005/8/layout/process2"/>
    <dgm:cxn modelId="{2F996DDC-4452-6F44-A071-4CE366EA9C94}" type="presParOf" srcId="{4B62B267-AA8D-2846-AC4E-3CDFEFEC7483}" destId="{3EF4AC1F-996B-CE4E-82E7-70A932B2A567}" srcOrd="0" destOrd="0" presId="urn:microsoft.com/office/officeart/2005/8/layout/process2"/>
    <dgm:cxn modelId="{5059FF9B-FCAD-A840-8BA5-42411586BEA1}" type="presParOf" srcId="{26A6D613-5F61-EB46-9FDE-F70143EFF1BD}" destId="{C31F7BEA-20AC-BE41-B830-618A33437453}" srcOrd="4" destOrd="0" presId="urn:microsoft.com/office/officeart/2005/8/layout/process2"/>
    <dgm:cxn modelId="{453ABD98-D76D-3340-B484-B9E238FE0E83}" type="presParOf" srcId="{26A6D613-5F61-EB46-9FDE-F70143EFF1BD}" destId="{F74EAD12-646E-954D-9207-221C87982946}" srcOrd="5" destOrd="0" presId="urn:microsoft.com/office/officeart/2005/8/layout/process2"/>
    <dgm:cxn modelId="{02B49FE0-4981-3047-B916-04ABCB8ED03D}" type="presParOf" srcId="{F74EAD12-646E-954D-9207-221C87982946}" destId="{863E5BF2-D5B9-0541-B2F9-545BF79528EF}" srcOrd="0" destOrd="0" presId="urn:microsoft.com/office/officeart/2005/8/layout/process2"/>
    <dgm:cxn modelId="{0752AE57-8698-B441-B85B-FE96DAD3CCCE}" type="presParOf" srcId="{26A6D613-5F61-EB46-9FDE-F70143EFF1BD}" destId="{F91E029D-0748-374F-95C1-99C7D8E2F17A}" srcOrd="6" destOrd="0" presId="urn:microsoft.com/office/officeart/2005/8/layout/process2"/>
    <dgm:cxn modelId="{B35FC551-F0CD-2F41-B20E-184DE4EED26C}" type="presParOf" srcId="{26A6D613-5F61-EB46-9FDE-F70143EFF1BD}" destId="{43F152DA-C1F3-214B-B791-CEE4F7B397A7}" srcOrd="7" destOrd="0" presId="urn:microsoft.com/office/officeart/2005/8/layout/process2"/>
    <dgm:cxn modelId="{F54D3F79-055C-1246-B852-C877DB93CA6E}" type="presParOf" srcId="{43F152DA-C1F3-214B-B791-CEE4F7B397A7}" destId="{22B302F2-6D7F-D44F-A98C-7AD5F50F5B5F}" srcOrd="0" destOrd="0" presId="urn:microsoft.com/office/officeart/2005/8/layout/process2"/>
    <dgm:cxn modelId="{1C57CEFF-A499-2447-897A-E82E9650128C}" type="presParOf" srcId="{26A6D613-5F61-EB46-9FDE-F70143EFF1BD}" destId="{50C44B88-8E3F-A342-9D80-269FBE0618B1}" srcOrd="8" destOrd="0" presId="urn:microsoft.com/office/officeart/2005/8/layout/process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782AEA-73A6-D24B-B3E8-494C31B3DE55}">
      <dsp:nvSpPr>
        <dsp:cNvPr id="0" name=""/>
        <dsp:cNvSpPr/>
      </dsp:nvSpPr>
      <dsp:spPr>
        <a:xfrm>
          <a:off x="675987" y="3555"/>
          <a:ext cx="3631624" cy="118064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Department</a:t>
          </a:r>
          <a:endParaRPr lang="en-US" sz="2900" kern="1200"/>
        </a:p>
      </dsp:txBody>
      <dsp:txXfrm>
        <a:off x="710567" y="38135"/>
        <a:ext cx="3562464" cy="1111481"/>
      </dsp:txXfrm>
    </dsp:sp>
    <dsp:sp modelId="{17F56380-63C7-EE45-8B77-0D9D456901A8}">
      <dsp:nvSpPr>
        <dsp:cNvPr id="0" name=""/>
        <dsp:cNvSpPr/>
      </dsp:nvSpPr>
      <dsp:spPr>
        <a:xfrm rot="5400000">
          <a:off x="2269195" y="1213877"/>
          <a:ext cx="445207" cy="5342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2331525" y="1258397"/>
        <a:ext cx="320548" cy="311645"/>
      </dsp:txXfrm>
    </dsp:sp>
    <dsp:sp modelId="{3A40200A-24EE-7E43-B3E6-C5204EEA1417}">
      <dsp:nvSpPr>
        <dsp:cNvPr id="0" name=""/>
        <dsp:cNvSpPr/>
      </dsp:nvSpPr>
      <dsp:spPr>
        <a:xfrm>
          <a:off x="677891" y="1777806"/>
          <a:ext cx="3627816" cy="11887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Category Group</a:t>
          </a:r>
        </a:p>
      </dsp:txBody>
      <dsp:txXfrm>
        <a:off x="712707" y="1812622"/>
        <a:ext cx="3558184" cy="1119082"/>
      </dsp:txXfrm>
    </dsp:sp>
    <dsp:sp modelId="{4B62B267-AA8D-2846-AC4E-3CDFEFEC7483}">
      <dsp:nvSpPr>
        <dsp:cNvPr id="0" name=""/>
        <dsp:cNvSpPr/>
      </dsp:nvSpPr>
      <dsp:spPr>
        <a:xfrm rot="5400000">
          <a:off x="2269195" y="2996202"/>
          <a:ext cx="445207" cy="5342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2331525" y="3040722"/>
        <a:ext cx="320548" cy="311645"/>
      </dsp:txXfrm>
    </dsp:sp>
    <dsp:sp modelId="{C31F7BEA-20AC-BE41-B830-618A33437453}">
      <dsp:nvSpPr>
        <dsp:cNvPr id="0" name=""/>
        <dsp:cNvSpPr/>
      </dsp:nvSpPr>
      <dsp:spPr>
        <a:xfrm>
          <a:off x="678507" y="3560131"/>
          <a:ext cx="3626583" cy="11872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Category</a:t>
          </a:r>
        </a:p>
      </dsp:txBody>
      <dsp:txXfrm>
        <a:off x="713279" y="3594903"/>
        <a:ext cx="3557039" cy="1117675"/>
      </dsp:txXfrm>
    </dsp:sp>
    <dsp:sp modelId="{F74EAD12-646E-954D-9207-221C87982946}">
      <dsp:nvSpPr>
        <dsp:cNvPr id="0" name=""/>
        <dsp:cNvSpPr/>
      </dsp:nvSpPr>
      <dsp:spPr>
        <a:xfrm rot="5400000">
          <a:off x="2269195" y="4777030"/>
          <a:ext cx="445207" cy="5342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2331525" y="4821550"/>
        <a:ext cx="320548" cy="311645"/>
      </dsp:txXfrm>
    </dsp:sp>
    <dsp:sp modelId="{F91E029D-0748-374F-95C1-99C7D8E2F17A}">
      <dsp:nvSpPr>
        <dsp:cNvPr id="0" name=""/>
        <dsp:cNvSpPr/>
      </dsp:nvSpPr>
      <dsp:spPr>
        <a:xfrm>
          <a:off x="678507" y="5340959"/>
          <a:ext cx="3626583" cy="11872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Subcategory</a:t>
          </a:r>
          <a:endParaRPr lang="en-US" sz="3700" kern="1200"/>
        </a:p>
      </dsp:txBody>
      <dsp:txXfrm>
        <a:off x="713279" y="5375731"/>
        <a:ext cx="3557039" cy="1117675"/>
      </dsp:txXfrm>
    </dsp:sp>
    <dsp:sp modelId="{43F152DA-C1F3-214B-B791-CEE4F7B397A7}">
      <dsp:nvSpPr>
        <dsp:cNvPr id="0" name=""/>
        <dsp:cNvSpPr/>
      </dsp:nvSpPr>
      <dsp:spPr>
        <a:xfrm rot="5400000">
          <a:off x="2269195" y="6557859"/>
          <a:ext cx="445207" cy="53424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5400000">
        <a:off x="2331525" y="6602379"/>
        <a:ext cx="320548" cy="311645"/>
      </dsp:txXfrm>
    </dsp:sp>
    <dsp:sp modelId="{50C44B88-8E3F-A342-9D80-269FBE0618B1}">
      <dsp:nvSpPr>
        <dsp:cNvPr id="0" name=""/>
        <dsp:cNvSpPr/>
      </dsp:nvSpPr>
      <dsp:spPr>
        <a:xfrm>
          <a:off x="678507" y="7121788"/>
          <a:ext cx="3626583" cy="118721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Fineline</a:t>
          </a:r>
        </a:p>
      </dsp:txBody>
      <dsp:txXfrm>
        <a:off x="713279" y="7156560"/>
        <a:ext cx="3557039" cy="1117675"/>
      </dsp:txXfrm>
    </dsp:sp>
  </dsp:spTree>
</dsp:drawing>
</file>

<file path=ppt/diagrams/layout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1BFB27-9AD5-4D43-96D9-DFA4B5E5B5BB}" type="datetimeFigureOut">
              <a:rPr lang="en-US" smtClean="0"/>
              <a:t>4/21/26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AA55B7-2C07-114D-B986-623C16ABB9F4}" type="slidenum">
              <a:rPr lang="en-US" smtClean="0"/>
              <a:t>‹#›</a:t>
            </a:fld>
            <a:endParaRPr lang="en-US"/>
          </a:p>
        </p:txBody>
      </p:sp>
    </p:spTree>
    <p:extLst>
      <p:ext uri="{BB962C8B-B14F-4D97-AF65-F5344CB8AC3E}">
        <p14:creationId xmlns:p14="http://schemas.microsoft.com/office/powerpoint/2010/main" val="3282585098"/>
      </p:ext>
    </p:extLst>
  </p:cSld>
  <p:clrMap bg1="lt1" tx1="dk1" bg2="lt2" tx2="dk2" accent1="accent1" accent2="accent2" accent3="accent3" accent4="accent4" accent5="accent5" accent6="accent6" hlink="hlink" folHlink="folHlink"/>
  <p:notesStyle>
    <a:lvl1pPr marL="0" algn="l" defTabSz="1828434" rtl="0" eaLnBrk="1" latinLnBrk="0" hangingPunct="1">
      <a:defRPr sz="2400" kern="1200">
        <a:solidFill>
          <a:schemeClr val="tx1"/>
        </a:solidFill>
        <a:latin typeface="+mn-lt"/>
        <a:ea typeface="+mn-ea"/>
        <a:cs typeface="+mn-cs"/>
      </a:defRPr>
    </a:lvl1pPr>
    <a:lvl2pPr marL="914217" algn="l" defTabSz="1828434" rtl="0" eaLnBrk="1" latinLnBrk="0" hangingPunct="1">
      <a:defRPr sz="2400" kern="1200">
        <a:solidFill>
          <a:schemeClr val="tx1"/>
        </a:solidFill>
        <a:latin typeface="+mn-lt"/>
        <a:ea typeface="+mn-ea"/>
        <a:cs typeface="+mn-cs"/>
      </a:defRPr>
    </a:lvl2pPr>
    <a:lvl3pPr marL="1828434" algn="l" defTabSz="1828434" rtl="0" eaLnBrk="1" latinLnBrk="0" hangingPunct="1">
      <a:defRPr sz="2400" kern="1200">
        <a:solidFill>
          <a:schemeClr val="tx1"/>
        </a:solidFill>
        <a:latin typeface="+mn-lt"/>
        <a:ea typeface="+mn-ea"/>
        <a:cs typeface="+mn-cs"/>
      </a:defRPr>
    </a:lvl3pPr>
    <a:lvl4pPr marL="2742651" algn="l" defTabSz="1828434" rtl="0" eaLnBrk="1" latinLnBrk="0" hangingPunct="1">
      <a:defRPr sz="2400" kern="1200">
        <a:solidFill>
          <a:schemeClr val="tx1"/>
        </a:solidFill>
        <a:latin typeface="+mn-lt"/>
        <a:ea typeface="+mn-ea"/>
        <a:cs typeface="+mn-cs"/>
      </a:defRPr>
    </a:lvl4pPr>
    <a:lvl5pPr marL="3656868" algn="l" defTabSz="1828434" rtl="0" eaLnBrk="1" latinLnBrk="0" hangingPunct="1">
      <a:defRPr sz="2400" kern="1200">
        <a:solidFill>
          <a:schemeClr val="tx1"/>
        </a:solidFill>
        <a:latin typeface="+mn-lt"/>
        <a:ea typeface="+mn-ea"/>
        <a:cs typeface="+mn-cs"/>
      </a:defRPr>
    </a:lvl5pPr>
    <a:lvl6pPr marL="4571086" algn="l" defTabSz="1828434" rtl="0" eaLnBrk="1" latinLnBrk="0" hangingPunct="1">
      <a:defRPr sz="2400" kern="1200">
        <a:solidFill>
          <a:schemeClr val="tx1"/>
        </a:solidFill>
        <a:latin typeface="+mn-lt"/>
        <a:ea typeface="+mn-ea"/>
        <a:cs typeface="+mn-cs"/>
      </a:defRPr>
    </a:lvl6pPr>
    <a:lvl7pPr marL="5485303" algn="l" defTabSz="1828434" rtl="0" eaLnBrk="1" latinLnBrk="0" hangingPunct="1">
      <a:defRPr sz="2400" kern="1200">
        <a:solidFill>
          <a:schemeClr val="tx1"/>
        </a:solidFill>
        <a:latin typeface="+mn-lt"/>
        <a:ea typeface="+mn-ea"/>
        <a:cs typeface="+mn-cs"/>
      </a:defRPr>
    </a:lvl7pPr>
    <a:lvl8pPr marL="6399520" algn="l" defTabSz="1828434" rtl="0" eaLnBrk="1" latinLnBrk="0" hangingPunct="1">
      <a:defRPr sz="2400" kern="1200">
        <a:solidFill>
          <a:schemeClr val="tx1"/>
        </a:solidFill>
        <a:latin typeface="+mn-lt"/>
        <a:ea typeface="+mn-ea"/>
        <a:cs typeface="+mn-cs"/>
      </a:defRPr>
    </a:lvl8pPr>
    <a:lvl9pPr marL="7313737" algn="l" defTabSz="1828434"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Cody</a:t>
            </a:r>
          </a:p>
        </p:txBody>
      </p:sp>
      <p:sp>
        <p:nvSpPr>
          <p:cNvPr id="4" name="Slide Number Placeholder 3"/>
          <p:cNvSpPr>
            <a:spLocks noGrp="1"/>
          </p:cNvSpPr>
          <p:nvPr>
            <p:ph type="sldNum" sz="quarter" idx="5"/>
          </p:nvPr>
        </p:nvSpPr>
        <p:spPr/>
        <p:txBody>
          <a:bodyPr/>
          <a:lstStyle/>
          <a:p>
            <a:fld id="{0FAA55B7-2C07-114D-B986-623C16ABB9F4}" type="slidenum">
              <a:rPr lang="en-US" smtClean="0"/>
              <a:t>1</a:t>
            </a:fld>
            <a:endParaRPr lang="en-US"/>
          </a:p>
        </p:txBody>
      </p:sp>
    </p:spTree>
    <p:extLst>
      <p:ext uri="{BB962C8B-B14F-4D97-AF65-F5344CB8AC3E}">
        <p14:creationId xmlns:p14="http://schemas.microsoft.com/office/powerpoint/2010/main" val="1519853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 Cody</a:t>
            </a:r>
          </a:p>
        </p:txBody>
      </p:sp>
      <p:sp>
        <p:nvSpPr>
          <p:cNvPr id="4" name="Slide Number Placeholder 3"/>
          <p:cNvSpPr>
            <a:spLocks noGrp="1"/>
          </p:cNvSpPr>
          <p:nvPr>
            <p:ph type="sldNum" sz="quarter" idx="5"/>
          </p:nvPr>
        </p:nvSpPr>
        <p:spPr/>
        <p:txBody>
          <a:bodyPr/>
          <a:lstStyle/>
          <a:p>
            <a:fld id="{0FAA55B7-2C07-114D-B986-623C16ABB9F4}" type="slidenum">
              <a:rPr lang="en-US" smtClean="0"/>
              <a:t>2</a:t>
            </a:fld>
            <a:endParaRPr lang="en-US"/>
          </a:p>
        </p:txBody>
      </p:sp>
    </p:spTree>
    <p:extLst>
      <p:ext uri="{BB962C8B-B14F-4D97-AF65-F5344CB8AC3E}">
        <p14:creationId xmlns:p14="http://schemas.microsoft.com/office/powerpoint/2010/main" val="4056703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Cody</a:t>
            </a:r>
          </a:p>
        </p:txBody>
      </p:sp>
      <p:sp>
        <p:nvSpPr>
          <p:cNvPr id="4" name="Slide Number Placeholder 3"/>
          <p:cNvSpPr>
            <a:spLocks noGrp="1"/>
          </p:cNvSpPr>
          <p:nvPr>
            <p:ph type="sldNum" sz="quarter" idx="5"/>
          </p:nvPr>
        </p:nvSpPr>
        <p:spPr/>
        <p:txBody>
          <a:bodyPr/>
          <a:lstStyle/>
          <a:p>
            <a:fld id="{0FAA55B7-2C07-114D-B986-623C16ABB9F4}" type="slidenum">
              <a:rPr lang="en-US" smtClean="0"/>
              <a:t>3</a:t>
            </a:fld>
            <a:endParaRPr lang="en-US"/>
          </a:p>
        </p:txBody>
      </p:sp>
    </p:spTree>
    <p:extLst>
      <p:ext uri="{BB962C8B-B14F-4D97-AF65-F5344CB8AC3E}">
        <p14:creationId xmlns:p14="http://schemas.microsoft.com/office/powerpoint/2010/main" val="3270830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Cody</a:t>
            </a:r>
            <a:br>
              <a:rPr lang="en-US"/>
            </a:br>
            <a:br>
              <a:rPr lang="en-US"/>
            </a:br>
            <a:r>
              <a:rPr lang="en-US"/>
              <a:t>Retail space is limited, so Walmart has to make tradeoffs between seasonal and year-round products. The challenge is deciding how to allocate that space so customers can still find what they expect, while also maximizing efficiency.</a:t>
            </a:r>
            <a:br>
              <a:rPr lang="en-US"/>
            </a:br>
            <a:br>
              <a:rPr lang="en-US"/>
            </a:br>
            <a:r>
              <a:rPr lang="en-US" b="1"/>
              <a:t>Q: Why not just increase space?</a:t>
            </a:r>
            <a:endParaRPr lang="en-US"/>
          </a:p>
          <a:p>
            <a:r>
              <a:rPr lang="en-US"/>
              <a:t>Physical store constraints make that unrealistic — we’re optimizing within fixed capacity.</a:t>
            </a:r>
          </a:p>
          <a:p>
            <a:r>
              <a:rPr lang="en-US" b="1"/>
              <a:t>Q: Why is this a hard problem?</a:t>
            </a:r>
            <a:endParaRPr lang="en-US"/>
          </a:p>
          <a:p>
            <a:r>
              <a:rPr lang="en-US"/>
              <a:t>Because demand varies by location, time, and category — so static rules don’t work well.</a:t>
            </a:r>
          </a:p>
          <a:p>
            <a:endParaRPr lang="en-US" dirty="0"/>
          </a:p>
        </p:txBody>
      </p:sp>
      <p:sp>
        <p:nvSpPr>
          <p:cNvPr id="4" name="Slide Number Placeholder 3"/>
          <p:cNvSpPr>
            <a:spLocks noGrp="1"/>
          </p:cNvSpPr>
          <p:nvPr>
            <p:ph type="sldNum" sz="quarter" idx="5"/>
          </p:nvPr>
        </p:nvSpPr>
        <p:spPr/>
        <p:txBody>
          <a:bodyPr/>
          <a:lstStyle/>
          <a:p>
            <a:fld id="{0FAA55B7-2C07-114D-B986-623C16ABB9F4}" type="slidenum">
              <a:rPr lang="en-US" smtClean="0"/>
              <a:t>4</a:t>
            </a:fld>
            <a:endParaRPr lang="en-US"/>
          </a:p>
        </p:txBody>
      </p:sp>
    </p:spTree>
    <p:extLst>
      <p:ext uri="{BB962C8B-B14F-4D97-AF65-F5344CB8AC3E}">
        <p14:creationId xmlns:p14="http://schemas.microsoft.com/office/powerpoint/2010/main" val="3051344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92509-9248-3B57-7BD8-51B61BA58C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CD073F-878E-2943-AB29-1A9448152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91627E-7A8C-1185-0ED5-349E8C27C746}"/>
              </a:ext>
            </a:extLst>
          </p:cNvPr>
          <p:cNvSpPr>
            <a:spLocks noGrp="1"/>
          </p:cNvSpPr>
          <p:nvPr>
            <p:ph type="body" idx="1"/>
          </p:nvPr>
        </p:nvSpPr>
        <p:spPr/>
        <p:txBody>
          <a:bodyPr/>
          <a:lstStyle/>
          <a:p>
            <a:pPr marL="0" marR="0" lvl="0" indent="0" algn="l" defTabSz="1828434" rtl="0" eaLnBrk="1" fontAlgn="auto" latinLnBrk="0" hangingPunct="1">
              <a:lnSpc>
                <a:spcPct val="100000"/>
              </a:lnSpc>
              <a:spcBef>
                <a:spcPts val="0"/>
              </a:spcBef>
              <a:spcAft>
                <a:spcPts val="0"/>
              </a:spcAft>
              <a:buClrTx/>
              <a:buSzTx/>
              <a:buFontTx/>
              <a:buNone/>
              <a:tabLst/>
              <a:defRPr/>
            </a:pPr>
            <a:r>
              <a:rPr lang="en-US" sz="2400" dirty="0"/>
              <a:t>Cody</a:t>
            </a:r>
          </a:p>
          <a:p>
            <a:pPr marL="0" marR="0" lvl="0" indent="0" algn="l" defTabSz="1828434" rtl="0" eaLnBrk="1" fontAlgn="auto" latinLnBrk="0" hangingPunct="1">
              <a:lnSpc>
                <a:spcPct val="100000"/>
              </a:lnSpc>
              <a:spcBef>
                <a:spcPts val="0"/>
              </a:spcBef>
              <a:spcAft>
                <a:spcPts val="0"/>
              </a:spcAft>
              <a:buClrTx/>
              <a:buSzTx/>
              <a:buFontTx/>
              <a:buNone/>
              <a:tabLst/>
              <a:defRPr/>
            </a:pPr>
            <a:endParaRPr lang="en-US" sz="2400" dirty="0"/>
          </a:p>
          <a:p>
            <a:r>
              <a:rPr lang="en-US"/>
              <a:t>Our core question is: what percentage of space should be allocated to seasonal categories? This varies significantly depending on the store and demand patterns.</a:t>
            </a:r>
            <a:br>
              <a:rPr lang="en-US"/>
            </a:br>
            <a:br>
              <a:rPr lang="en-US"/>
            </a:br>
            <a:r>
              <a:rPr lang="en-US" b="1"/>
              <a:t>Why focus on percentages instead of exact counts?</a:t>
            </a:r>
            <a:endParaRPr lang="en-US"/>
          </a:p>
          <a:p>
            <a:r>
              <a:rPr lang="en-US"/>
              <a:t>Percentages scale better across stores of different sizes and capacities.</a:t>
            </a:r>
          </a:p>
          <a:p>
            <a:pPr marL="0" marR="0" lvl="0" indent="0" algn="l" defTabSz="1828434"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a:extLst>
              <a:ext uri="{FF2B5EF4-FFF2-40B4-BE49-F238E27FC236}">
                <a16:creationId xmlns:a16="http://schemas.microsoft.com/office/drawing/2014/main" id="{4C5B0FB9-4F11-881D-8239-11D820E69F7A}"/>
              </a:ext>
            </a:extLst>
          </p:cNvPr>
          <p:cNvSpPr>
            <a:spLocks noGrp="1"/>
          </p:cNvSpPr>
          <p:nvPr>
            <p:ph type="sldNum" sz="quarter" idx="5"/>
          </p:nvPr>
        </p:nvSpPr>
        <p:spPr/>
        <p:txBody>
          <a:bodyPr/>
          <a:lstStyle/>
          <a:p>
            <a:fld id="{0FAA55B7-2C07-114D-B986-623C16ABB9F4}" type="slidenum">
              <a:rPr lang="en-US" smtClean="0"/>
              <a:t>5</a:t>
            </a:fld>
            <a:endParaRPr lang="en-US"/>
          </a:p>
        </p:txBody>
      </p:sp>
    </p:spTree>
    <p:extLst>
      <p:ext uri="{BB962C8B-B14F-4D97-AF65-F5344CB8AC3E}">
        <p14:creationId xmlns:p14="http://schemas.microsoft.com/office/powerpoint/2010/main" val="12279536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Conrad</a:t>
            </a:r>
          </a:p>
        </p:txBody>
      </p:sp>
      <p:sp>
        <p:nvSpPr>
          <p:cNvPr id="4" name="Slide Number Placeholder 3"/>
          <p:cNvSpPr>
            <a:spLocks noGrp="1"/>
          </p:cNvSpPr>
          <p:nvPr>
            <p:ph type="sldNum" sz="quarter" idx="5"/>
          </p:nvPr>
        </p:nvSpPr>
        <p:spPr/>
        <p:txBody>
          <a:bodyPr/>
          <a:lstStyle/>
          <a:p>
            <a:fld id="{0FAA55B7-2C07-114D-B986-623C16ABB9F4}" type="slidenum">
              <a:rPr lang="en-US" smtClean="0"/>
              <a:t>6</a:t>
            </a:fld>
            <a:endParaRPr lang="en-US"/>
          </a:p>
        </p:txBody>
      </p:sp>
    </p:spTree>
    <p:extLst>
      <p:ext uri="{BB962C8B-B14F-4D97-AF65-F5344CB8AC3E}">
        <p14:creationId xmlns:p14="http://schemas.microsoft.com/office/powerpoint/2010/main" val="1386719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Conrad</a:t>
            </a:r>
          </a:p>
        </p:txBody>
      </p:sp>
      <p:sp>
        <p:nvSpPr>
          <p:cNvPr id="4" name="Slide Number Placeholder 3"/>
          <p:cNvSpPr>
            <a:spLocks noGrp="1"/>
          </p:cNvSpPr>
          <p:nvPr>
            <p:ph type="sldNum" sz="quarter" idx="5"/>
          </p:nvPr>
        </p:nvSpPr>
        <p:spPr/>
        <p:txBody>
          <a:bodyPr/>
          <a:lstStyle/>
          <a:p>
            <a:fld id="{0FAA55B7-2C07-114D-B986-623C16ABB9F4}" type="slidenum">
              <a:rPr lang="en-US" smtClean="0"/>
              <a:t>7</a:t>
            </a:fld>
            <a:endParaRPr lang="en-US"/>
          </a:p>
        </p:txBody>
      </p:sp>
    </p:spTree>
    <p:extLst>
      <p:ext uri="{BB962C8B-B14F-4D97-AF65-F5344CB8AC3E}">
        <p14:creationId xmlns:p14="http://schemas.microsoft.com/office/powerpoint/2010/main" val="4063966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828434" rtl="0" eaLnBrk="1" fontAlgn="auto" latinLnBrk="0" hangingPunct="1">
              <a:lnSpc>
                <a:spcPct val="100000"/>
              </a:lnSpc>
              <a:spcBef>
                <a:spcPts val="0"/>
              </a:spcBef>
              <a:spcAft>
                <a:spcPts val="0"/>
              </a:spcAft>
              <a:buClrTx/>
              <a:buSzTx/>
              <a:buFontTx/>
              <a:buNone/>
              <a:tabLst/>
              <a:defRPr/>
            </a:pPr>
            <a:r>
              <a:rPr lang="en-US" dirty="0"/>
              <a:t>Stella</a:t>
            </a:r>
          </a:p>
          <a:p>
            <a:endParaRPr lang="en-US" dirty="0"/>
          </a:p>
          <a:p>
            <a:r>
              <a:rPr lang="en-US" dirty="0"/>
              <a:t>Notes:</a:t>
            </a:r>
          </a:p>
          <a:p>
            <a:r>
              <a:rPr lang="en-US" dirty="0"/>
              <a:t>- data source </a:t>
            </a:r>
          </a:p>
          <a:p>
            <a:r>
              <a:rPr lang="en-US" dirty="0"/>
              <a:t>- data access struggles </a:t>
            </a:r>
          </a:p>
          <a:p>
            <a:r>
              <a:rPr lang="en-US" dirty="0"/>
              <a:t>– got full datasets oct 27</a:t>
            </a:r>
            <a:r>
              <a:rPr lang="en-US" baseline="30000" dirty="0"/>
              <a:t>th</a:t>
            </a:r>
            <a:r>
              <a:rPr lang="en-US" dirty="0"/>
              <a:t>  (shift in data scope)</a:t>
            </a:r>
          </a:p>
          <a:p>
            <a:r>
              <a:rPr lang="en-US" dirty="0"/>
              <a:t>- limitations of Walmart laptops </a:t>
            </a:r>
          </a:p>
        </p:txBody>
      </p:sp>
      <p:sp>
        <p:nvSpPr>
          <p:cNvPr id="4" name="Slide Number Placeholder 3"/>
          <p:cNvSpPr>
            <a:spLocks noGrp="1"/>
          </p:cNvSpPr>
          <p:nvPr>
            <p:ph type="sldNum" sz="quarter" idx="5"/>
          </p:nvPr>
        </p:nvSpPr>
        <p:spPr/>
        <p:txBody>
          <a:bodyPr/>
          <a:lstStyle/>
          <a:p>
            <a:fld id="{0FAA55B7-2C07-114D-B986-623C16ABB9F4}" type="slidenum">
              <a:rPr lang="en-US" smtClean="0"/>
              <a:t>8</a:t>
            </a:fld>
            <a:endParaRPr lang="en-US"/>
          </a:p>
        </p:txBody>
      </p:sp>
    </p:spTree>
    <p:extLst>
      <p:ext uri="{BB962C8B-B14F-4D97-AF65-F5344CB8AC3E}">
        <p14:creationId xmlns:p14="http://schemas.microsoft.com/office/powerpoint/2010/main" val="1232564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Stella </a:t>
            </a:r>
          </a:p>
        </p:txBody>
      </p:sp>
      <p:sp>
        <p:nvSpPr>
          <p:cNvPr id="4" name="Slide Number Placeholder 3"/>
          <p:cNvSpPr>
            <a:spLocks noGrp="1"/>
          </p:cNvSpPr>
          <p:nvPr>
            <p:ph type="sldNum" sz="quarter" idx="5"/>
          </p:nvPr>
        </p:nvSpPr>
        <p:spPr/>
        <p:txBody>
          <a:bodyPr/>
          <a:lstStyle/>
          <a:p>
            <a:fld id="{0FAA55B7-2C07-114D-B986-623C16ABB9F4}" type="slidenum">
              <a:rPr lang="en-US" smtClean="0"/>
              <a:t>9</a:t>
            </a:fld>
            <a:endParaRPr lang="en-US"/>
          </a:p>
        </p:txBody>
      </p:sp>
    </p:spTree>
    <p:extLst>
      <p:ext uri="{BB962C8B-B14F-4D97-AF65-F5344CB8AC3E}">
        <p14:creationId xmlns:p14="http://schemas.microsoft.com/office/powerpoint/2010/main" val="3714706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Stella</a:t>
            </a:r>
          </a:p>
          <a:p>
            <a:endParaRPr lang="en-US" dirty="0"/>
          </a:p>
          <a:p>
            <a:r>
              <a:rPr lang="en-US" dirty="0"/>
              <a:t>Department -&gt; women’s</a:t>
            </a:r>
          </a:p>
          <a:p>
            <a:r>
              <a:rPr lang="en-US" dirty="0"/>
              <a:t>Category Group -&gt; activewear</a:t>
            </a:r>
          </a:p>
          <a:p>
            <a:r>
              <a:rPr lang="en-US" dirty="0"/>
              <a:t>Category -&gt; reebok activewear</a:t>
            </a:r>
          </a:p>
          <a:p>
            <a:r>
              <a:rPr lang="en-US" dirty="0"/>
              <a:t>Subcategory -&gt; reebok activewear jackets</a:t>
            </a:r>
          </a:p>
          <a:p>
            <a:r>
              <a:rPr lang="en-US" dirty="0"/>
              <a:t>Fineline -&gt; reebok sprinter jacket</a:t>
            </a:r>
          </a:p>
        </p:txBody>
      </p:sp>
      <p:sp>
        <p:nvSpPr>
          <p:cNvPr id="4" name="Slide Number Placeholder 3"/>
          <p:cNvSpPr>
            <a:spLocks noGrp="1"/>
          </p:cNvSpPr>
          <p:nvPr>
            <p:ph type="sldNum" sz="quarter" idx="5"/>
          </p:nvPr>
        </p:nvSpPr>
        <p:spPr/>
        <p:txBody>
          <a:bodyPr/>
          <a:lstStyle/>
          <a:p>
            <a:fld id="{0FAA55B7-2C07-114D-B986-623C16ABB9F4}" type="slidenum">
              <a:rPr lang="en-US" smtClean="0"/>
              <a:t>10</a:t>
            </a:fld>
            <a:endParaRPr lang="en-US"/>
          </a:p>
        </p:txBody>
      </p:sp>
    </p:spTree>
    <p:extLst>
      <p:ext uri="{BB962C8B-B14F-4D97-AF65-F5344CB8AC3E}">
        <p14:creationId xmlns:p14="http://schemas.microsoft.com/office/powerpoint/2010/main" val="38598657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Conrad</a:t>
            </a:r>
          </a:p>
        </p:txBody>
      </p:sp>
      <p:sp>
        <p:nvSpPr>
          <p:cNvPr id="4" name="Slide Number Placeholder 3"/>
          <p:cNvSpPr>
            <a:spLocks noGrp="1"/>
          </p:cNvSpPr>
          <p:nvPr>
            <p:ph type="sldNum" sz="quarter" idx="5"/>
          </p:nvPr>
        </p:nvSpPr>
        <p:spPr/>
        <p:txBody>
          <a:bodyPr/>
          <a:lstStyle/>
          <a:p>
            <a:fld id="{0FAA55B7-2C07-114D-B986-623C16ABB9F4}" type="slidenum">
              <a:rPr lang="en-US" smtClean="0"/>
              <a:t>11</a:t>
            </a:fld>
            <a:endParaRPr lang="en-US"/>
          </a:p>
        </p:txBody>
      </p:sp>
    </p:spTree>
    <p:extLst>
      <p:ext uri="{BB962C8B-B14F-4D97-AF65-F5344CB8AC3E}">
        <p14:creationId xmlns:p14="http://schemas.microsoft.com/office/powerpoint/2010/main" val="3230975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Conrad</a:t>
            </a:r>
          </a:p>
        </p:txBody>
      </p:sp>
      <p:sp>
        <p:nvSpPr>
          <p:cNvPr id="4" name="Slide Number Placeholder 3"/>
          <p:cNvSpPr>
            <a:spLocks noGrp="1"/>
          </p:cNvSpPr>
          <p:nvPr>
            <p:ph type="sldNum" sz="quarter" idx="5"/>
          </p:nvPr>
        </p:nvSpPr>
        <p:spPr/>
        <p:txBody>
          <a:bodyPr/>
          <a:lstStyle/>
          <a:p>
            <a:fld id="{0FAA55B7-2C07-114D-B986-623C16ABB9F4}" type="slidenum">
              <a:rPr lang="en-US" smtClean="0"/>
              <a:t>12</a:t>
            </a:fld>
            <a:endParaRPr lang="en-US"/>
          </a:p>
        </p:txBody>
      </p:sp>
    </p:spTree>
    <p:extLst>
      <p:ext uri="{BB962C8B-B14F-4D97-AF65-F5344CB8AC3E}">
        <p14:creationId xmlns:p14="http://schemas.microsoft.com/office/powerpoint/2010/main" val="2169215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Stella</a:t>
            </a:r>
          </a:p>
          <a:p>
            <a:endParaRPr lang="en-US"/>
          </a:p>
          <a:p>
            <a:r>
              <a:rPr lang="en-US"/>
              <a:t>Why sub-category?</a:t>
            </a:r>
          </a:p>
          <a:p>
            <a:r>
              <a:rPr lang="en-US"/>
              <a:t>- category too general, ex would just be specific brand</a:t>
            </a:r>
          </a:p>
          <a:p>
            <a:r>
              <a:rPr lang="en-US"/>
              <a:t>- but sub-category gets specific enough to determine clothing type such as dresses or sweaters</a:t>
            </a:r>
          </a:p>
          <a:p>
            <a:r>
              <a:rPr lang="en-US"/>
              <a:t>- </a:t>
            </a:r>
            <a:r>
              <a:rPr lang="en-US" err="1"/>
              <a:t>fineline</a:t>
            </a:r>
            <a:r>
              <a:rPr lang="en-US"/>
              <a:t> a little to granular</a:t>
            </a:r>
          </a:p>
          <a:p>
            <a:endParaRPr lang="en-US"/>
          </a:p>
          <a:p>
            <a:r>
              <a:rPr lang="en-US"/>
              <a:t>Presence ratio:</a:t>
            </a:r>
          </a:p>
          <a:p>
            <a:r>
              <a:rPr lang="en-US"/>
              <a:t>- calculated per subcategory per store and then found avg per </a:t>
            </a:r>
            <a:r>
              <a:rPr lang="en-US" err="1"/>
              <a:t>subcatg</a:t>
            </a:r>
            <a:endParaRPr lang="en-US"/>
          </a:p>
          <a:p>
            <a:r>
              <a:rPr lang="en-US"/>
              <a:t>- calculated using weeks present at that specific store divided by total weeks</a:t>
            </a:r>
          </a:p>
        </p:txBody>
      </p:sp>
      <p:sp>
        <p:nvSpPr>
          <p:cNvPr id="4" name="Slide Number Placeholder 3"/>
          <p:cNvSpPr>
            <a:spLocks noGrp="1"/>
          </p:cNvSpPr>
          <p:nvPr>
            <p:ph type="sldNum" sz="quarter" idx="5"/>
          </p:nvPr>
        </p:nvSpPr>
        <p:spPr/>
        <p:txBody>
          <a:bodyPr/>
          <a:lstStyle/>
          <a:p>
            <a:fld id="{0FAA55B7-2C07-114D-B986-623C16ABB9F4}" type="slidenum">
              <a:rPr lang="en-US" smtClean="0"/>
              <a:t>13</a:t>
            </a:fld>
            <a:endParaRPr lang="en-US"/>
          </a:p>
        </p:txBody>
      </p:sp>
    </p:spTree>
    <p:extLst>
      <p:ext uri="{BB962C8B-B14F-4D97-AF65-F5344CB8AC3E}">
        <p14:creationId xmlns:p14="http://schemas.microsoft.com/office/powerpoint/2010/main" val="2536186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Cody</a:t>
            </a:r>
            <a:br>
              <a:rPr lang="en-US"/>
            </a:br>
            <a:br>
              <a:rPr lang="en-US"/>
            </a:br>
            <a:r>
              <a:rPr lang="en-US"/>
              <a:t>Men’s departments are very stable — space is spread across many subcategories, with smaller allocations per category. This creates consistency across stores.</a:t>
            </a:r>
            <a:br>
              <a:rPr lang="en-US"/>
            </a:br>
            <a:br>
              <a:rPr lang="en-US"/>
            </a:br>
            <a:r>
              <a:rPr lang="en-US" b="1"/>
              <a:t>Why is men’s more stable?</a:t>
            </a:r>
            <a:endParaRPr lang="en-US"/>
          </a:p>
          <a:p>
            <a:r>
              <a:rPr lang="en-US"/>
              <a:t>Demand is less volatile — fewer seasonal swings compared to women’s.</a:t>
            </a:r>
          </a:p>
          <a:p>
            <a:endParaRPr lang="en-US"/>
          </a:p>
        </p:txBody>
      </p:sp>
      <p:sp>
        <p:nvSpPr>
          <p:cNvPr id="4" name="Slide Number Placeholder 3"/>
          <p:cNvSpPr>
            <a:spLocks noGrp="1"/>
          </p:cNvSpPr>
          <p:nvPr>
            <p:ph type="sldNum" sz="quarter" idx="5"/>
          </p:nvPr>
        </p:nvSpPr>
        <p:spPr/>
        <p:txBody>
          <a:bodyPr/>
          <a:lstStyle/>
          <a:p>
            <a:fld id="{0FAA55B7-2C07-114D-B986-623C16ABB9F4}" type="slidenum">
              <a:rPr lang="en-US" smtClean="0"/>
              <a:t>14</a:t>
            </a:fld>
            <a:endParaRPr lang="en-US"/>
          </a:p>
        </p:txBody>
      </p:sp>
    </p:spTree>
    <p:extLst>
      <p:ext uri="{BB962C8B-B14F-4D97-AF65-F5344CB8AC3E}">
        <p14:creationId xmlns:p14="http://schemas.microsoft.com/office/powerpoint/2010/main" val="14370869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45533-658E-43CF-E827-77565BC39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216AB-CE7F-EC53-980D-625FFD34B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A1AA56-13BF-6645-5820-D8A526E584C5}"/>
              </a:ext>
            </a:extLst>
          </p:cNvPr>
          <p:cNvSpPr>
            <a:spLocks noGrp="1"/>
          </p:cNvSpPr>
          <p:nvPr>
            <p:ph type="body" idx="1"/>
          </p:nvPr>
        </p:nvSpPr>
        <p:spPr/>
        <p:txBody>
          <a:bodyPr/>
          <a:lstStyle/>
          <a:p>
            <a:r>
              <a:rPr lang="en-US"/>
              <a:t>Cody</a:t>
            </a:r>
          </a:p>
          <a:p>
            <a:endParaRPr lang="en-US"/>
          </a:p>
          <a:p>
            <a:r>
              <a:rPr lang="en-US"/>
              <a:t>Women’s departments are more concentrated and flexible — fewer subcategories take up most of the space, and allocations shift more based on trends.</a:t>
            </a:r>
          </a:p>
          <a:p>
            <a:endParaRPr lang="en-US"/>
          </a:p>
          <a:p>
            <a:r>
              <a:rPr lang="en-US" b="1"/>
              <a:t>Q: Why are women more flexible?</a:t>
            </a:r>
            <a:endParaRPr lang="en-US"/>
          </a:p>
          <a:p>
            <a:r>
              <a:rPr lang="en-US"/>
              <a:t>It’s more trend-driven and seasonal, so demand changes more frequently.</a:t>
            </a:r>
          </a:p>
          <a:p>
            <a:endParaRPr lang="en-US"/>
          </a:p>
        </p:txBody>
      </p:sp>
      <p:sp>
        <p:nvSpPr>
          <p:cNvPr id="4" name="Slide Number Placeholder 3">
            <a:extLst>
              <a:ext uri="{FF2B5EF4-FFF2-40B4-BE49-F238E27FC236}">
                <a16:creationId xmlns:a16="http://schemas.microsoft.com/office/drawing/2014/main" id="{C04B9614-2E7C-56D8-F25F-BB269B51D21C}"/>
              </a:ext>
            </a:extLst>
          </p:cNvPr>
          <p:cNvSpPr>
            <a:spLocks noGrp="1"/>
          </p:cNvSpPr>
          <p:nvPr>
            <p:ph type="sldNum" sz="quarter" idx="5"/>
          </p:nvPr>
        </p:nvSpPr>
        <p:spPr/>
        <p:txBody>
          <a:bodyPr/>
          <a:lstStyle/>
          <a:p>
            <a:fld id="{0FAA55B7-2C07-114D-B986-623C16ABB9F4}" type="slidenum">
              <a:rPr lang="en-US" smtClean="0"/>
              <a:t>15</a:t>
            </a:fld>
            <a:endParaRPr lang="en-US"/>
          </a:p>
        </p:txBody>
      </p:sp>
    </p:spTree>
    <p:extLst>
      <p:ext uri="{BB962C8B-B14F-4D97-AF65-F5344CB8AC3E}">
        <p14:creationId xmlns:p14="http://schemas.microsoft.com/office/powerpoint/2010/main" val="22074541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Conrad</a:t>
            </a:r>
          </a:p>
        </p:txBody>
      </p:sp>
      <p:sp>
        <p:nvSpPr>
          <p:cNvPr id="4" name="Slide Number Placeholder 3"/>
          <p:cNvSpPr>
            <a:spLocks noGrp="1"/>
          </p:cNvSpPr>
          <p:nvPr>
            <p:ph type="sldNum" sz="quarter" idx="5"/>
          </p:nvPr>
        </p:nvSpPr>
        <p:spPr/>
        <p:txBody>
          <a:bodyPr/>
          <a:lstStyle/>
          <a:p>
            <a:fld id="{0FAA55B7-2C07-114D-B986-623C16ABB9F4}" type="slidenum">
              <a:rPr lang="en-US" smtClean="0"/>
              <a:t>16</a:t>
            </a:fld>
            <a:endParaRPr lang="en-US"/>
          </a:p>
        </p:txBody>
      </p:sp>
    </p:spTree>
    <p:extLst>
      <p:ext uri="{BB962C8B-B14F-4D97-AF65-F5344CB8AC3E}">
        <p14:creationId xmlns:p14="http://schemas.microsoft.com/office/powerpoint/2010/main" val="5947253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Conrad</a:t>
            </a:r>
          </a:p>
        </p:txBody>
      </p:sp>
      <p:sp>
        <p:nvSpPr>
          <p:cNvPr id="4" name="Slide Number Placeholder 3"/>
          <p:cNvSpPr>
            <a:spLocks noGrp="1"/>
          </p:cNvSpPr>
          <p:nvPr>
            <p:ph type="sldNum" sz="quarter" idx="5"/>
          </p:nvPr>
        </p:nvSpPr>
        <p:spPr/>
        <p:txBody>
          <a:bodyPr/>
          <a:lstStyle/>
          <a:p>
            <a:fld id="{0FAA55B7-2C07-114D-B986-623C16ABB9F4}" type="slidenum">
              <a:rPr lang="en-US" smtClean="0"/>
              <a:t>17</a:t>
            </a:fld>
            <a:endParaRPr lang="en-US"/>
          </a:p>
        </p:txBody>
      </p:sp>
    </p:spTree>
    <p:extLst>
      <p:ext uri="{BB962C8B-B14F-4D97-AF65-F5344CB8AC3E}">
        <p14:creationId xmlns:p14="http://schemas.microsoft.com/office/powerpoint/2010/main" val="449488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Stella</a:t>
            </a:r>
          </a:p>
        </p:txBody>
      </p:sp>
      <p:sp>
        <p:nvSpPr>
          <p:cNvPr id="4" name="Slide Number Placeholder 3"/>
          <p:cNvSpPr>
            <a:spLocks noGrp="1"/>
          </p:cNvSpPr>
          <p:nvPr>
            <p:ph type="sldNum" sz="quarter" idx="5"/>
          </p:nvPr>
        </p:nvSpPr>
        <p:spPr/>
        <p:txBody>
          <a:bodyPr/>
          <a:lstStyle/>
          <a:p>
            <a:fld id="{0FAA55B7-2C07-114D-B986-623C16ABB9F4}" type="slidenum">
              <a:rPr lang="en-US" smtClean="0"/>
              <a:t>18</a:t>
            </a:fld>
            <a:endParaRPr lang="en-US"/>
          </a:p>
        </p:txBody>
      </p:sp>
    </p:spTree>
    <p:extLst>
      <p:ext uri="{BB962C8B-B14F-4D97-AF65-F5344CB8AC3E}">
        <p14:creationId xmlns:p14="http://schemas.microsoft.com/office/powerpoint/2010/main" val="41755254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Stella</a:t>
            </a:r>
          </a:p>
        </p:txBody>
      </p:sp>
      <p:sp>
        <p:nvSpPr>
          <p:cNvPr id="4" name="Slide Number Placeholder 3"/>
          <p:cNvSpPr>
            <a:spLocks noGrp="1"/>
          </p:cNvSpPr>
          <p:nvPr>
            <p:ph type="sldNum" sz="quarter" idx="5"/>
          </p:nvPr>
        </p:nvSpPr>
        <p:spPr/>
        <p:txBody>
          <a:bodyPr/>
          <a:lstStyle/>
          <a:p>
            <a:fld id="{0FAA55B7-2C07-114D-B986-623C16ABB9F4}" type="slidenum">
              <a:rPr lang="en-US" smtClean="0"/>
              <a:t>19</a:t>
            </a:fld>
            <a:endParaRPr lang="en-US"/>
          </a:p>
        </p:txBody>
      </p:sp>
    </p:spTree>
    <p:extLst>
      <p:ext uri="{BB962C8B-B14F-4D97-AF65-F5344CB8AC3E}">
        <p14:creationId xmlns:p14="http://schemas.microsoft.com/office/powerpoint/2010/main" val="3588926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Conrad</a:t>
            </a:r>
          </a:p>
        </p:txBody>
      </p:sp>
      <p:sp>
        <p:nvSpPr>
          <p:cNvPr id="4" name="Slide Number Placeholder 3"/>
          <p:cNvSpPr>
            <a:spLocks noGrp="1"/>
          </p:cNvSpPr>
          <p:nvPr>
            <p:ph type="sldNum" sz="quarter" idx="5"/>
          </p:nvPr>
        </p:nvSpPr>
        <p:spPr/>
        <p:txBody>
          <a:bodyPr/>
          <a:lstStyle/>
          <a:p>
            <a:fld id="{0FAA55B7-2C07-114D-B986-623C16ABB9F4}" type="slidenum">
              <a:rPr lang="en-US" smtClean="0"/>
              <a:t>20</a:t>
            </a:fld>
            <a:endParaRPr lang="en-US"/>
          </a:p>
        </p:txBody>
      </p:sp>
    </p:spTree>
    <p:extLst>
      <p:ext uri="{BB962C8B-B14F-4D97-AF65-F5344CB8AC3E}">
        <p14:creationId xmlns:p14="http://schemas.microsoft.com/office/powerpoint/2010/main" val="4103496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Conrad</a:t>
            </a:r>
          </a:p>
        </p:txBody>
      </p:sp>
      <p:sp>
        <p:nvSpPr>
          <p:cNvPr id="4" name="Slide Number Placeholder 3"/>
          <p:cNvSpPr>
            <a:spLocks noGrp="1"/>
          </p:cNvSpPr>
          <p:nvPr>
            <p:ph type="sldNum" sz="quarter" idx="5"/>
          </p:nvPr>
        </p:nvSpPr>
        <p:spPr/>
        <p:txBody>
          <a:bodyPr/>
          <a:lstStyle/>
          <a:p>
            <a:fld id="{0FAA55B7-2C07-114D-B986-623C16ABB9F4}" type="slidenum">
              <a:rPr lang="en-US" smtClean="0"/>
              <a:t>21</a:t>
            </a:fld>
            <a:endParaRPr lang="en-US"/>
          </a:p>
        </p:txBody>
      </p:sp>
    </p:spTree>
    <p:extLst>
      <p:ext uri="{BB962C8B-B14F-4D97-AF65-F5344CB8AC3E}">
        <p14:creationId xmlns:p14="http://schemas.microsoft.com/office/powerpoint/2010/main" val="16295609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Conrad</a:t>
            </a:r>
          </a:p>
        </p:txBody>
      </p:sp>
      <p:sp>
        <p:nvSpPr>
          <p:cNvPr id="4" name="Slide Number Placeholder 3"/>
          <p:cNvSpPr>
            <a:spLocks noGrp="1"/>
          </p:cNvSpPr>
          <p:nvPr>
            <p:ph type="sldNum" sz="quarter" idx="5"/>
          </p:nvPr>
        </p:nvSpPr>
        <p:spPr/>
        <p:txBody>
          <a:bodyPr/>
          <a:lstStyle/>
          <a:p>
            <a:fld id="{0FAA55B7-2C07-114D-B986-623C16ABB9F4}" type="slidenum">
              <a:rPr lang="en-US" smtClean="0"/>
              <a:t>22</a:t>
            </a:fld>
            <a:endParaRPr lang="en-US"/>
          </a:p>
        </p:txBody>
      </p:sp>
    </p:spTree>
    <p:extLst>
      <p:ext uri="{BB962C8B-B14F-4D97-AF65-F5344CB8AC3E}">
        <p14:creationId xmlns:p14="http://schemas.microsoft.com/office/powerpoint/2010/main" val="31974891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Conrad</a:t>
            </a:r>
          </a:p>
          <a:p>
            <a:endParaRPr lang="en-US" dirty="0"/>
          </a:p>
          <a:p>
            <a:r>
              <a:rPr lang="en-US" dirty="0"/>
              <a:t>At a high level, we’re assigning space to each subcategory based on demand, while distinguishing between stable and flexible fixtures.</a:t>
            </a:r>
          </a:p>
        </p:txBody>
      </p:sp>
      <p:sp>
        <p:nvSpPr>
          <p:cNvPr id="4" name="Slide Number Placeholder 3"/>
          <p:cNvSpPr>
            <a:spLocks noGrp="1"/>
          </p:cNvSpPr>
          <p:nvPr>
            <p:ph type="sldNum" sz="quarter" idx="5"/>
          </p:nvPr>
        </p:nvSpPr>
        <p:spPr/>
        <p:txBody>
          <a:bodyPr/>
          <a:lstStyle/>
          <a:p>
            <a:fld id="{0FAA55B7-2C07-114D-B986-623C16ABB9F4}" type="slidenum">
              <a:rPr lang="en-US" smtClean="0"/>
              <a:t>23</a:t>
            </a:fld>
            <a:endParaRPr lang="en-US"/>
          </a:p>
        </p:txBody>
      </p:sp>
    </p:spTree>
    <p:extLst>
      <p:ext uri="{BB962C8B-B14F-4D97-AF65-F5344CB8AC3E}">
        <p14:creationId xmlns:p14="http://schemas.microsoft.com/office/powerpoint/2010/main" val="25278718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Cody</a:t>
            </a:r>
          </a:p>
          <a:p>
            <a:endParaRPr lang="en-US"/>
          </a:p>
          <a:p>
            <a:r>
              <a:rPr lang="en-US"/>
              <a:t>We maximize a demand-weighted objective, where predicted demand scores act as a proxy for revenue opportunity. So the model prioritizes allocating space to subcategories that are expected to drive the highest sales impact, while respecting real-world capacity and operational constraints.</a:t>
            </a:r>
          </a:p>
          <a:p>
            <a:endParaRPr lang="en-US"/>
          </a:p>
          <a:p>
            <a:r>
              <a:rPr lang="en-US" b="1"/>
              <a:t>Q: What exactly are you maximizing?</a:t>
            </a:r>
            <a:endParaRPr lang="en-US"/>
          </a:p>
          <a:p>
            <a:r>
              <a:rPr lang="en-US"/>
              <a:t>We’re maximizing a demand-based objective — essentially prioritizing space for subcategories with the highest predicted demand.</a:t>
            </a:r>
          </a:p>
          <a:p>
            <a:br>
              <a:rPr lang="en-US"/>
            </a:br>
            <a:endParaRPr lang="en-US"/>
          </a:p>
          <a:p>
            <a:r>
              <a:rPr lang="en-US" b="1"/>
              <a:t>Q: What is ‘</a:t>
            </a:r>
            <a:r>
              <a:rPr lang="en-US" b="1" err="1"/>
              <a:t>i</a:t>
            </a:r>
            <a:r>
              <a:rPr lang="en-US" b="1"/>
              <a:t>’ in your model?</a:t>
            </a:r>
            <a:endParaRPr lang="en-US"/>
          </a:p>
          <a:p>
            <a:r>
              <a:rPr lang="en-US" err="1"/>
              <a:t>i</a:t>
            </a:r>
            <a:r>
              <a:rPr lang="en-US"/>
              <a:t> represents a subcategory — decisions are made at the subcategory level.</a:t>
            </a:r>
          </a:p>
          <a:p>
            <a:br>
              <a:rPr lang="en-US"/>
            </a:br>
            <a:endParaRPr lang="en-US"/>
          </a:p>
          <a:p>
            <a:r>
              <a:rPr lang="en-US" b="1"/>
              <a:t>Q: Why separate stable vs flexible?</a:t>
            </a:r>
            <a:endParaRPr lang="en-US"/>
          </a:p>
          <a:p>
            <a:r>
              <a:rPr lang="en-US"/>
              <a:t>Because they serve different purposes — stable ensures consistency, while flexible adapts to demand.</a:t>
            </a:r>
          </a:p>
          <a:p>
            <a:br>
              <a:rPr lang="en-US"/>
            </a:br>
            <a:endParaRPr lang="en-US"/>
          </a:p>
          <a:p>
            <a:r>
              <a:rPr lang="en-US" b="1"/>
              <a:t>Q: Is this linear optimization?</a:t>
            </a:r>
            <a:endParaRPr lang="en-US"/>
          </a:p>
          <a:p>
            <a:r>
              <a:rPr lang="en-US"/>
              <a:t>Yes — it’s a linear optimization model with capacity and allocation constraints.</a:t>
            </a:r>
          </a:p>
          <a:p>
            <a:br>
              <a:rPr lang="en-US"/>
            </a:br>
            <a:endParaRPr lang="en-US"/>
          </a:p>
          <a:p>
            <a:r>
              <a:rPr lang="en-US" b="1"/>
              <a:t>Q: Why not just allocate everything to the highest demand category?</a:t>
            </a:r>
            <a:endParaRPr lang="en-US"/>
          </a:p>
          <a:p>
            <a:r>
              <a:rPr lang="en-US"/>
              <a:t>We limit allocations per subcategory to prevent unrealistic over-concentration and reflect real store constraints.</a:t>
            </a:r>
          </a:p>
          <a:p>
            <a:endParaRPr lang="en-US"/>
          </a:p>
          <a:p>
            <a:endParaRPr lang="en-US"/>
          </a:p>
        </p:txBody>
      </p:sp>
      <p:sp>
        <p:nvSpPr>
          <p:cNvPr id="4" name="Slide Number Placeholder 3"/>
          <p:cNvSpPr>
            <a:spLocks noGrp="1"/>
          </p:cNvSpPr>
          <p:nvPr>
            <p:ph type="sldNum" sz="quarter" idx="5"/>
          </p:nvPr>
        </p:nvSpPr>
        <p:spPr/>
        <p:txBody>
          <a:bodyPr/>
          <a:lstStyle/>
          <a:p>
            <a:fld id="{0FAA55B7-2C07-114D-B986-623C16ABB9F4}" type="slidenum">
              <a:rPr lang="en-US" smtClean="0"/>
              <a:t>24</a:t>
            </a:fld>
            <a:endParaRPr lang="en-US"/>
          </a:p>
        </p:txBody>
      </p:sp>
    </p:spTree>
    <p:extLst>
      <p:ext uri="{BB962C8B-B14F-4D97-AF65-F5344CB8AC3E}">
        <p14:creationId xmlns:p14="http://schemas.microsoft.com/office/powerpoint/2010/main" val="9601799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46BFB-FCFD-CEE2-3AEA-020F9DE96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CA324-FB11-47DA-EFAE-0CE75F05A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DB3EBB-579F-20C0-8891-DF5A40A183B9}"/>
              </a:ext>
            </a:extLst>
          </p:cNvPr>
          <p:cNvSpPr>
            <a:spLocks noGrp="1"/>
          </p:cNvSpPr>
          <p:nvPr>
            <p:ph type="body" idx="1"/>
          </p:nvPr>
        </p:nvSpPr>
        <p:spPr/>
        <p:txBody>
          <a:bodyPr/>
          <a:lstStyle/>
          <a:p>
            <a:r>
              <a:rPr lang="en-US" dirty="0"/>
              <a:t>Cody</a:t>
            </a:r>
          </a:p>
        </p:txBody>
      </p:sp>
      <p:sp>
        <p:nvSpPr>
          <p:cNvPr id="4" name="Slide Number Placeholder 3">
            <a:extLst>
              <a:ext uri="{FF2B5EF4-FFF2-40B4-BE49-F238E27FC236}">
                <a16:creationId xmlns:a16="http://schemas.microsoft.com/office/drawing/2014/main" id="{2731880B-9257-2969-545B-F29024E2B8C7}"/>
              </a:ext>
            </a:extLst>
          </p:cNvPr>
          <p:cNvSpPr>
            <a:spLocks noGrp="1"/>
          </p:cNvSpPr>
          <p:nvPr>
            <p:ph type="sldNum" sz="quarter" idx="5"/>
          </p:nvPr>
        </p:nvSpPr>
        <p:spPr/>
        <p:txBody>
          <a:bodyPr/>
          <a:lstStyle/>
          <a:p>
            <a:fld id="{0FAA55B7-2C07-114D-B986-623C16ABB9F4}" type="slidenum">
              <a:rPr lang="en-US" smtClean="0"/>
              <a:t>25</a:t>
            </a:fld>
            <a:endParaRPr lang="en-US"/>
          </a:p>
        </p:txBody>
      </p:sp>
    </p:spTree>
    <p:extLst>
      <p:ext uri="{BB962C8B-B14F-4D97-AF65-F5344CB8AC3E}">
        <p14:creationId xmlns:p14="http://schemas.microsoft.com/office/powerpoint/2010/main" val="33331318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Cody</a:t>
            </a:r>
          </a:p>
          <a:p>
            <a:endParaRPr lang="en-US" dirty="0"/>
          </a:p>
          <a:p>
            <a:r>
              <a:rPr lang="en-US"/>
              <a:t>The model shows </a:t>
            </a:r>
            <a:r>
              <a:rPr lang="en-US" dirty="0"/>
              <a:t>that space isn’t evenly distributed — a </a:t>
            </a:r>
            <a:r>
              <a:rPr lang="en-US"/>
              <a:t>small number of high-demand subcategories receive most of the allocation.</a:t>
            </a:r>
          </a:p>
          <a:p>
            <a:endParaRPr lang="en-US"/>
          </a:p>
          <a:p>
            <a:r>
              <a:rPr lang="en-US" b="1"/>
              <a:t>Q: Is this realistic?</a:t>
            </a:r>
            <a:endParaRPr lang="en-US"/>
          </a:p>
          <a:p>
            <a:r>
              <a:rPr lang="en-US"/>
              <a:t>Yes — retail naturally follows a Pareto-like distribution where a </a:t>
            </a:r>
            <a:r>
              <a:rPr lang="en-US" dirty="0"/>
              <a:t>few </a:t>
            </a:r>
            <a:r>
              <a:rPr lang="en-US"/>
              <a:t>categories </a:t>
            </a:r>
            <a:r>
              <a:rPr lang="en-US" dirty="0"/>
              <a:t>drive </a:t>
            </a:r>
            <a:r>
              <a:rPr lang="en-US"/>
              <a:t>most performance</a:t>
            </a:r>
            <a:r>
              <a:rPr lang="en-US" dirty="0"/>
              <a:t>.</a:t>
            </a:r>
            <a:endParaRPr lang="en-US"/>
          </a:p>
          <a:p>
            <a:endParaRPr lang="en-US" dirty="0"/>
          </a:p>
        </p:txBody>
      </p:sp>
      <p:sp>
        <p:nvSpPr>
          <p:cNvPr id="4" name="Slide Number Placeholder 3"/>
          <p:cNvSpPr>
            <a:spLocks noGrp="1"/>
          </p:cNvSpPr>
          <p:nvPr>
            <p:ph type="sldNum" sz="quarter" idx="5"/>
          </p:nvPr>
        </p:nvSpPr>
        <p:spPr/>
        <p:txBody>
          <a:bodyPr/>
          <a:lstStyle/>
          <a:p>
            <a:fld id="{0FAA55B7-2C07-114D-B986-623C16ABB9F4}" type="slidenum">
              <a:rPr lang="en-US" smtClean="0"/>
              <a:t>26</a:t>
            </a:fld>
            <a:endParaRPr lang="en-US"/>
          </a:p>
        </p:txBody>
      </p:sp>
    </p:spTree>
    <p:extLst>
      <p:ext uri="{BB962C8B-B14F-4D97-AF65-F5344CB8AC3E}">
        <p14:creationId xmlns:p14="http://schemas.microsoft.com/office/powerpoint/2010/main" val="13107083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Cody</a:t>
            </a:r>
          </a:p>
          <a:p>
            <a:endParaRPr lang="en-US"/>
          </a:p>
          <a:p>
            <a:r>
              <a:rPr lang="en-US"/>
              <a:t>Men’s demand is </a:t>
            </a:r>
            <a:r>
              <a:rPr lang="en-US" dirty="0"/>
              <a:t>more stable, </a:t>
            </a:r>
            <a:r>
              <a:rPr lang="en-US"/>
              <a:t>so consistent allocation performs well. Women’s demand is more volatile and trend-driven, so flexible space allows the system </a:t>
            </a:r>
            <a:r>
              <a:rPr lang="en-US" dirty="0"/>
              <a:t>to </a:t>
            </a:r>
            <a:r>
              <a:rPr lang="en-US"/>
              <a:t>adapt and capture higher-value opportunities.</a:t>
            </a:r>
          </a:p>
          <a:p>
            <a:endParaRPr lang="en-US"/>
          </a:p>
          <a:p>
            <a:r>
              <a:rPr lang="en-US" b="1"/>
              <a:t>Q: Could Walmart standardize this across departments?</a:t>
            </a:r>
            <a:endParaRPr lang="en-US"/>
          </a:p>
          <a:p>
            <a:r>
              <a:rPr lang="en-US"/>
              <a:t>Our results suggest that would reduce efficiency — departments behave too differently</a:t>
            </a:r>
            <a:r>
              <a:rPr lang="en-US" dirty="0"/>
              <a:t>.</a:t>
            </a:r>
            <a:endParaRPr lang="en-US"/>
          </a:p>
          <a:p>
            <a:endParaRPr lang="en-US" dirty="0"/>
          </a:p>
        </p:txBody>
      </p:sp>
      <p:sp>
        <p:nvSpPr>
          <p:cNvPr id="4" name="Slide Number Placeholder 3"/>
          <p:cNvSpPr>
            <a:spLocks noGrp="1"/>
          </p:cNvSpPr>
          <p:nvPr>
            <p:ph type="sldNum" sz="quarter" idx="5"/>
          </p:nvPr>
        </p:nvSpPr>
        <p:spPr/>
        <p:txBody>
          <a:bodyPr/>
          <a:lstStyle/>
          <a:p>
            <a:fld id="{0FAA55B7-2C07-114D-B986-623C16ABB9F4}" type="slidenum">
              <a:rPr lang="en-US" smtClean="0"/>
              <a:t>27</a:t>
            </a:fld>
            <a:endParaRPr lang="en-US"/>
          </a:p>
        </p:txBody>
      </p:sp>
    </p:spTree>
    <p:extLst>
      <p:ext uri="{BB962C8B-B14F-4D97-AF65-F5344CB8AC3E}">
        <p14:creationId xmlns:p14="http://schemas.microsoft.com/office/powerpoint/2010/main" val="15143477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Cody</a:t>
            </a:r>
          </a:p>
          <a:p>
            <a:endParaRPr lang="en-US" dirty="0"/>
          </a:p>
          <a:p>
            <a:r>
              <a:rPr lang="en-US" dirty="0"/>
              <a:t>Utilization is lower because the model is demand-constrained. Once high-value demand is satisfied, additional space would only go to lower-performing categories, which reduces overall efficiency. So the model intentionally leaves some capacity unused rather than over-allocating space with low return.</a:t>
            </a:r>
          </a:p>
          <a:p>
            <a:endParaRPr lang="en-US" dirty="0"/>
          </a:p>
          <a:p>
            <a:r>
              <a:rPr lang="en-US" b="1" dirty="0"/>
              <a:t>Q: Why is utilization low if you used optimization?</a:t>
            </a:r>
            <a:endParaRPr lang="en-US" dirty="0"/>
          </a:p>
          <a:p>
            <a:r>
              <a:rPr lang="en-US" dirty="0"/>
              <a:t>Because the model maximizes value, not usage. If there isn’t enough demand to justify using space, it leaves it unused rather than allocating inefficiently.</a:t>
            </a:r>
          </a:p>
          <a:p>
            <a:br>
              <a:rPr lang="en-US" dirty="0"/>
            </a:br>
            <a:endParaRPr lang="en-US" dirty="0"/>
          </a:p>
          <a:p>
            <a:r>
              <a:rPr lang="en-US" b="1" dirty="0"/>
              <a:t>Q: Shouldn’t utilization be 100%?</a:t>
            </a:r>
            <a:endParaRPr lang="en-US" dirty="0"/>
          </a:p>
          <a:p>
            <a:r>
              <a:rPr lang="en-US" dirty="0"/>
              <a:t>Not necessarily — 100% utilization would likely mean over-allocating to low-demand categories.</a:t>
            </a:r>
          </a:p>
          <a:p>
            <a:br>
              <a:rPr lang="en-US" dirty="0"/>
            </a:br>
            <a:endParaRPr lang="en-US" dirty="0"/>
          </a:p>
          <a:p>
            <a:r>
              <a:rPr lang="en-US" b="1" dirty="0"/>
              <a:t>Q: Where is unused space coming from?</a:t>
            </a:r>
            <a:endParaRPr lang="en-US" dirty="0"/>
          </a:p>
          <a:p>
            <a:r>
              <a:rPr lang="en-US" dirty="0"/>
              <a:t>Primarily stable fixtures, which are less responsive to demand.</a:t>
            </a:r>
          </a:p>
          <a:p>
            <a:br>
              <a:rPr lang="en-US" dirty="0"/>
            </a:br>
            <a:endParaRPr lang="en-US" dirty="0"/>
          </a:p>
          <a:p>
            <a:r>
              <a:rPr lang="en-US" b="1" dirty="0"/>
              <a:t>Q: Is unused space bad?</a:t>
            </a:r>
            <a:endParaRPr lang="en-US" dirty="0"/>
          </a:p>
          <a:p>
            <a:r>
              <a:rPr lang="en-US" dirty="0"/>
              <a:t>Not always — it can reflect realistic constraints and prevent poor allocation decisions.</a:t>
            </a:r>
          </a:p>
          <a:p>
            <a:endParaRPr lang="en-US" dirty="0"/>
          </a:p>
        </p:txBody>
      </p:sp>
      <p:sp>
        <p:nvSpPr>
          <p:cNvPr id="4" name="Slide Number Placeholder 3"/>
          <p:cNvSpPr>
            <a:spLocks noGrp="1"/>
          </p:cNvSpPr>
          <p:nvPr>
            <p:ph type="sldNum" sz="quarter" idx="5"/>
          </p:nvPr>
        </p:nvSpPr>
        <p:spPr/>
        <p:txBody>
          <a:bodyPr/>
          <a:lstStyle/>
          <a:p>
            <a:fld id="{0FAA55B7-2C07-114D-B986-623C16ABB9F4}" type="slidenum">
              <a:rPr lang="en-US" smtClean="0"/>
              <a:t>28</a:t>
            </a:fld>
            <a:endParaRPr lang="en-US"/>
          </a:p>
        </p:txBody>
      </p:sp>
    </p:spTree>
    <p:extLst>
      <p:ext uri="{BB962C8B-B14F-4D97-AF65-F5344CB8AC3E}">
        <p14:creationId xmlns:p14="http://schemas.microsoft.com/office/powerpoint/2010/main" val="3880797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Cody</a:t>
            </a:r>
          </a:p>
          <a:p>
            <a:endParaRPr lang="en-US"/>
          </a:p>
          <a:p>
            <a:r>
              <a:rPr lang="en-US"/>
              <a:t>Overall, allocation is concentrated in a few key subcategories. Flexible space improves efficiency, while stable space ensures consistency — both are necessary.</a:t>
            </a:r>
          </a:p>
          <a:p>
            <a:endParaRPr lang="en-US"/>
          </a:p>
          <a:p>
            <a:r>
              <a:rPr lang="en-US" b="1"/>
              <a:t>Q: What is the biggest takeaway?</a:t>
            </a:r>
            <a:endParaRPr lang="en-US"/>
          </a:p>
          <a:p>
            <a:r>
              <a:rPr lang="en-US"/>
              <a:t>That space should be allocated based on demand, not static rules.</a:t>
            </a:r>
          </a:p>
          <a:p>
            <a:endParaRPr lang="en-US"/>
          </a:p>
        </p:txBody>
      </p:sp>
      <p:sp>
        <p:nvSpPr>
          <p:cNvPr id="4" name="Slide Number Placeholder 3"/>
          <p:cNvSpPr>
            <a:spLocks noGrp="1"/>
          </p:cNvSpPr>
          <p:nvPr>
            <p:ph type="sldNum" sz="quarter" idx="5"/>
          </p:nvPr>
        </p:nvSpPr>
        <p:spPr/>
        <p:txBody>
          <a:bodyPr/>
          <a:lstStyle/>
          <a:p>
            <a:fld id="{0FAA55B7-2C07-114D-B986-623C16ABB9F4}" type="slidenum">
              <a:rPr lang="en-US" smtClean="0"/>
              <a:t>29</a:t>
            </a:fld>
            <a:endParaRPr lang="en-US"/>
          </a:p>
        </p:txBody>
      </p:sp>
    </p:spTree>
    <p:extLst>
      <p:ext uri="{BB962C8B-B14F-4D97-AF65-F5344CB8AC3E}">
        <p14:creationId xmlns:p14="http://schemas.microsoft.com/office/powerpoint/2010/main" val="3496265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Stella</a:t>
            </a:r>
          </a:p>
          <a:p>
            <a:endParaRPr lang="en-US" dirty="0"/>
          </a:p>
          <a:p>
            <a:pPr algn="l"/>
            <a:r>
              <a:rPr lang="en-US" b="0" i="0" dirty="0">
                <a:solidFill>
                  <a:srgbClr val="000000"/>
                </a:solidFill>
                <a:effectLst/>
              </a:rPr>
              <a:t>The biggest value of this approach is that it moves fixture allocation from broad general rules toward store-specific, data-driven recommendations.</a:t>
            </a:r>
          </a:p>
          <a:p>
            <a:pPr algn="l"/>
            <a:endParaRPr lang="en-US" b="0" i="0" dirty="0">
              <a:solidFill>
                <a:srgbClr val="000000"/>
              </a:solidFill>
              <a:effectLst/>
            </a:endParaRPr>
          </a:p>
          <a:p>
            <a:pPr algn="l"/>
            <a:r>
              <a:rPr lang="en-US" b="0" i="0" dirty="0">
                <a:solidFill>
                  <a:srgbClr val="000000"/>
                </a:solidFill>
                <a:effectLst/>
              </a:rPr>
              <a:t>Rather than simply saying that high-demand categories should receive more space, the optimization model generates allocation outputs for every store, department, and subcategory based on both predicted demand and seasonality behavior.</a:t>
            </a:r>
          </a:p>
          <a:p>
            <a:pPr algn="l"/>
            <a:endParaRPr lang="en-US" b="0" i="0" dirty="0">
              <a:solidFill>
                <a:srgbClr val="000000"/>
              </a:solidFill>
              <a:effectLst/>
            </a:endParaRPr>
          </a:p>
          <a:p>
            <a:pPr algn="l"/>
            <a:r>
              <a:rPr lang="en-US" b="0" i="0" dirty="0">
                <a:solidFill>
                  <a:srgbClr val="000000"/>
                </a:solidFill>
                <a:effectLst/>
              </a:rPr>
              <a:t>This allows merchandising decisions to be much more precise—showing not just which categories matter most, but how stable versus flexible space should be distributed within each store.</a:t>
            </a:r>
          </a:p>
          <a:p>
            <a:pPr algn="l"/>
            <a:endParaRPr lang="en-US" b="0" i="0" dirty="0">
              <a:solidFill>
                <a:srgbClr val="000000"/>
              </a:solidFill>
              <a:effectLst/>
            </a:endParaRPr>
          </a:p>
          <a:p>
            <a:pPr algn="l"/>
            <a:r>
              <a:rPr lang="en-US" b="0" i="0" dirty="0">
                <a:solidFill>
                  <a:srgbClr val="000000"/>
                </a:solidFill>
                <a:effectLst/>
              </a:rPr>
              <a:t>For example, while we know core categories need consistent space, the model helps determine how much stable space is actually needed and where additional flexible capacity creates the most value.</a:t>
            </a:r>
          </a:p>
          <a:p>
            <a:pPr algn="l"/>
            <a:endParaRPr lang="en-US" b="0" i="0" dirty="0">
              <a:solidFill>
                <a:srgbClr val="000000"/>
              </a:solidFill>
              <a:effectLst/>
            </a:endParaRPr>
          </a:p>
          <a:p>
            <a:pPr algn="l"/>
            <a:r>
              <a:rPr lang="en-US" b="0" i="0" dirty="0">
                <a:solidFill>
                  <a:srgbClr val="000000"/>
                </a:solidFill>
                <a:effectLst/>
              </a:rPr>
              <a:t>We also found clear differences between men’s and women’s departments. Men’s departments were more heavily stable, while women’s relied more on flexible space, which suggests allocation strategies should be tailored by department rather than applying a single standard across all fashion areas.</a:t>
            </a:r>
          </a:p>
          <a:p>
            <a:pPr algn="l"/>
            <a:endParaRPr lang="en-US" b="0" i="0" dirty="0">
              <a:solidFill>
                <a:srgbClr val="000000"/>
              </a:solidFill>
              <a:effectLst/>
            </a:endParaRPr>
          </a:p>
          <a:p>
            <a:pPr algn="l"/>
            <a:r>
              <a:rPr lang="en-US" b="0" i="0" dirty="0">
                <a:solidFill>
                  <a:srgbClr val="000000"/>
                </a:solidFill>
                <a:effectLst/>
              </a:rPr>
              <a:t>Overall, the model provides a scalable framework for making more consistent and measurable space planning decisions across a large store network.</a:t>
            </a:r>
          </a:p>
          <a:p>
            <a:endParaRPr lang="en-US" dirty="0"/>
          </a:p>
        </p:txBody>
      </p:sp>
      <p:sp>
        <p:nvSpPr>
          <p:cNvPr id="4" name="Slide Number Placeholder 3"/>
          <p:cNvSpPr>
            <a:spLocks noGrp="1"/>
          </p:cNvSpPr>
          <p:nvPr>
            <p:ph type="sldNum" sz="quarter" idx="5"/>
          </p:nvPr>
        </p:nvSpPr>
        <p:spPr/>
        <p:txBody>
          <a:bodyPr/>
          <a:lstStyle/>
          <a:p>
            <a:fld id="{0FAA55B7-2C07-114D-B986-623C16ABB9F4}" type="slidenum">
              <a:rPr lang="en-US" smtClean="0"/>
              <a:t>30</a:t>
            </a:fld>
            <a:endParaRPr lang="en-US"/>
          </a:p>
        </p:txBody>
      </p:sp>
    </p:spTree>
    <p:extLst>
      <p:ext uri="{BB962C8B-B14F-4D97-AF65-F5344CB8AC3E}">
        <p14:creationId xmlns:p14="http://schemas.microsoft.com/office/powerpoint/2010/main" val="29981433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Stella</a:t>
            </a:r>
          </a:p>
          <a:p>
            <a:endParaRPr lang="en-US" dirty="0"/>
          </a:p>
          <a:p>
            <a:pPr algn="l"/>
            <a:r>
              <a:rPr lang="en-US" b="0" i="0" dirty="0">
                <a:solidFill>
                  <a:srgbClr val="000000"/>
                </a:solidFill>
                <a:effectLst/>
              </a:rPr>
              <a:t>Looking ahead, there are several ways this model could be improved and expanded.</a:t>
            </a:r>
          </a:p>
          <a:p>
            <a:pPr algn="l"/>
            <a:endParaRPr lang="en-US" b="0" i="0" dirty="0">
              <a:solidFill>
                <a:srgbClr val="000000"/>
              </a:solidFill>
              <a:effectLst/>
            </a:endParaRPr>
          </a:p>
          <a:p>
            <a:pPr algn="l"/>
            <a:r>
              <a:rPr lang="en-US" b="0" i="0" dirty="0">
                <a:solidFill>
                  <a:srgbClr val="000000"/>
                </a:solidFill>
                <a:effectLst/>
              </a:rPr>
              <a:t>First, demand scoring can be further validated and refined to better capture true customer demand, since the optimization depends heavily on how accurately we estimate unconstrained demand.</a:t>
            </a:r>
          </a:p>
          <a:p>
            <a:pPr algn="l"/>
            <a:endParaRPr lang="en-US" b="0" i="0" dirty="0">
              <a:solidFill>
                <a:srgbClr val="000000"/>
              </a:solidFill>
              <a:effectLst/>
            </a:endParaRPr>
          </a:p>
          <a:p>
            <a:pPr algn="l"/>
            <a:r>
              <a:rPr lang="en-US" b="0" i="0" dirty="0">
                <a:solidFill>
                  <a:srgbClr val="000000"/>
                </a:solidFill>
                <a:effectLst/>
              </a:rPr>
              <a:t>Store clustering could also be expanded using factors like region, weather, and local demand patterns, since stores in different markets may require very different seasonal strategies.</a:t>
            </a:r>
          </a:p>
          <a:p>
            <a:pPr algn="l"/>
            <a:endParaRPr lang="en-US" b="0" i="0" dirty="0">
              <a:solidFill>
                <a:srgbClr val="000000"/>
              </a:solidFill>
              <a:effectLst/>
            </a:endParaRPr>
          </a:p>
          <a:p>
            <a:pPr algn="l"/>
            <a:r>
              <a:rPr lang="en-US" b="0" i="0" dirty="0">
                <a:solidFill>
                  <a:srgbClr val="000000"/>
                </a:solidFill>
                <a:effectLst/>
              </a:rPr>
              <a:t>Improving fixture-type constraints would make the optimization outputs even more realistic by better reflecting operational limitations within stores.</a:t>
            </a:r>
          </a:p>
          <a:p>
            <a:pPr algn="l"/>
            <a:endParaRPr lang="en-US" b="0" i="0" dirty="0">
              <a:solidFill>
                <a:srgbClr val="000000"/>
              </a:solidFill>
              <a:effectLst/>
            </a:endParaRPr>
          </a:p>
          <a:p>
            <a:pPr algn="l"/>
            <a:r>
              <a:rPr lang="en-US" b="0" i="0" dirty="0">
                <a:solidFill>
                  <a:srgbClr val="000000"/>
                </a:solidFill>
                <a:effectLst/>
              </a:rPr>
              <a:t>We would also want to expand this framework beyond men’s and women’s apparel to see how well it generalizes across other departments.</a:t>
            </a:r>
          </a:p>
          <a:p>
            <a:pPr algn="l"/>
            <a:endParaRPr lang="en-US" b="0" i="0" dirty="0">
              <a:solidFill>
                <a:srgbClr val="000000"/>
              </a:solidFill>
              <a:effectLst/>
            </a:endParaRPr>
          </a:p>
          <a:p>
            <a:pPr algn="l"/>
            <a:r>
              <a:rPr lang="en-US" b="0" i="0" dirty="0">
                <a:solidFill>
                  <a:srgbClr val="000000"/>
                </a:solidFill>
                <a:effectLst/>
              </a:rPr>
              <a:t>Ultimately, pilot testing these recommendations in stores would be the best way to measure real business impact and validate whether the model improves both fixture utilization and sales performance.</a:t>
            </a:r>
          </a:p>
          <a:p>
            <a:pPr algn="l"/>
            <a:endParaRPr lang="en-US" b="0" i="0" dirty="0">
              <a:solidFill>
                <a:srgbClr val="000000"/>
              </a:solidFill>
              <a:effectLst/>
            </a:endParaRPr>
          </a:p>
          <a:p>
            <a:r>
              <a:rPr lang="en-US" dirty="0"/>
              <a:t>… talk about takeaways</a:t>
            </a:r>
          </a:p>
        </p:txBody>
      </p:sp>
      <p:sp>
        <p:nvSpPr>
          <p:cNvPr id="4" name="Slide Number Placeholder 3"/>
          <p:cNvSpPr>
            <a:spLocks noGrp="1"/>
          </p:cNvSpPr>
          <p:nvPr>
            <p:ph type="sldNum" sz="quarter" idx="5"/>
          </p:nvPr>
        </p:nvSpPr>
        <p:spPr/>
        <p:txBody>
          <a:bodyPr/>
          <a:lstStyle/>
          <a:p>
            <a:fld id="{0FAA55B7-2C07-114D-B986-623C16ABB9F4}" type="slidenum">
              <a:rPr lang="en-US" smtClean="0"/>
              <a:t>31</a:t>
            </a:fld>
            <a:endParaRPr lang="en-US"/>
          </a:p>
        </p:txBody>
      </p:sp>
    </p:spTree>
    <p:extLst>
      <p:ext uri="{BB962C8B-B14F-4D97-AF65-F5344CB8AC3E}">
        <p14:creationId xmlns:p14="http://schemas.microsoft.com/office/powerpoint/2010/main" val="372488134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Stella</a:t>
            </a:r>
          </a:p>
        </p:txBody>
      </p:sp>
      <p:sp>
        <p:nvSpPr>
          <p:cNvPr id="4" name="Slide Number Placeholder 3"/>
          <p:cNvSpPr>
            <a:spLocks noGrp="1"/>
          </p:cNvSpPr>
          <p:nvPr>
            <p:ph type="sldNum" sz="quarter" idx="5"/>
          </p:nvPr>
        </p:nvSpPr>
        <p:spPr/>
        <p:txBody>
          <a:bodyPr/>
          <a:lstStyle/>
          <a:p>
            <a:fld id="{0FAA55B7-2C07-114D-B986-623C16ABB9F4}" type="slidenum">
              <a:rPr lang="en-US" smtClean="0"/>
              <a:t>32</a:t>
            </a:fld>
            <a:endParaRPr lang="en-US"/>
          </a:p>
        </p:txBody>
      </p:sp>
    </p:spTree>
    <p:extLst>
      <p:ext uri="{BB962C8B-B14F-4D97-AF65-F5344CB8AC3E}">
        <p14:creationId xmlns:p14="http://schemas.microsoft.com/office/powerpoint/2010/main" val="8747686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Stella</a:t>
            </a:r>
          </a:p>
        </p:txBody>
      </p:sp>
      <p:sp>
        <p:nvSpPr>
          <p:cNvPr id="4" name="Slide Number Placeholder 3"/>
          <p:cNvSpPr>
            <a:spLocks noGrp="1"/>
          </p:cNvSpPr>
          <p:nvPr>
            <p:ph type="sldNum" sz="quarter" idx="5"/>
          </p:nvPr>
        </p:nvSpPr>
        <p:spPr/>
        <p:txBody>
          <a:bodyPr/>
          <a:lstStyle/>
          <a:p>
            <a:fld id="{0FAA55B7-2C07-114D-B986-623C16ABB9F4}" type="slidenum">
              <a:rPr lang="en-US" smtClean="0"/>
              <a:t>33</a:t>
            </a:fld>
            <a:endParaRPr lang="en-US"/>
          </a:p>
        </p:txBody>
      </p:sp>
    </p:spTree>
    <p:extLst>
      <p:ext uri="{BB962C8B-B14F-4D97-AF65-F5344CB8AC3E}">
        <p14:creationId xmlns:p14="http://schemas.microsoft.com/office/powerpoint/2010/main" val="24626728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Cody</a:t>
            </a:r>
          </a:p>
        </p:txBody>
      </p:sp>
      <p:sp>
        <p:nvSpPr>
          <p:cNvPr id="4" name="Slide Number Placeholder 3"/>
          <p:cNvSpPr>
            <a:spLocks noGrp="1"/>
          </p:cNvSpPr>
          <p:nvPr>
            <p:ph type="sldNum" sz="quarter" idx="5"/>
          </p:nvPr>
        </p:nvSpPr>
        <p:spPr/>
        <p:txBody>
          <a:bodyPr/>
          <a:lstStyle/>
          <a:p>
            <a:fld id="{0FAA55B7-2C07-114D-B986-623C16ABB9F4}" type="slidenum">
              <a:rPr lang="en-US" smtClean="0"/>
              <a:t>35</a:t>
            </a:fld>
            <a:endParaRPr lang="en-US"/>
          </a:p>
        </p:txBody>
      </p:sp>
    </p:spTree>
    <p:extLst>
      <p:ext uri="{BB962C8B-B14F-4D97-AF65-F5344CB8AC3E}">
        <p14:creationId xmlns:p14="http://schemas.microsoft.com/office/powerpoint/2010/main" val="42049023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45533-658E-43CF-E827-77565BC39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9216AB-CE7F-EC53-980D-625FFD34BD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A1AA56-13BF-6645-5820-D8A526E584C5}"/>
              </a:ext>
            </a:extLst>
          </p:cNvPr>
          <p:cNvSpPr>
            <a:spLocks noGrp="1"/>
          </p:cNvSpPr>
          <p:nvPr>
            <p:ph type="body" idx="1"/>
          </p:nvPr>
        </p:nvSpPr>
        <p:spPr/>
        <p:txBody>
          <a:bodyPr/>
          <a:lstStyle/>
          <a:p>
            <a:r>
              <a:rPr lang="en-US"/>
              <a:t>Cody</a:t>
            </a:r>
          </a:p>
        </p:txBody>
      </p:sp>
      <p:sp>
        <p:nvSpPr>
          <p:cNvPr id="4" name="Slide Number Placeholder 3">
            <a:extLst>
              <a:ext uri="{FF2B5EF4-FFF2-40B4-BE49-F238E27FC236}">
                <a16:creationId xmlns:a16="http://schemas.microsoft.com/office/drawing/2014/main" id="{C04B9614-2E7C-56D8-F25F-BB269B51D21C}"/>
              </a:ext>
            </a:extLst>
          </p:cNvPr>
          <p:cNvSpPr>
            <a:spLocks noGrp="1"/>
          </p:cNvSpPr>
          <p:nvPr>
            <p:ph type="sldNum" sz="quarter" idx="5"/>
          </p:nvPr>
        </p:nvSpPr>
        <p:spPr/>
        <p:txBody>
          <a:bodyPr/>
          <a:lstStyle/>
          <a:p>
            <a:fld id="{0FAA55B7-2C07-114D-B986-623C16ABB9F4}" type="slidenum">
              <a:rPr lang="en-US" smtClean="0"/>
              <a:t>36</a:t>
            </a:fld>
            <a:endParaRPr lang="en-US"/>
          </a:p>
        </p:txBody>
      </p:sp>
    </p:spTree>
    <p:extLst>
      <p:ext uri="{BB962C8B-B14F-4D97-AF65-F5344CB8AC3E}">
        <p14:creationId xmlns:p14="http://schemas.microsoft.com/office/powerpoint/2010/main" val="11107159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do:</a:t>
            </a:r>
          </a:p>
          <a:p>
            <a:r>
              <a:rPr lang="en-US"/>
              <a:t>- add the iteratively improve thing</a:t>
            </a:r>
          </a:p>
        </p:txBody>
      </p:sp>
      <p:sp>
        <p:nvSpPr>
          <p:cNvPr id="4" name="Slide Number Placeholder 3"/>
          <p:cNvSpPr>
            <a:spLocks noGrp="1"/>
          </p:cNvSpPr>
          <p:nvPr>
            <p:ph type="sldNum" sz="quarter" idx="5"/>
          </p:nvPr>
        </p:nvSpPr>
        <p:spPr/>
        <p:txBody>
          <a:bodyPr/>
          <a:lstStyle/>
          <a:p>
            <a:fld id="{0FAA55B7-2C07-114D-B986-623C16ABB9F4}" type="slidenum">
              <a:rPr lang="en-US" smtClean="0"/>
              <a:t>37</a:t>
            </a:fld>
            <a:endParaRPr lang="en-US"/>
          </a:p>
        </p:txBody>
      </p:sp>
    </p:spTree>
    <p:extLst>
      <p:ext uri="{BB962C8B-B14F-4D97-AF65-F5344CB8AC3E}">
        <p14:creationId xmlns:p14="http://schemas.microsoft.com/office/powerpoint/2010/main" val="15088582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Notes:</a:t>
            </a:r>
          </a:p>
          <a:p>
            <a:r>
              <a:rPr lang="en-US"/>
              <a:t>- Gap between R access and EDA is due to fall break</a:t>
            </a:r>
          </a:p>
        </p:txBody>
      </p:sp>
      <p:sp>
        <p:nvSpPr>
          <p:cNvPr id="4" name="Slide Number Placeholder 3"/>
          <p:cNvSpPr>
            <a:spLocks noGrp="1"/>
          </p:cNvSpPr>
          <p:nvPr>
            <p:ph type="sldNum" sz="quarter" idx="5"/>
          </p:nvPr>
        </p:nvSpPr>
        <p:spPr/>
        <p:txBody>
          <a:bodyPr/>
          <a:lstStyle/>
          <a:p>
            <a:fld id="{0FAA55B7-2C07-114D-B986-623C16ABB9F4}" type="slidenum">
              <a:rPr lang="en-US" smtClean="0"/>
              <a:t>39</a:t>
            </a:fld>
            <a:endParaRPr lang="en-US"/>
          </a:p>
        </p:txBody>
      </p:sp>
    </p:spTree>
    <p:extLst>
      <p:ext uri="{BB962C8B-B14F-4D97-AF65-F5344CB8AC3E}">
        <p14:creationId xmlns:p14="http://schemas.microsoft.com/office/powerpoint/2010/main" val="241690220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358AE-B19B-9C5B-5669-68000240C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E01FA-615C-C2CC-6D4E-B44E9A613B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23A50A-3D54-3FDE-0AD5-C2B8CB27A6F9}"/>
              </a:ext>
            </a:extLst>
          </p:cNvPr>
          <p:cNvSpPr>
            <a:spLocks noGrp="1"/>
          </p:cNvSpPr>
          <p:nvPr>
            <p:ph type="body" idx="1"/>
          </p:nvPr>
        </p:nvSpPr>
        <p:spPr/>
        <p:txBody>
          <a:bodyPr/>
          <a:lstStyle/>
          <a:p>
            <a:r>
              <a:rPr lang="en-US"/>
              <a:t>Stella</a:t>
            </a:r>
          </a:p>
          <a:p>
            <a:r>
              <a:rPr lang="en-US" sz="1800" b="1" i="0" u="none" strike="noStrike">
                <a:effectLst/>
                <a:latin typeface="Calibri" panose="020F0502020204030204" pitchFamily="34" charset="0"/>
              </a:rPr>
              <a:t>How should off-season space be utilized when seasonal demand is low?</a:t>
            </a:r>
            <a:r>
              <a:rPr lang="en-US" sz="1800" b="0" i="0" u="none" strike="noStrike">
                <a:effectLst/>
                <a:latin typeface="Calibri" panose="020F0502020204030204" pitchFamily="34" charset="0"/>
              </a:rPr>
              <a:t> </a:t>
            </a:r>
          </a:p>
          <a:p>
            <a:pPr algn="l" rtl="0" fontAlgn="base">
              <a:buFont typeface="Arial" panose="020B0604020202020204" pitchFamily="34" charset="0"/>
              <a:buChar char="•"/>
            </a:pPr>
            <a:r>
              <a:rPr lang="en-US" sz="1800" b="0" i="0" u="none" strike="noStrike">
                <a:effectLst/>
                <a:latin typeface="Calibri" panose="020F0502020204030204" pitchFamily="34" charset="0"/>
              </a:rPr>
              <a:t>Refers to space left over when seasonal has been sold but they don’t have another seasonal </a:t>
            </a:r>
            <a:r>
              <a:rPr lang="en-US" sz="1800" b="0" i="0" u="none" strike="noStrike" err="1">
                <a:effectLst/>
                <a:latin typeface="Calibri" panose="020F0502020204030204" pitchFamily="34" charset="0"/>
              </a:rPr>
              <a:t>catg</a:t>
            </a:r>
            <a:r>
              <a:rPr lang="en-US" sz="1800" b="0" i="0" u="none" strike="noStrike">
                <a:effectLst/>
                <a:latin typeface="Calibri" panose="020F0502020204030204" pitchFamily="34" charset="0"/>
              </a:rPr>
              <a:t> to put there immediately </a:t>
            </a:r>
          </a:p>
          <a:p>
            <a:pPr algn="l" rtl="0" fontAlgn="base">
              <a:buFont typeface="Arial" panose="020B0604020202020204" pitchFamily="34" charset="0"/>
              <a:buChar char="•"/>
            </a:pPr>
            <a:r>
              <a:rPr lang="en-US" sz="1800" b="0" i="0" u="none" strike="noStrike">
                <a:effectLst/>
                <a:latin typeface="Calibri" panose="020F0502020204030204" pitchFamily="34" charset="0"/>
              </a:rPr>
              <a:t>Currently mainly used for clearance</a:t>
            </a:r>
          </a:p>
          <a:p>
            <a:pPr marL="0" marR="0" lvl="0" indent="0" algn="l" defTabSz="1828434" rtl="0" eaLnBrk="1" fontAlgn="base" latinLnBrk="0" hangingPunct="1">
              <a:lnSpc>
                <a:spcPct val="100000"/>
              </a:lnSpc>
              <a:spcBef>
                <a:spcPts val="0"/>
              </a:spcBef>
              <a:spcAft>
                <a:spcPts val="0"/>
              </a:spcAft>
              <a:buClrTx/>
              <a:buSzTx/>
              <a:buFont typeface="Arial" panose="020B0604020202020204" pitchFamily="34" charset="0"/>
              <a:buChar char="•"/>
              <a:tabLst/>
              <a:defRPr/>
            </a:pPr>
            <a:endParaRPr lang="en-US" sz="1800" b="0" i="0" u="none" strike="noStrike">
              <a:effectLst/>
              <a:latin typeface="Calibri" panose="020F0502020204030204" pitchFamily="34" charset="0"/>
            </a:endParaRPr>
          </a:p>
          <a:p>
            <a:pPr marL="0" marR="0" lvl="0" indent="0" algn="l" defTabSz="1828434" rtl="0" eaLnBrk="1" fontAlgn="base" latinLnBrk="0" hangingPunct="1">
              <a:lnSpc>
                <a:spcPct val="100000"/>
              </a:lnSpc>
              <a:spcBef>
                <a:spcPts val="0"/>
              </a:spcBef>
              <a:spcAft>
                <a:spcPts val="0"/>
              </a:spcAft>
              <a:buClrTx/>
              <a:buSzTx/>
              <a:buFont typeface="Arial" panose="020B0604020202020204" pitchFamily="34" charset="0"/>
              <a:buNone/>
              <a:tabLst/>
              <a:defRPr/>
            </a:pPr>
            <a:r>
              <a:rPr lang="en-US" sz="1800" b="1" i="0" u="none" strike="noStrike">
                <a:effectLst/>
                <a:latin typeface="Calibri" panose="020F0502020204030204" pitchFamily="34" charset="0"/>
              </a:rPr>
              <a:t>When should incremental fixtures be allocated to year-round </a:t>
            </a:r>
            <a:r>
              <a:rPr lang="en-US" sz="1800" b="1" i="0" u="none" strike="noStrike" err="1">
                <a:effectLst/>
                <a:latin typeface="Calibri" panose="020F0502020204030204" pitchFamily="34" charset="0"/>
              </a:rPr>
              <a:t>catgs</a:t>
            </a:r>
            <a:r>
              <a:rPr lang="en-US" sz="1800" b="1" i="0" u="none" strike="noStrike">
                <a:effectLst/>
                <a:latin typeface="Calibri" panose="020F0502020204030204" pitchFamily="34" charset="0"/>
              </a:rPr>
              <a:t> vs seasonal ones?</a:t>
            </a:r>
            <a:r>
              <a:rPr lang="en-US" sz="1800" b="0" i="0" u="none" strike="noStrike">
                <a:effectLst/>
                <a:latin typeface="Calibri" panose="020F0502020204030204" pitchFamily="34" charset="0"/>
              </a:rPr>
              <a:t> </a:t>
            </a:r>
          </a:p>
          <a:p>
            <a:pPr marL="0" marR="0" lvl="0" indent="0" algn="l" defTabSz="1828434"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sz="1800" b="0" i="0" u="none" strike="noStrike">
                <a:effectLst/>
                <a:latin typeface="Calibri" panose="020F0502020204030204" pitchFamily="34" charset="0"/>
              </a:rPr>
              <a:t>Increment up to the next fixture count but take space away from something else </a:t>
            </a:r>
          </a:p>
          <a:p>
            <a:pPr marL="0" marR="0" lvl="0" indent="0" algn="l" defTabSz="1828434" rtl="0" eaLnBrk="1" fontAlgn="base" latinLnBrk="0" hangingPunct="1">
              <a:lnSpc>
                <a:spcPct val="100000"/>
              </a:lnSpc>
              <a:spcBef>
                <a:spcPts val="0"/>
              </a:spcBef>
              <a:spcAft>
                <a:spcPts val="0"/>
              </a:spcAft>
              <a:buClrTx/>
              <a:buSzTx/>
              <a:buFont typeface="Arial" panose="020B0604020202020204" pitchFamily="34" charset="0"/>
              <a:buChar char="•"/>
              <a:tabLst/>
              <a:defRPr/>
            </a:pPr>
            <a:endParaRPr lang="en-US" sz="1800" b="0" i="0" u="none" strike="noStrike">
              <a:effectLst/>
              <a:latin typeface="Calibri" panose="020F0502020204030204" pitchFamily="34" charset="0"/>
            </a:endParaRPr>
          </a:p>
          <a:p>
            <a:pPr marL="0" marR="0" lvl="0" indent="0" algn="l" defTabSz="1828434" rtl="0" eaLnBrk="1" fontAlgn="base" latinLnBrk="0" hangingPunct="1">
              <a:lnSpc>
                <a:spcPct val="100000"/>
              </a:lnSpc>
              <a:spcBef>
                <a:spcPts val="0"/>
              </a:spcBef>
              <a:spcAft>
                <a:spcPts val="0"/>
              </a:spcAft>
              <a:buClrTx/>
              <a:buSzTx/>
              <a:buFont typeface="Arial" panose="020B0604020202020204" pitchFamily="34" charset="0"/>
              <a:buNone/>
              <a:tabLst/>
              <a:defRPr/>
            </a:pPr>
            <a:r>
              <a:rPr lang="en-US" sz="1800" b="1" i="0" u="none" strike="noStrike">
                <a:effectLst/>
                <a:latin typeface="Calibri" panose="020F0502020204030204" pitchFamily="34" charset="0"/>
              </a:rPr>
              <a:t>What are min and max fixture counts for seasonal </a:t>
            </a:r>
            <a:r>
              <a:rPr lang="en-US" sz="1800" b="1" i="0" u="none" strike="noStrike" err="1">
                <a:effectLst/>
                <a:latin typeface="Calibri" panose="020F0502020204030204" pitchFamily="34" charset="0"/>
              </a:rPr>
              <a:t>catgs</a:t>
            </a:r>
            <a:r>
              <a:rPr lang="en-US" sz="1800" b="1" i="0" u="none" strike="noStrike">
                <a:effectLst/>
                <a:latin typeface="Calibri" panose="020F0502020204030204" pitchFamily="34" charset="0"/>
              </a:rPr>
              <a:t> by store and department?</a:t>
            </a:r>
            <a:r>
              <a:rPr lang="en-US" sz="1800" b="0" i="0" u="none" strike="noStrike">
                <a:effectLst/>
                <a:latin typeface="Calibri" panose="020F0502020204030204" pitchFamily="34" charset="0"/>
              </a:rPr>
              <a:t> </a:t>
            </a:r>
          </a:p>
          <a:p>
            <a:pPr algn="l" rtl="0" fontAlgn="base">
              <a:buFont typeface="Arial" panose="020B0604020202020204" pitchFamily="34" charset="0"/>
              <a:buChar char="•"/>
            </a:pPr>
            <a:endParaRPr lang="en-US" sz="1800" b="0" i="0" u="none" strike="noStrike">
              <a:effectLst/>
              <a:latin typeface="Calibri" panose="020F0502020204030204" pitchFamily="34" charset="0"/>
            </a:endParaRPr>
          </a:p>
          <a:p>
            <a:endParaRPr lang="en-US"/>
          </a:p>
        </p:txBody>
      </p:sp>
      <p:sp>
        <p:nvSpPr>
          <p:cNvPr id="4" name="Slide Number Placeholder 3">
            <a:extLst>
              <a:ext uri="{FF2B5EF4-FFF2-40B4-BE49-F238E27FC236}">
                <a16:creationId xmlns:a16="http://schemas.microsoft.com/office/drawing/2014/main" id="{634DEF40-CBD2-B99F-3CE0-833FD4F43F40}"/>
              </a:ext>
            </a:extLst>
          </p:cNvPr>
          <p:cNvSpPr>
            <a:spLocks noGrp="1"/>
          </p:cNvSpPr>
          <p:nvPr>
            <p:ph type="sldNum" sz="quarter" idx="5"/>
          </p:nvPr>
        </p:nvSpPr>
        <p:spPr/>
        <p:txBody>
          <a:bodyPr/>
          <a:lstStyle/>
          <a:p>
            <a:fld id="{0FAA55B7-2C07-114D-B986-623C16ABB9F4}" type="slidenum">
              <a:rPr lang="en-US" smtClean="0"/>
              <a:t>42</a:t>
            </a:fld>
            <a:endParaRPr lang="en-US"/>
          </a:p>
        </p:txBody>
      </p:sp>
    </p:spTree>
    <p:extLst>
      <p:ext uri="{BB962C8B-B14F-4D97-AF65-F5344CB8AC3E}">
        <p14:creationId xmlns:p14="http://schemas.microsoft.com/office/powerpoint/2010/main" val="209424195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Cody </a:t>
            </a:r>
          </a:p>
        </p:txBody>
      </p:sp>
      <p:sp>
        <p:nvSpPr>
          <p:cNvPr id="4" name="Slide Number Placeholder 3"/>
          <p:cNvSpPr>
            <a:spLocks noGrp="1"/>
          </p:cNvSpPr>
          <p:nvPr>
            <p:ph type="sldNum" sz="quarter" idx="5"/>
          </p:nvPr>
        </p:nvSpPr>
        <p:spPr/>
        <p:txBody>
          <a:bodyPr/>
          <a:lstStyle/>
          <a:p>
            <a:fld id="{0FAA55B7-2C07-114D-B986-623C16ABB9F4}" type="slidenum">
              <a:rPr lang="en-US" smtClean="0"/>
              <a:t>43</a:t>
            </a:fld>
            <a:endParaRPr lang="en-US"/>
          </a:p>
        </p:txBody>
      </p:sp>
    </p:spTree>
    <p:extLst>
      <p:ext uri="{BB962C8B-B14F-4D97-AF65-F5344CB8AC3E}">
        <p14:creationId xmlns:p14="http://schemas.microsoft.com/office/powerpoint/2010/main" val="320074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55176" y="3725816"/>
            <a:ext cx="23016128" cy="5148349"/>
          </a:xfrm>
        </p:spPr>
        <p:txBody>
          <a:bodyPr anchor="t"/>
          <a:lstStyle>
            <a:lvl1pPr algn="l" defTabSz="1828800" rtl="0" eaLnBrk="1" latinLnBrk="0" hangingPunct="1">
              <a:lnSpc>
                <a:spcPts val="18000"/>
              </a:lnSpc>
              <a:spcBef>
                <a:spcPct val="0"/>
              </a:spcBef>
              <a:buNone/>
              <a:defRPr lang="en-US" sz="18000" b="0" i="0" kern="1200" spc="0" baseline="0" dirty="0">
                <a:solidFill>
                  <a:schemeClr val="bg1"/>
                </a:solidFill>
                <a:latin typeface="Everyday Sans Light" pitchFamily="2" charset="77"/>
                <a:ea typeface="+mj-ea"/>
                <a:cs typeface="+mj-cs"/>
              </a:defRPr>
            </a:lvl1pPr>
          </a:lstStyle>
          <a:p>
            <a:r>
              <a:rPr lang="en-US"/>
              <a:t>Click to edit Master title style</a:t>
            </a:r>
          </a:p>
        </p:txBody>
      </p:sp>
      <p:sp>
        <p:nvSpPr>
          <p:cNvPr id="4" name="Date Placeholder 3"/>
          <p:cNvSpPr>
            <a:spLocks noGrp="1"/>
          </p:cNvSpPr>
          <p:nvPr>
            <p:ph type="dt" sz="half" idx="10"/>
          </p:nvPr>
        </p:nvSpPr>
        <p:spPr>
          <a:xfrm>
            <a:off x="8461380" y="333311"/>
            <a:ext cx="5395474" cy="733425"/>
          </a:xfrm>
          <a:prstGeom prst="rect">
            <a:avLst/>
          </a:prstGeom>
        </p:spPr>
        <p:txBody>
          <a:bodyPr lIns="0" tIns="0" rIns="0" bIns="0" anchor="b" anchorCtr="0"/>
          <a:lstStyle>
            <a:lvl1pPr>
              <a:defRPr lang="en-US" sz="2600" kern="1200" baseline="0" smtClean="0">
                <a:solidFill>
                  <a:schemeClr val="bg1"/>
                </a:solidFill>
                <a:latin typeface="+mn-lt"/>
                <a:ea typeface="+mn-ea"/>
                <a:cs typeface="+mn-cs"/>
              </a:defRPr>
            </a:lvl1pPr>
          </a:lstStyle>
          <a:p>
            <a:endParaRPr lang="en-US"/>
          </a:p>
        </p:txBody>
      </p:sp>
      <p:sp>
        <p:nvSpPr>
          <p:cNvPr id="5" name="Footer Placeholder 4"/>
          <p:cNvSpPr>
            <a:spLocks noGrp="1"/>
          </p:cNvSpPr>
          <p:nvPr>
            <p:ph type="ftr" sz="quarter" idx="11"/>
          </p:nvPr>
        </p:nvSpPr>
        <p:spPr>
          <a:xfrm>
            <a:off x="713108" y="333311"/>
            <a:ext cx="4553832" cy="730250"/>
          </a:xfrm>
        </p:spPr>
        <p:txBody>
          <a:bodyPr/>
          <a:lstStyle>
            <a:lvl1pPr>
              <a:defRPr sz="2600">
                <a:solidFill>
                  <a:schemeClr val="bg1"/>
                </a:solidFill>
              </a:defRPr>
            </a:lvl1pPr>
          </a:lstStyle>
          <a:p>
            <a:r>
              <a:rPr lang="en-US"/>
              <a:t>Add Team Name Here</a:t>
            </a:r>
          </a:p>
        </p:txBody>
      </p:sp>
      <p:sp>
        <p:nvSpPr>
          <p:cNvPr id="7" name="Freeform 6">
            <a:extLst>
              <a:ext uri="{FF2B5EF4-FFF2-40B4-BE49-F238E27FC236}">
                <a16:creationId xmlns:a16="http://schemas.microsoft.com/office/drawing/2014/main" id="{E9D80B1E-0FFD-E36A-9B9D-7693C2215C5D}"/>
              </a:ext>
            </a:extLst>
          </p:cNvPr>
          <p:cNvSpPr>
            <a:spLocks noChangeAspect="1"/>
          </p:cNvSpPr>
          <p:nvPr userDrawn="1"/>
        </p:nvSpPr>
        <p:spPr>
          <a:xfrm>
            <a:off x="673536" y="12552201"/>
            <a:ext cx="2578608" cy="494834"/>
          </a:xfrm>
          <a:custGeom>
            <a:avLst/>
            <a:gdLst>
              <a:gd name="connsiteX0" fmla="*/ 2192655 w 6857999"/>
              <a:gd name="connsiteY0" fmla="*/ 791529 h 1316048"/>
              <a:gd name="connsiteX1" fmla="*/ 2070735 w 6857999"/>
              <a:gd name="connsiteY1" fmla="*/ 856144 h 1316048"/>
              <a:gd name="connsiteX2" fmla="*/ 1921192 w 6857999"/>
              <a:gd name="connsiteY2" fmla="*/ 1001527 h 1316048"/>
              <a:gd name="connsiteX3" fmla="*/ 2040255 w 6857999"/>
              <a:gd name="connsiteY3" fmla="*/ 1112702 h 1316048"/>
              <a:gd name="connsiteX4" fmla="*/ 2192655 w 6857999"/>
              <a:gd name="connsiteY4" fmla="*/ 936912 h 1316048"/>
              <a:gd name="connsiteX5" fmla="*/ 5166360 w 6857999"/>
              <a:gd name="connsiteY5" fmla="*/ 790579 h 1316048"/>
              <a:gd name="connsiteX6" fmla="*/ 5044439 w 6857999"/>
              <a:gd name="connsiteY6" fmla="*/ 856144 h 1316048"/>
              <a:gd name="connsiteX7" fmla="*/ 4894897 w 6857999"/>
              <a:gd name="connsiteY7" fmla="*/ 1001527 h 1316048"/>
              <a:gd name="connsiteX8" fmla="*/ 5013960 w 6857999"/>
              <a:gd name="connsiteY8" fmla="*/ 1112702 h 1316048"/>
              <a:gd name="connsiteX9" fmla="*/ 5166360 w 6857999"/>
              <a:gd name="connsiteY9" fmla="*/ 935962 h 1316048"/>
              <a:gd name="connsiteX10" fmla="*/ 6250305 w 6857999"/>
              <a:gd name="connsiteY10" fmla="*/ 263209 h 1316048"/>
              <a:gd name="connsiteX11" fmla="*/ 6250305 w 6857999"/>
              <a:gd name="connsiteY11" fmla="*/ 603387 h 1316048"/>
              <a:gd name="connsiteX12" fmla="*/ 6156007 w 6857999"/>
              <a:gd name="connsiteY12" fmla="*/ 592934 h 1316048"/>
              <a:gd name="connsiteX13" fmla="*/ 5913120 w 6857999"/>
              <a:gd name="connsiteY13" fmla="*/ 852343 h 1316048"/>
              <a:gd name="connsiteX14" fmla="*/ 5913120 w 6857999"/>
              <a:gd name="connsiteY14" fmla="*/ 1286592 h 1316048"/>
              <a:gd name="connsiteX15" fmla="*/ 5591175 w 6857999"/>
              <a:gd name="connsiteY15" fmla="*/ 1286592 h 1316048"/>
              <a:gd name="connsiteX16" fmla="*/ 5591175 w 6857999"/>
              <a:gd name="connsiteY16" fmla="*/ 270811 h 1316048"/>
              <a:gd name="connsiteX17" fmla="*/ 5908357 w 6857999"/>
              <a:gd name="connsiteY17" fmla="*/ 270811 h 1316048"/>
              <a:gd name="connsiteX18" fmla="*/ 5908357 w 6857999"/>
              <a:gd name="connsiteY18" fmla="*/ 554926 h 1316048"/>
              <a:gd name="connsiteX19" fmla="*/ 6250305 w 6857999"/>
              <a:gd name="connsiteY19" fmla="*/ 263209 h 1316048"/>
              <a:gd name="connsiteX20" fmla="*/ 3664267 w 6857999"/>
              <a:gd name="connsiteY20" fmla="*/ 240404 h 1316048"/>
              <a:gd name="connsiteX21" fmla="*/ 3927157 w 6857999"/>
              <a:gd name="connsiteY21" fmla="*/ 483659 h 1316048"/>
              <a:gd name="connsiteX22" fmla="*/ 4250055 w 6857999"/>
              <a:gd name="connsiteY22" fmla="*/ 240404 h 1316048"/>
              <a:gd name="connsiteX23" fmla="*/ 4533900 w 6857999"/>
              <a:gd name="connsiteY23" fmla="*/ 591984 h 1316048"/>
              <a:gd name="connsiteX24" fmla="*/ 4533900 w 6857999"/>
              <a:gd name="connsiteY24" fmla="*/ 1286592 h 1316048"/>
              <a:gd name="connsiteX25" fmla="*/ 4212907 w 6857999"/>
              <a:gd name="connsiteY25" fmla="*/ 1286592 h 1316048"/>
              <a:gd name="connsiteX26" fmla="*/ 4212907 w 6857999"/>
              <a:gd name="connsiteY26" fmla="*/ 640445 h 1316048"/>
              <a:gd name="connsiteX27" fmla="*/ 4110037 w 6857999"/>
              <a:gd name="connsiteY27" fmla="*/ 498863 h 1316048"/>
              <a:gd name="connsiteX28" fmla="*/ 3949065 w 6857999"/>
              <a:gd name="connsiteY28" fmla="*/ 750670 h 1316048"/>
              <a:gd name="connsiteX29" fmla="*/ 3949065 w 6857999"/>
              <a:gd name="connsiteY29" fmla="*/ 1286592 h 1316048"/>
              <a:gd name="connsiteX30" fmla="*/ 3627119 w 6857999"/>
              <a:gd name="connsiteY30" fmla="*/ 1286592 h 1316048"/>
              <a:gd name="connsiteX31" fmla="*/ 3627119 w 6857999"/>
              <a:gd name="connsiteY31" fmla="*/ 640445 h 1316048"/>
              <a:gd name="connsiteX32" fmla="*/ 3524250 w 6857999"/>
              <a:gd name="connsiteY32" fmla="*/ 498863 h 1316048"/>
              <a:gd name="connsiteX33" fmla="*/ 3365182 w 6857999"/>
              <a:gd name="connsiteY33" fmla="*/ 750670 h 1316048"/>
              <a:gd name="connsiteX34" fmla="*/ 3365182 w 6857999"/>
              <a:gd name="connsiteY34" fmla="*/ 1286592 h 1316048"/>
              <a:gd name="connsiteX35" fmla="*/ 3043237 w 6857999"/>
              <a:gd name="connsiteY35" fmla="*/ 1286592 h 1316048"/>
              <a:gd name="connsiteX36" fmla="*/ 3043237 w 6857999"/>
              <a:gd name="connsiteY36" fmla="*/ 270811 h 1316048"/>
              <a:gd name="connsiteX37" fmla="*/ 3361372 w 6857999"/>
              <a:gd name="connsiteY37" fmla="*/ 270811 h 1316048"/>
              <a:gd name="connsiteX38" fmla="*/ 3361372 w 6857999"/>
              <a:gd name="connsiteY38" fmla="*/ 462755 h 1316048"/>
              <a:gd name="connsiteX39" fmla="*/ 3664267 w 6857999"/>
              <a:gd name="connsiteY39" fmla="*/ 240404 h 1316048"/>
              <a:gd name="connsiteX40" fmla="*/ 5056822 w 6857999"/>
              <a:gd name="connsiteY40" fmla="*/ 236603 h 1316048"/>
              <a:gd name="connsiteX41" fmla="*/ 5488305 w 6857999"/>
              <a:gd name="connsiteY41" fmla="*/ 651847 h 1316048"/>
              <a:gd name="connsiteX42" fmla="*/ 5488305 w 6857999"/>
              <a:gd name="connsiteY42" fmla="*/ 1286591 h 1316048"/>
              <a:gd name="connsiteX43" fmla="*/ 5178742 w 6857999"/>
              <a:gd name="connsiteY43" fmla="*/ 1286591 h 1316048"/>
              <a:gd name="connsiteX44" fmla="*/ 5178742 w 6857999"/>
              <a:gd name="connsiteY44" fmla="*/ 1145009 h 1316048"/>
              <a:gd name="connsiteX45" fmla="*/ 4892039 w 6857999"/>
              <a:gd name="connsiteY45" fmla="*/ 1316048 h 1316048"/>
              <a:gd name="connsiteX46" fmla="*/ 4592002 w 6857999"/>
              <a:gd name="connsiteY46" fmla="*/ 1022432 h 1316048"/>
              <a:gd name="connsiteX47" fmla="*/ 4958714 w 6857999"/>
              <a:gd name="connsiteY47" fmla="*/ 689856 h 1316048"/>
              <a:gd name="connsiteX48" fmla="*/ 5169217 w 6857999"/>
              <a:gd name="connsiteY48" fmla="*/ 586282 h 1316048"/>
              <a:gd name="connsiteX49" fmla="*/ 5021580 w 6857999"/>
              <a:gd name="connsiteY49" fmla="*/ 490311 h 1316048"/>
              <a:gd name="connsiteX50" fmla="*/ 4656772 w 6857999"/>
              <a:gd name="connsiteY50" fmla="*/ 628092 h 1316048"/>
              <a:gd name="connsiteX51" fmla="*/ 4656772 w 6857999"/>
              <a:gd name="connsiteY51" fmla="*/ 360131 h 1316048"/>
              <a:gd name="connsiteX52" fmla="*/ 5056822 w 6857999"/>
              <a:gd name="connsiteY52" fmla="*/ 236603 h 1316048"/>
              <a:gd name="connsiteX53" fmla="*/ 2083117 w 6857999"/>
              <a:gd name="connsiteY53" fmla="*/ 236603 h 1316048"/>
              <a:gd name="connsiteX54" fmla="*/ 2514600 w 6857999"/>
              <a:gd name="connsiteY54" fmla="*/ 651847 h 1316048"/>
              <a:gd name="connsiteX55" fmla="*/ 2514600 w 6857999"/>
              <a:gd name="connsiteY55" fmla="*/ 1286591 h 1316048"/>
              <a:gd name="connsiteX56" fmla="*/ 2205037 w 6857999"/>
              <a:gd name="connsiteY56" fmla="*/ 1286591 h 1316048"/>
              <a:gd name="connsiteX57" fmla="*/ 2205037 w 6857999"/>
              <a:gd name="connsiteY57" fmla="*/ 1145009 h 1316048"/>
              <a:gd name="connsiteX58" fmla="*/ 1918335 w 6857999"/>
              <a:gd name="connsiteY58" fmla="*/ 1316048 h 1316048"/>
              <a:gd name="connsiteX59" fmla="*/ 1618297 w 6857999"/>
              <a:gd name="connsiteY59" fmla="*/ 1022432 h 1316048"/>
              <a:gd name="connsiteX60" fmla="*/ 1985010 w 6857999"/>
              <a:gd name="connsiteY60" fmla="*/ 689856 h 1316048"/>
              <a:gd name="connsiteX61" fmla="*/ 2195512 w 6857999"/>
              <a:gd name="connsiteY61" fmla="*/ 586282 h 1316048"/>
              <a:gd name="connsiteX62" fmla="*/ 2047875 w 6857999"/>
              <a:gd name="connsiteY62" fmla="*/ 490311 h 1316048"/>
              <a:gd name="connsiteX63" fmla="*/ 1683067 w 6857999"/>
              <a:gd name="connsiteY63" fmla="*/ 628092 h 1316048"/>
              <a:gd name="connsiteX64" fmla="*/ 1683067 w 6857999"/>
              <a:gd name="connsiteY64" fmla="*/ 360131 h 1316048"/>
              <a:gd name="connsiteX65" fmla="*/ 2083117 w 6857999"/>
              <a:gd name="connsiteY65" fmla="*/ 236603 h 1316048"/>
              <a:gd name="connsiteX66" fmla="*/ 6323647 w 6857999"/>
              <a:gd name="connsiteY66" fmla="*/ 72216 h 1316048"/>
              <a:gd name="connsiteX67" fmla="*/ 6645592 w 6857999"/>
              <a:gd name="connsiteY67" fmla="*/ 72216 h 1316048"/>
              <a:gd name="connsiteX68" fmla="*/ 6645592 w 6857999"/>
              <a:gd name="connsiteY68" fmla="*/ 270811 h 1316048"/>
              <a:gd name="connsiteX69" fmla="*/ 6857999 w 6857999"/>
              <a:gd name="connsiteY69" fmla="*/ 270811 h 1316048"/>
              <a:gd name="connsiteX70" fmla="*/ 6857999 w 6857999"/>
              <a:gd name="connsiteY70" fmla="*/ 520718 h 1316048"/>
              <a:gd name="connsiteX71" fmla="*/ 6645592 w 6857999"/>
              <a:gd name="connsiteY71" fmla="*/ 520718 h 1316048"/>
              <a:gd name="connsiteX72" fmla="*/ 6645592 w 6857999"/>
              <a:gd name="connsiteY72" fmla="*/ 905555 h 1316048"/>
              <a:gd name="connsiteX73" fmla="*/ 6769417 w 6857999"/>
              <a:gd name="connsiteY73" fmla="*/ 1048088 h 1316048"/>
              <a:gd name="connsiteX74" fmla="*/ 6857999 w 6857999"/>
              <a:gd name="connsiteY74" fmla="*/ 1024332 h 1316048"/>
              <a:gd name="connsiteX75" fmla="*/ 6857999 w 6857999"/>
              <a:gd name="connsiteY75" fmla="*/ 1272339 h 1316048"/>
              <a:gd name="connsiteX76" fmla="*/ 6681787 w 6857999"/>
              <a:gd name="connsiteY76" fmla="*/ 1307497 h 1316048"/>
              <a:gd name="connsiteX77" fmla="*/ 6323647 w 6857999"/>
              <a:gd name="connsiteY77" fmla="*/ 949265 h 1316048"/>
              <a:gd name="connsiteX78" fmla="*/ 2617470 w 6857999"/>
              <a:gd name="connsiteY78" fmla="*/ 0 h 1316048"/>
              <a:gd name="connsiteX79" fmla="*/ 2939415 w 6857999"/>
              <a:gd name="connsiteY79" fmla="*/ 0 h 1316048"/>
              <a:gd name="connsiteX80" fmla="*/ 2939415 w 6857999"/>
              <a:gd name="connsiteY80" fmla="*/ 1286592 h 1316048"/>
              <a:gd name="connsiteX81" fmla="*/ 2617470 w 6857999"/>
              <a:gd name="connsiteY81" fmla="*/ 1286592 h 1316048"/>
              <a:gd name="connsiteX82" fmla="*/ 0 w 6857999"/>
              <a:gd name="connsiteY82" fmla="*/ 0 h 1316048"/>
              <a:gd name="connsiteX83" fmla="*/ 332423 w 6857999"/>
              <a:gd name="connsiteY83" fmla="*/ 0 h 1316048"/>
              <a:gd name="connsiteX84" fmla="*/ 501968 w 6857999"/>
              <a:gd name="connsiteY84" fmla="*/ 849493 h 1316048"/>
              <a:gd name="connsiteX85" fmla="*/ 692468 w 6857999"/>
              <a:gd name="connsiteY85" fmla="*/ 0 h 1316048"/>
              <a:gd name="connsiteX86" fmla="*/ 1022033 w 6857999"/>
              <a:gd name="connsiteY86" fmla="*/ 0 h 1316048"/>
              <a:gd name="connsiteX87" fmla="*/ 1211580 w 6857999"/>
              <a:gd name="connsiteY87" fmla="*/ 849493 h 1316048"/>
              <a:gd name="connsiteX88" fmla="*/ 1380173 w 6857999"/>
              <a:gd name="connsiteY88" fmla="*/ 0 h 1316048"/>
              <a:gd name="connsiteX89" fmla="*/ 1697355 w 6857999"/>
              <a:gd name="connsiteY89" fmla="*/ 0 h 1316048"/>
              <a:gd name="connsiteX90" fmla="*/ 1424940 w 6857999"/>
              <a:gd name="connsiteY90" fmla="*/ 1286592 h 1316048"/>
              <a:gd name="connsiteX91" fmla="*/ 1044893 w 6857999"/>
              <a:gd name="connsiteY91" fmla="*/ 1286592 h 1316048"/>
              <a:gd name="connsiteX92" fmla="*/ 853440 w 6857999"/>
              <a:gd name="connsiteY92" fmla="*/ 426647 h 1316048"/>
              <a:gd name="connsiteX93" fmla="*/ 661035 w 6857999"/>
              <a:gd name="connsiteY93" fmla="*/ 1286592 h 1316048"/>
              <a:gd name="connsiteX94" fmla="*/ 272415 w 6857999"/>
              <a:gd name="connsiteY94" fmla="*/ 1286592 h 1316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6857999" h="1316048">
                <a:moveTo>
                  <a:pt x="2192655" y="791529"/>
                </a:moveTo>
                <a:cubicBezTo>
                  <a:pt x="2163127" y="820036"/>
                  <a:pt x="2117407" y="839040"/>
                  <a:pt x="2070735" y="856144"/>
                </a:cubicBezTo>
                <a:cubicBezTo>
                  <a:pt x="1980247" y="889401"/>
                  <a:pt x="1921192" y="921709"/>
                  <a:pt x="1921192" y="1001527"/>
                </a:cubicBezTo>
                <a:cubicBezTo>
                  <a:pt x="1921192" y="1065191"/>
                  <a:pt x="1962150" y="1112702"/>
                  <a:pt x="2040255" y="1112702"/>
                </a:cubicBezTo>
                <a:cubicBezTo>
                  <a:pt x="2132647" y="1112702"/>
                  <a:pt x="2191702" y="1048087"/>
                  <a:pt x="2192655" y="936912"/>
                </a:cubicBezTo>
                <a:close/>
                <a:moveTo>
                  <a:pt x="5166360" y="790579"/>
                </a:moveTo>
                <a:cubicBezTo>
                  <a:pt x="5136832" y="820036"/>
                  <a:pt x="5091112" y="839040"/>
                  <a:pt x="5044439" y="856144"/>
                </a:cubicBezTo>
                <a:cubicBezTo>
                  <a:pt x="4953952" y="889401"/>
                  <a:pt x="4894897" y="921709"/>
                  <a:pt x="4894897" y="1001527"/>
                </a:cubicBezTo>
                <a:cubicBezTo>
                  <a:pt x="4894897" y="1065191"/>
                  <a:pt x="4935855" y="1112702"/>
                  <a:pt x="5013960" y="1112702"/>
                </a:cubicBezTo>
                <a:cubicBezTo>
                  <a:pt x="5107305" y="1112702"/>
                  <a:pt x="5165407" y="1048087"/>
                  <a:pt x="5166360" y="935962"/>
                </a:cubicBezTo>
                <a:close/>
                <a:moveTo>
                  <a:pt x="6250305" y="263209"/>
                </a:moveTo>
                <a:lnTo>
                  <a:pt x="6250305" y="603387"/>
                </a:lnTo>
                <a:cubicBezTo>
                  <a:pt x="6234113" y="596735"/>
                  <a:pt x="6195060" y="592934"/>
                  <a:pt x="6156007" y="592934"/>
                </a:cubicBezTo>
                <a:cubicBezTo>
                  <a:pt x="6038850" y="592934"/>
                  <a:pt x="5913120" y="644246"/>
                  <a:pt x="5913120" y="852343"/>
                </a:cubicBezTo>
                <a:lnTo>
                  <a:pt x="5913120" y="1286592"/>
                </a:lnTo>
                <a:lnTo>
                  <a:pt x="5591175" y="1286592"/>
                </a:lnTo>
                <a:lnTo>
                  <a:pt x="5591175" y="270811"/>
                </a:lnTo>
                <a:lnTo>
                  <a:pt x="5908357" y="270811"/>
                </a:lnTo>
                <a:lnTo>
                  <a:pt x="5908357" y="554926"/>
                </a:lnTo>
                <a:cubicBezTo>
                  <a:pt x="5952173" y="373434"/>
                  <a:pt x="6064568" y="254657"/>
                  <a:pt x="6250305" y="263209"/>
                </a:cubicBezTo>
                <a:close/>
                <a:moveTo>
                  <a:pt x="3664267" y="240404"/>
                </a:moveTo>
                <a:cubicBezTo>
                  <a:pt x="3805237" y="240404"/>
                  <a:pt x="3905250" y="331625"/>
                  <a:pt x="3927157" y="483659"/>
                </a:cubicBezTo>
                <a:cubicBezTo>
                  <a:pt x="3977640" y="343978"/>
                  <a:pt x="4082415" y="240404"/>
                  <a:pt x="4250055" y="240404"/>
                </a:cubicBezTo>
                <a:cubicBezTo>
                  <a:pt x="4432935" y="240404"/>
                  <a:pt x="4533900" y="369633"/>
                  <a:pt x="4533900" y="591984"/>
                </a:cubicBezTo>
                <a:lnTo>
                  <a:pt x="4533900" y="1286592"/>
                </a:lnTo>
                <a:lnTo>
                  <a:pt x="4212907" y="1286592"/>
                </a:lnTo>
                <a:lnTo>
                  <a:pt x="4212907" y="640445"/>
                </a:lnTo>
                <a:cubicBezTo>
                  <a:pt x="4212907" y="551125"/>
                  <a:pt x="4191952" y="498863"/>
                  <a:pt x="4110037" y="498863"/>
                </a:cubicBezTo>
                <a:cubicBezTo>
                  <a:pt x="4009072" y="498863"/>
                  <a:pt x="3949065" y="589133"/>
                  <a:pt x="3949065" y="750670"/>
                </a:cubicBezTo>
                <a:lnTo>
                  <a:pt x="3949065" y="1286592"/>
                </a:lnTo>
                <a:lnTo>
                  <a:pt x="3627119" y="1286592"/>
                </a:lnTo>
                <a:lnTo>
                  <a:pt x="3627119" y="640445"/>
                </a:lnTo>
                <a:cubicBezTo>
                  <a:pt x="3627119" y="551125"/>
                  <a:pt x="3607117" y="498863"/>
                  <a:pt x="3524250" y="498863"/>
                </a:cubicBezTo>
                <a:cubicBezTo>
                  <a:pt x="3427094" y="498863"/>
                  <a:pt x="3365182" y="589133"/>
                  <a:pt x="3365182" y="750670"/>
                </a:cubicBezTo>
                <a:lnTo>
                  <a:pt x="3365182" y="1286592"/>
                </a:lnTo>
                <a:lnTo>
                  <a:pt x="3043237" y="1286592"/>
                </a:lnTo>
                <a:lnTo>
                  <a:pt x="3043237" y="270811"/>
                </a:lnTo>
                <a:lnTo>
                  <a:pt x="3361372" y="270811"/>
                </a:lnTo>
                <a:lnTo>
                  <a:pt x="3361372" y="462755"/>
                </a:lnTo>
                <a:cubicBezTo>
                  <a:pt x="3409950" y="332575"/>
                  <a:pt x="3509962" y="240404"/>
                  <a:pt x="3664267" y="240404"/>
                </a:cubicBezTo>
                <a:close/>
                <a:moveTo>
                  <a:pt x="5056822" y="236603"/>
                </a:moveTo>
                <a:cubicBezTo>
                  <a:pt x="5335905" y="236603"/>
                  <a:pt x="5487352" y="365832"/>
                  <a:pt x="5488305" y="651847"/>
                </a:cubicBezTo>
                <a:lnTo>
                  <a:pt x="5488305" y="1286591"/>
                </a:lnTo>
                <a:lnTo>
                  <a:pt x="5178742" y="1286591"/>
                </a:lnTo>
                <a:lnTo>
                  <a:pt x="5178742" y="1145009"/>
                </a:lnTo>
                <a:cubicBezTo>
                  <a:pt x="5130164" y="1242882"/>
                  <a:pt x="5040630" y="1316048"/>
                  <a:pt x="4892039" y="1316048"/>
                </a:cubicBezTo>
                <a:cubicBezTo>
                  <a:pt x="4714874" y="1316048"/>
                  <a:pt x="4592002" y="1207724"/>
                  <a:pt x="4592002" y="1022432"/>
                </a:cubicBezTo>
                <a:cubicBezTo>
                  <a:pt x="4592002" y="822886"/>
                  <a:pt x="4728209" y="738317"/>
                  <a:pt x="4958714" y="689856"/>
                </a:cubicBezTo>
                <a:cubicBezTo>
                  <a:pt x="5112067" y="657549"/>
                  <a:pt x="5169217" y="639495"/>
                  <a:pt x="5169217" y="586282"/>
                </a:cubicBezTo>
                <a:cubicBezTo>
                  <a:pt x="5169217" y="523568"/>
                  <a:pt x="5128260" y="490311"/>
                  <a:pt x="5021580" y="490311"/>
                </a:cubicBezTo>
                <a:cubicBezTo>
                  <a:pt x="4849177" y="490311"/>
                  <a:pt x="4719637" y="571079"/>
                  <a:pt x="4656772" y="628092"/>
                </a:cubicBezTo>
                <a:lnTo>
                  <a:pt x="4656772" y="360131"/>
                </a:lnTo>
                <a:cubicBezTo>
                  <a:pt x="4708207" y="308819"/>
                  <a:pt x="4853940" y="236603"/>
                  <a:pt x="5056822" y="236603"/>
                </a:cubicBezTo>
                <a:close/>
                <a:moveTo>
                  <a:pt x="2083117" y="236603"/>
                </a:moveTo>
                <a:cubicBezTo>
                  <a:pt x="2362200" y="236603"/>
                  <a:pt x="2513647" y="365832"/>
                  <a:pt x="2514600" y="651847"/>
                </a:cubicBezTo>
                <a:lnTo>
                  <a:pt x="2514600" y="1286591"/>
                </a:lnTo>
                <a:lnTo>
                  <a:pt x="2205037" y="1286591"/>
                </a:lnTo>
                <a:lnTo>
                  <a:pt x="2205037" y="1145009"/>
                </a:lnTo>
                <a:cubicBezTo>
                  <a:pt x="2156460" y="1242882"/>
                  <a:pt x="2066925" y="1316048"/>
                  <a:pt x="1918335" y="1316048"/>
                </a:cubicBezTo>
                <a:cubicBezTo>
                  <a:pt x="1741170" y="1316048"/>
                  <a:pt x="1618297" y="1207724"/>
                  <a:pt x="1618297" y="1022432"/>
                </a:cubicBezTo>
                <a:cubicBezTo>
                  <a:pt x="1618297" y="822886"/>
                  <a:pt x="1754505" y="738317"/>
                  <a:pt x="1985010" y="689856"/>
                </a:cubicBezTo>
                <a:cubicBezTo>
                  <a:pt x="2138362" y="657549"/>
                  <a:pt x="2195512" y="639495"/>
                  <a:pt x="2195512" y="586282"/>
                </a:cubicBezTo>
                <a:cubicBezTo>
                  <a:pt x="2195512" y="523568"/>
                  <a:pt x="2154555" y="490311"/>
                  <a:pt x="2047875" y="490311"/>
                </a:cubicBezTo>
                <a:cubicBezTo>
                  <a:pt x="1875472" y="490311"/>
                  <a:pt x="1745932" y="571079"/>
                  <a:pt x="1683067" y="628092"/>
                </a:cubicBezTo>
                <a:lnTo>
                  <a:pt x="1683067" y="360131"/>
                </a:lnTo>
                <a:cubicBezTo>
                  <a:pt x="1734502" y="308819"/>
                  <a:pt x="1880235" y="236603"/>
                  <a:pt x="2083117" y="236603"/>
                </a:cubicBezTo>
                <a:close/>
                <a:moveTo>
                  <a:pt x="6323647" y="72216"/>
                </a:moveTo>
                <a:lnTo>
                  <a:pt x="6645592" y="72216"/>
                </a:lnTo>
                <a:lnTo>
                  <a:pt x="6645592" y="270811"/>
                </a:lnTo>
                <a:lnTo>
                  <a:pt x="6857999" y="270811"/>
                </a:lnTo>
                <a:lnTo>
                  <a:pt x="6857999" y="520718"/>
                </a:lnTo>
                <a:lnTo>
                  <a:pt x="6645592" y="520718"/>
                </a:lnTo>
                <a:lnTo>
                  <a:pt x="6645592" y="905555"/>
                </a:lnTo>
                <a:cubicBezTo>
                  <a:pt x="6645592" y="1016731"/>
                  <a:pt x="6695122" y="1048088"/>
                  <a:pt x="6769417" y="1048088"/>
                </a:cubicBezTo>
                <a:cubicBezTo>
                  <a:pt x="6809422" y="1048088"/>
                  <a:pt x="6839902" y="1036685"/>
                  <a:pt x="6857999" y="1024332"/>
                </a:cubicBezTo>
                <a:lnTo>
                  <a:pt x="6857999" y="1272339"/>
                </a:lnTo>
                <a:cubicBezTo>
                  <a:pt x="6836092" y="1288492"/>
                  <a:pt x="6782752" y="1307497"/>
                  <a:pt x="6681787" y="1307497"/>
                </a:cubicBezTo>
                <a:cubicBezTo>
                  <a:pt x="6462712" y="1307497"/>
                  <a:pt x="6323647" y="1193471"/>
                  <a:pt x="6323647" y="949265"/>
                </a:cubicBezTo>
                <a:close/>
                <a:moveTo>
                  <a:pt x="2617470" y="0"/>
                </a:moveTo>
                <a:lnTo>
                  <a:pt x="2939415" y="0"/>
                </a:lnTo>
                <a:lnTo>
                  <a:pt x="2939415" y="1286592"/>
                </a:lnTo>
                <a:lnTo>
                  <a:pt x="2617470" y="1286592"/>
                </a:lnTo>
                <a:close/>
                <a:moveTo>
                  <a:pt x="0" y="0"/>
                </a:moveTo>
                <a:lnTo>
                  <a:pt x="332423" y="0"/>
                </a:lnTo>
                <a:lnTo>
                  <a:pt x="501968" y="849493"/>
                </a:lnTo>
                <a:lnTo>
                  <a:pt x="692468" y="0"/>
                </a:lnTo>
                <a:lnTo>
                  <a:pt x="1022033" y="0"/>
                </a:lnTo>
                <a:lnTo>
                  <a:pt x="1211580" y="849493"/>
                </a:lnTo>
                <a:lnTo>
                  <a:pt x="1380173" y="0"/>
                </a:lnTo>
                <a:lnTo>
                  <a:pt x="1697355" y="0"/>
                </a:lnTo>
                <a:lnTo>
                  <a:pt x="1424940" y="1286592"/>
                </a:lnTo>
                <a:lnTo>
                  <a:pt x="1044893" y="1286592"/>
                </a:lnTo>
                <a:lnTo>
                  <a:pt x="853440" y="426647"/>
                </a:lnTo>
                <a:lnTo>
                  <a:pt x="661035" y="1286592"/>
                </a:lnTo>
                <a:lnTo>
                  <a:pt x="272415" y="1286592"/>
                </a:lnTo>
                <a:close/>
              </a:path>
            </a:pathLst>
          </a:custGeom>
          <a:solidFill>
            <a:schemeClr val="bg1"/>
          </a:solidFill>
          <a:ln w="9525" cap="flat">
            <a:noFill/>
            <a:prstDash val="solid"/>
            <a:miter/>
          </a:ln>
        </p:spPr>
        <p:txBody>
          <a:bodyPr rtlCol="0" anchor="ctr"/>
          <a:lstStyle/>
          <a:p>
            <a:endParaRPr lang="en-US"/>
          </a:p>
        </p:txBody>
      </p:sp>
      <p:sp>
        <p:nvSpPr>
          <p:cNvPr id="8" name="Freeform 7">
            <a:extLst>
              <a:ext uri="{FF2B5EF4-FFF2-40B4-BE49-F238E27FC236}">
                <a16:creationId xmlns:a16="http://schemas.microsoft.com/office/drawing/2014/main" id="{4A7BE82F-BFC7-F165-5EC1-79DCB608C6B3}"/>
              </a:ext>
            </a:extLst>
          </p:cNvPr>
          <p:cNvSpPr>
            <a:spLocks noChangeAspect="1"/>
          </p:cNvSpPr>
          <p:nvPr userDrawn="1"/>
        </p:nvSpPr>
        <p:spPr>
          <a:xfrm>
            <a:off x="22990436" y="579552"/>
            <a:ext cx="782584" cy="877824"/>
          </a:xfrm>
          <a:custGeom>
            <a:avLst/>
            <a:gdLst>
              <a:gd name="connsiteX0" fmla="*/ 97891 w 195782"/>
              <a:gd name="connsiteY0" fmla="*/ 141952 h 218997"/>
              <a:gd name="connsiteX1" fmla="*/ 110088 w 195782"/>
              <a:gd name="connsiteY1" fmla="*/ 151219 h 218997"/>
              <a:gd name="connsiteX2" fmla="*/ 115370 w 195782"/>
              <a:gd name="connsiteY2" fmla="*/ 204301 h 218997"/>
              <a:gd name="connsiteX3" fmla="*/ 97891 w 195782"/>
              <a:gd name="connsiteY3" fmla="*/ 218997 h 218997"/>
              <a:gd name="connsiteX4" fmla="*/ 80411 w 195782"/>
              <a:gd name="connsiteY4" fmla="*/ 204301 h 218997"/>
              <a:gd name="connsiteX5" fmla="*/ 85694 w 195782"/>
              <a:gd name="connsiteY5" fmla="*/ 151219 h 218997"/>
              <a:gd name="connsiteX6" fmla="*/ 97891 w 195782"/>
              <a:gd name="connsiteY6" fmla="*/ 141952 h 218997"/>
              <a:gd name="connsiteX7" fmla="*/ 140192 w 195782"/>
              <a:gd name="connsiteY7" fmla="*/ 119812 h 218997"/>
              <a:gd name="connsiteX8" fmla="*/ 188901 w 195782"/>
              <a:gd name="connsiteY8" fmla="*/ 141797 h 218997"/>
              <a:gd name="connsiteX9" fmla="*/ 192902 w 195782"/>
              <a:gd name="connsiteY9" fmla="*/ 164247 h 218997"/>
              <a:gd name="connsiteX10" fmla="*/ 171421 w 195782"/>
              <a:gd name="connsiteY10" fmla="*/ 172002 h 218997"/>
              <a:gd name="connsiteX11" fmla="*/ 127995 w 195782"/>
              <a:gd name="connsiteY11" fmla="*/ 140866 h 218997"/>
              <a:gd name="connsiteX12" fmla="*/ 126053 w 195782"/>
              <a:gd name="connsiteY12" fmla="*/ 125705 h 218997"/>
              <a:gd name="connsiteX13" fmla="*/ 140192 w 195782"/>
              <a:gd name="connsiteY13" fmla="*/ 119812 h 218997"/>
              <a:gd name="connsiteX14" fmla="*/ 55590 w 195782"/>
              <a:gd name="connsiteY14" fmla="*/ 119812 h 218997"/>
              <a:gd name="connsiteX15" fmla="*/ 69729 w 195782"/>
              <a:gd name="connsiteY15" fmla="*/ 125706 h 218997"/>
              <a:gd name="connsiteX16" fmla="*/ 67787 w 195782"/>
              <a:gd name="connsiteY16" fmla="*/ 140867 h 218997"/>
              <a:gd name="connsiteX17" fmla="*/ 24361 w 195782"/>
              <a:gd name="connsiteY17" fmla="*/ 172003 h 218997"/>
              <a:gd name="connsiteX18" fmla="*/ 2880 w 195782"/>
              <a:gd name="connsiteY18" fmla="*/ 164248 h 218997"/>
              <a:gd name="connsiteX19" fmla="*/ 6881 w 195782"/>
              <a:gd name="connsiteY19" fmla="*/ 141797 h 218997"/>
              <a:gd name="connsiteX20" fmla="*/ 55590 w 195782"/>
              <a:gd name="connsiteY20" fmla="*/ 119812 h 218997"/>
              <a:gd name="connsiteX21" fmla="*/ 183618 w 195782"/>
              <a:gd name="connsiteY21" fmla="*/ 46219 h 218997"/>
              <a:gd name="connsiteX22" fmla="*/ 192902 w 195782"/>
              <a:gd name="connsiteY22" fmla="*/ 54749 h 218997"/>
              <a:gd name="connsiteX23" fmla="*/ 188901 w 195782"/>
              <a:gd name="connsiteY23" fmla="*/ 77161 h 218997"/>
              <a:gd name="connsiteX24" fmla="*/ 140192 w 195782"/>
              <a:gd name="connsiteY24" fmla="*/ 99146 h 218997"/>
              <a:gd name="connsiteX25" fmla="*/ 126053 w 195782"/>
              <a:gd name="connsiteY25" fmla="*/ 93252 h 218997"/>
              <a:gd name="connsiteX26" fmla="*/ 127995 w 195782"/>
              <a:gd name="connsiteY26" fmla="*/ 78091 h 218997"/>
              <a:gd name="connsiteX27" fmla="*/ 171421 w 195782"/>
              <a:gd name="connsiteY27" fmla="*/ 46994 h 218997"/>
              <a:gd name="connsiteX28" fmla="*/ 183618 w 195782"/>
              <a:gd name="connsiteY28" fmla="*/ 46219 h 218997"/>
              <a:gd name="connsiteX29" fmla="*/ 12179 w 195782"/>
              <a:gd name="connsiteY29" fmla="*/ 46219 h 218997"/>
              <a:gd name="connsiteX30" fmla="*/ 24361 w 195782"/>
              <a:gd name="connsiteY30" fmla="*/ 46994 h 218997"/>
              <a:gd name="connsiteX31" fmla="*/ 67787 w 195782"/>
              <a:gd name="connsiteY31" fmla="*/ 78130 h 218997"/>
              <a:gd name="connsiteX32" fmla="*/ 69729 w 195782"/>
              <a:gd name="connsiteY32" fmla="*/ 93291 h 218997"/>
              <a:gd name="connsiteX33" fmla="*/ 55590 w 195782"/>
              <a:gd name="connsiteY33" fmla="*/ 99185 h 218997"/>
              <a:gd name="connsiteX34" fmla="*/ 6881 w 195782"/>
              <a:gd name="connsiteY34" fmla="*/ 77200 h 218997"/>
              <a:gd name="connsiteX35" fmla="*/ 2880 w 195782"/>
              <a:gd name="connsiteY35" fmla="*/ 54749 h 218997"/>
              <a:gd name="connsiteX36" fmla="*/ 12179 w 195782"/>
              <a:gd name="connsiteY36" fmla="*/ 46219 h 218997"/>
              <a:gd name="connsiteX37" fmla="*/ 97891 w 195782"/>
              <a:gd name="connsiteY37" fmla="*/ 0 h 218997"/>
              <a:gd name="connsiteX38" fmla="*/ 115370 w 195782"/>
              <a:gd name="connsiteY38" fmla="*/ 14695 h 218997"/>
              <a:gd name="connsiteX39" fmla="*/ 110088 w 195782"/>
              <a:gd name="connsiteY39" fmla="*/ 67778 h 218997"/>
              <a:gd name="connsiteX40" fmla="*/ 97891 w 195782"/>
              <a:gd name="connsiteY40" fmla="*/ 77045 h 218997"/>
              <a:gd name="connsiteX41" fmla="*/ 85694 w 195782"/>
              <a:gd name="connsiteY41" fmla="*/ 67778 h 218997"/>
              <a:gd name="connsiteX42" fmla="*/ 80411 w 195782"/>
              <a:gd name="connsiteY42" fmla="*/ 14695 h 218997"/>
              <a:gd name="connsiteX43" fmla="*/ 97891 w 195782"/>
              <a:gd name="connsiteY43" fmla="*/ 0 h 218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5782" h="218997">
                <a:moveTo>
                  <a:pt x="97891" y="141952"/>
                </a:moveTo>
                <a:cubicBezTo>
                  <a:pt x="105193" y="141952"/>
                  <a:pt x="109233" y="146838"/>
                  <a:pt x="110088" y="151219"/>
                </a:cubicBezTo>
                <a:cubicBezTo>
                  <a:pt x="112651" y="164208"/>
                  <a:pt x="115487" y="184100"/>
                  <a:pt x="115370" y="204301"/>
                </a:cubicBezTo>
                <a:cubicBezTo>
                  <a:pt x="115331" y="213840"/>
                  <a:pt x="106747" y="218997"/>
                  <a:pt x="97891" y="218997"/>
                </a:cubicBezTo>
                <a:cubicBezTo>
                  <a:pt x="89035" y="218997"/>
                  <a:pt x="80489" y="213840"/>
                  <a:pt x="80411" y="204301"/>
                </a:cubicBezTo>
                <a:cubicBezTo>
                  <a:pt x="80295" y="184100"/>
                  <a:pt x="83130" y="164208"/>
                  <a:pt x="85694" y="151219"/>
                </a:cubicBezTo>
                <a:cubicBezTo>
                  <a:pt x="86549" y="146838"/>
                  <a:pt x="90588" y="141952"/>
                  <a:pt x="97891" y="141952"/>
                </a:cubicBezTo>
                <a:close/>
                <a:moveTo>
                  <a:pt x="140192" y="119812"/>
                </a:moveTo>
                <a:cubicBezTo>
                  <a:pt x="152738" y="124116"/>
                  <a:pt x="171421" y="131599"/>
                  <a:pt x="188901" y="141797"/>
                </a:cubicBezTo>
                <a:cubicBezTo>
                  <a:pt x="197135" y="146605"/>
                  <a:pt x="197330" y="156570"/>
                  <a:pt x="192902" y="164247"/>
                </a:cubicBezTo>
                <a:cubicBezTo>
                  <a:pt x="188473" y="171925"/>
                  <a:pt x="179695" y="176733"/>
                  <a:pt x="171421" y="172002"/>
                </a:cubicBezTo>
                <a:cubicBezTo>
                  <a:pt x="153825" y="161998"/>
                  <a:pt x="137977" y="149552"/>
                  <a:pt x="127995" y="140866"/>
                </a:cubicBezTo>
                <a:cubicBezTo>
                  <a:pt x="124654" y="137958"/>
                  <a:pt x="122401" y="132026"/>
                  <a:pt x="126053" y="125705"/>
                </a:cubicBezTo>
                <a:cubicBezTo>
                  <a:pt x="129704" y="119424"/>
                  <a:pt x="135958" y="118377"/>
                  <a:pt x="140192" y="119812"/>
                </a:cubicBezTo>
                <a:close/>
                <a:moveTo>
                  <a:pt x="55590" y="119812"/>
                </a:moveTo>
                <a:cubicBezTo>
                  <a:pt x="59824" y="118378"/>
                  <a:pt x="66078" y="119386"/>
                  <a:pt x="69729" y="125706"/>
                </a:cubicBezTo>
                <a:cubicBezTo>
                  <a:pt x="73381" y="131988"/>
                  <a:pt x="71128" y="137959"/>
                  <a:pt x="67787" y="140867"/>
                </a:cubicBezTo>
                <a:cubicBezTo>
                  <a:pt x="57805" y="149591"/>
                  <a:pt x="41957" y="161999"/>
                  <a:pt x="24361" y="172003"/>
                </a:cubicBezTo>
                <a:cubicBezTo>
                  <a:pt x="16048" y="176733"/>
                  <a:pt x="7309" y="171925"/>
                  <a:pt x="2880" y="164248"/>
                </a:cubicBezTo>
                <a:cubicBezTo>
                  <a:pt x="-1548" y="156609"/>
                  <a:pt x="-1353" y="146605"/>
                  <a:pt x="6881" y="141797"/>
                </a:cubicBezTo>
                <a:cubicBezTo>
                  <a:pt x="24361" y="131600"/>
                  <a:pt x="43044" y="124116"/>
                  <a:pt x="55590" y="119812"/>
                </a:cubicBezTo>
                <a:close/>
                <a:moveTo>
                  <a:pt x="183618" y="46219"/>
                </a:moveTo>
                <a:cubicBezTo>
                  <a:pt x="187395" y="47789"/>
                  <a:pt x="190687" y="50911"/>
                  <a:pt x="192902" y="54749"/>
                </a:cubicBezTo>
                <a:cubicBezTo>
                  <a:pt x="197330" y="62426"/>
                  <a:pt x="197135" y="72391"/>
                  <a:pt x="188901" y="77161"/>
                </a:cubicBezTo>
                <a:cubicBezTo>
                  <a:pt x="171421" y="87358"/>
                  <a:pt x="152738" y="94842"/>
                  <a:pt x="140192" y="99146"/>
                </a:cubicBezTo>
                <a:cubicBezTo>
                  <a:pt x="135958" y="100580"/>
                  <a:pt x="129704" y="99572"/>
                  <a:pt x="126053" y="93252"/>
                </a:cubicBezTo>
                <a:cubicBezTo>
                  <a:pt x="122401" y="86971"/>
                  <a:pt x="124654" y="80999"/>
                  <a:pt x="127995" y="78091"/>
                </a:cubicBezTo>
                <a:cubicBezTo>
                  <a:pt x="137977" y="69406"/>
                  <a:pt x="153825" y="56998"/>
                  <a:pt x="171421" y="46994"/>
                </a:cubicBezTo>
                <a:cubicBezTo>
                  <a:pt x="175578" y="44629"/>
                  <a:pt x="179841" y="44648"/>
                  <a:pt x="183618" y="46219"/>
                </a:cubicBezTo>
                <a:close/>
                <a:moveTo>
                  <a:pt x="12179" y="46219"/>
                </a:moveTo>
                <a:cubicBezTo>
                  <a:pt x="15961" y="44648"/>
                  <a:pt x="20224" y="44629"/>
                  <a:pt x="24361" y="46994"/>
                </a:cubicBezTo>
                <a:cubicBezTo>
                  <a:pt x="41957" y="56998"/>
                  <a:pt x="57805" y="69406"/>
                  <a:pt x="67787" y="78130"/>
                </a:cubicBezTo>
                <a:cubicBezTo>
                  <a:pt x="71128" y="81038"/>
                  <a:pt x="73381" y="86971"/>
                  <a:pt x="69729" y="93291"/>
                </a:cubicBezTo>
                <a:cubicBezTo>
                  <a:pt x="66078" y="99572"/>
                  <a:pt x="59824" y="100619"/>
                  <a:pt x="55590" y="99185"/>
                </a:cubicBezTo>
                <a:cubicBezTo>
                  <a:pt x="43044" y="94881"/>
                  <a:pt x="24361" y="87397"/>
                  <a:pt x="6881" y="77200"/>
                </a:cubicBezTo>
                <a:cubicBezTo>
                  <a:pt x="-1353" y="72391"/>
                  <a:pt x="-1548" y="62426"/>
                  <a:pt x="2880" y="54749"/>
                </a:cubicBezTo>
                <a:cubicBezTo>
                  <a:pt x="5095" y="50911"/>
                  <a:pt x="8396" y="47789"/>
                  <a:pt x="12179" y="46219"/>
                </a:cubicBezTo>
                <a:close/>
                <a:moveTo>
                  <a:pt x="97891" y="0"/>
                </a:moveTo>
                <a:cubicBezTo>
                  <a:pt x="106747" y="0"/>
                  <a:pt x="115331" y="5157"/>
                  <a:pt x="115370" y="14695"/>
                </a:cubicBezTo>
                <a:cubicBezTo>
                  <a:pt x="115487" y="34897"/>
                  <a:pt x="112651" y="54788"/>
                  <a:pt x="110088" y="67778"/>
                </a:cubicBezTo>
                <a:cubicBezTo>
                  <a:pt x="109233" y="72159"/>
                  <a:pt x="105193" y="77045"/>
                  <a:pt x="97891" y="77045"/>
                </a:cubicBezTo>
                <a:cubicBezTo>
                  <a:pt x="90588" y="77045"/>
                  <a:pt x="86549" y="72159"/>
                  <a:pt x="85694" y="67778"/>
                </a:cubicBezTo>
                <a:cubicBezTo>
                  <a:pt x="83130" y="54788"/>
                  <a:pt x="80295" y="34897"/>
                  <a:pt x="80411" y="14695"/>
                </a:cubicBezTo>
                <a:cubicBezTo>
                  <a:pt x="80489" y="5157"/>
                  <a:pt x="89035" y="0"/>
                  <a:pt x="97891" y="0"/>
                </a:cubicBezTo>
                <a:close/>
              </a:path>
            </a:pathLst>
          </a:custGeom>
          <a:solidFill>
            <a:schemeClr val="accent5"/>
          </a:solidFill>
          <a:ln w="378" cap="flat">
            <a:noFill/>
            <a:prstDash val="solid"/>
            <a:miter/>
          </a:ln>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endParaRPr lang="en-US" sz="7200"/>
          </a:p>
        </p:txBody>
      </p:sp>
    </p:spTree>
    <p:extLst>
      <p:ext uri="{BB962C8B-B14F-4D97-AF65-F5344CB8AC3E}">
        <p14:creationId xmlns:p14="http://schemas.microsoft.com/office/powerpoint/2010/main" val="87497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solidFill>
          <a:schemeClr val="accent2"/>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1F22F07-1C6F-CF63-71E2-AE3062CD2A8F}"/>
              </a:ext>
            </a:extLst>
          </p:cNvPr>
          <p:cNvCxnSpPr/>
          <p:nvPr userDrawn="1"/>
        </p:nvCxnSpPr>
        <p:spPr>
          <a:xfrm>
            <a:off x="22479000" y="748120"/>
            <a:ext cx="0" cy="548640"/>
          </a:xfrm>
          <a:prstGeom prst="line">
            <a:avLst/>
          </a:prstGeom>
          <a:ln w="22225">
            <a:solidFill>
              <a:schemeClr val="bg1"/>
            </a:solidFill>
          </a:ln>
        </p:spPr>
        <p:style>
          <a:lnRef idx="2">
            <a:schemeClr val="accent1"/>
          </a:lnRef>
          <a:fillRef idx="0">
            <a:schemeClr val="accent1"/>
          </a:fillRef>
          <a:effectRef idx="1">
            <a:schemeClr val="accent1"/>
          </a:effectRef>
          <a:fontRef idx="minor">
            <a:schemeClr val="tx1"/>
          </a:fontRef>
        </p:style>
      </p:cxnSp>
      <p:sp>
        <p:nvSpPr>
          <p:cNvPr id="6" name="Picture Placeholder 5">
            <a:extLst>
              <a:ext uri="{FF2B5EF4-FFF2-40B4-BE49-F238E27FC236}">
                <a16:creationId xmlns:a16="http://schemas.microsoft.com/office/drawing/2014/main" id="{2FD4804F-BF81-E1B4-0623-1F7E4964DDD9}"/>
              </a:ext>
            </a:extLst>
          </p:cNvPr>
          <p:cNvSpPr>
            <a:spLocks noGrp="1"/>
          </p:cNvSpPr>
          <p:nvPr>
            <p:ph type="pic" sz="quarter" idx="12" hasCustomPrompt="1"/>
          </p:nvPr>
        </p:nvSpPr>
        <p:spPr>
          <a:xfrm>
            <a:off x="18187988" y="682539"/>
            <a:ext cx="3900487" cy="733425"/>
          </a:xfrm>
          <a:noFill/>
        </p:spPr>
        <p:txBody>
          <a:bodyPr/>
          <a:lstStyle>
            <a:lvl1pPr>
              <a:defRPr sz="2000">
                <a:solidFill>
                  <a:schemeClr val="bg1"/>
                </a:solidFill>
              </a:defRPr>
            </a:lvl1pPr>
          </a:lstStyle>
          <a:p>
            <a:r>
              <a:rPr lang="en-US"/>
              <a:t>Partner Logo</a:t>
            </a:r>
          </a:p>
        </p:txBody>
      </p:sp>
      <p:sp>
        <p:nvSpPr>
          <p:cNvPr id="4" name="Title 1">
            <a:extLst>
              <a:ext uri="{FF2B5EF4-FFF2-40B4-BE49-F238E27FC236}">
                <a16:creationId xmlns:a16="http://schemas.microsoft.com/office/drawing/2014/main" id="{2C2D904B-332C-EF12-2564-8949AFFAA720}"/>
              </a:ext>
            </a:extLst>
          </p:cNvPr>
          <p:cNvSpPr>
            <a:spLocks noGrp="1"/>
          </p:cNvSpPr>
          <p:nvPr>
            <p:ph type="ctrTitle"/>
          </p:nvPr>
        </p:nvSpPr>
        <p:spPr>
          <a:xfrm>
            <a:off x="655176" y="3725816"/>
            <a:ext cx="23016128" cy="5148349"/>
          </a:xfrm>
        </p:spPr>
        <p:txBody>
          <a:bodyPr anchor="t"/>
          <a:lstStyle>
            <a:lvl1pPr algn="l" defTabSz="1828800" rtl="0" eaLnBrk="1" latinLnBrk="0" hangingPunct="1">
              <a:lnSpc>
                <a:spcPts val="18000"/>
              </a:lnSpc>
              <a:spcBef>
                <a:spcPct val="0"/>
              </a:spcBef>
              <a:buNone/>
              <a:defRPr lang="en-US" sz="18000" b="0" i="0" kern="1200" spc="0" baseline="0" dirty="0">
                <a:solidFill>
                  <a:schemeClr val="bg1"/>
                </a:solidFill>
                <a:latin typeface="Everyday Sans Light" pitchFamily="2" charset="77"/>
                <a:ea typeface="+mj-ea"/>
                <a:cs typeface="+mj-cs"/>
              </a:defRPr>
            </a:lvl1pPr>
          </a:lstStyle>
          <a:p>
            <a:r>
              <a:rPr lang="en-US"/>
              <a:t>Click to edit Master title style</a:t>
            </a:r>
          </a:p>
        </p:txBody>
      </p:sp>
      <p:sp>
        <p:nvSpPr>
          <p:cNvPr id="10" name="Date Placeholder 3">
            <a:extLst>
              <a:ext uri="{FF2B5EF4-FFF2-40B4-BE49-F238E27FC236}">
                <a16:creationId xmlns:a16="http://schemas.microsoft.com/office/drawing/2014/main" id="{4A061D0C-4669-19DF-74EA-C06DC16D8D32}"/>
              </a:ext>
            </a:extLst>
          </p:cNvPr>
          <p:cNvSpPr>
            <a:spLocks noGrp="1"/>
          </p:cNvSpPr>
          <p:nvPr>
            <p:ph type="dt" sz="half" idx="10"/>
          </p:nvPr>
        </p:nvSpPr>
        <p:spPr>
          <a:xfrm>
            <a:off x="8461380" y="333311"/>
            <a:ext cx="5395474" cy="733425"/>
          </a:xfrm>
          <a:prstGeom prst="rect">
            <a:avLst/>
          </a:prstGeom>
        </p:spPr>
        <p:txBody>
          <a:bodyPr lIns="0" tIns="0" rIns="0" bIns="0" anchor="b" anchorCtr="0"/>
          <a:lstStyle>
            <a:lvl1pPr>
              <a:defRPr lang="en-US" sz="2600" kern="1200" baseline="0" smtClean="0">
                <a:solidFill>
                  <a:schemeClr val="bg1"/>
                </a:solidFill>
                <a:latin typeface="+mn-lt"/>
                <a:ea typeface="+mn-ea"/>
                <a:cs typeface="+mn-cs"/>
              </a:defRPr>
            </a:lvl1pPr>
          </a:lstStyle>
          <a:p>
            <a:endParaRPr lang="en-US"/>
          </a:p>
        </p:txBody>
      </p:sp>
      <p:sp>
        <p:nvSpPr>
          <p:cNvPr id="11" name="Footer Placeholder 4">
            <a:extLst>
              <a:ext uri="{FF2B5EF4-FFF2-40B4-BE49-F238E27FC236}">
                <a16:creationId xmlns:a16="http://schemas.microsoft.com/office/drawing/2014/main" id="{57E6AB3B-66E5-45CE-B641-68831125DD06}"/>
              </a:ext>
            </a:extLst>
          </p:cNvPr>
          <p:cNvSpPr>
            <a:spLocks noGrp="1"/>
          </p:cNvSpPr>
          <p:nvPr>
            <p:ph type="ftr" sz="quarter" idx="11"/>
          </p:nvPr>
        </p:nvSpPr>
        <p:spPr>
          <a:xfrm>
            <a:off x="713108" y="333311"/>
            <a:ext cx="4553832" cy="730250"/>
          </a:xfrm>
        </p:spPr>
        <p:txBody>
          <a:bodyPr/>
          <a:lstStyle>
            <a:lvl1pPr>
              <a:defRPr sz="2600">
                <a:solidFill>
                  <a:schemeClr val="bg1"/>
                </a:solidFill>
              </a:defRPr>
            </a:lvl1pPr>
          </a:lstStyle>
          <a:p>
            <a:r>
              <a:rPr lang="en-US"/>
              <a:t>Add Team Name Here</a:t>
            </a:r>
          </a:p>
        </p:txBody>
      </p:sp>
      <p:sp>
        <p:nvSpPr>
          <p:cNvPr id="12" name="Freeform 11">
            <a:extLst>
              <a:ext uri="{FF2B5EF4-FFF2-40B4-BE49-F238E27FC236}">
                <a16:creationId xmlns:a16="http://schemas.microsoft.com/office/drawing/2014/main" id="{9AB552F5-5973-A299-C374-60F61DF56AE8}"/>
              </a:ext>
            </a:extLst>
          </p:cNvPr>
          <p:cNvSpPr>
            <a:spLocks noChangeAspect="1"/>
          </p:cNvSpPr>
          <p:nvPr userDrawn="1"/>
        </p:nvSpPr>
        <p:spPr>
          <a:xfrm>
            <a:off x="673536" y="12552201"/>
            <a:ext cx="2578608" cy="494834"/>
          </a:xfrm>
          <a:custGeom>
            <a:avLst/>
            <a:gdLst>
              <a:gd name="connsiteX0" fmla="*/ 2192655 w 6857999"/>
              <a:gd name="connsiteY0" fmla="*/ 791529 h 1316048"/>
              <a:gd name="connsiteX1" fmla="*/ 2070735 w 6857999"/>
              <a:gd name="connsiteY1" fmla="*/ 856144 h 1316048"/>
              <a:gd name="connsiteX2" fmla="*/ 1921192 w 6857999"/>
              <a:gd name="connsiteY2" fmla="*/ 1001527 h 1316048"/>
              <a:gd name="connsiteX3" fmla="*/ 2040255 w 6857999"/>
              <a:gd name="connsiteY3" fmla="*/ 1112702 h 1316048"/>
              <a:gd name="connsiteX4" fmla="*/ 2192655 w 6857999"/>
              <a:gd name="connsiteY4" fmla="*/ 936912 h 1316048"/>
              <a:gd name="connsiteX5" fmla="*/ 5166360 w 6857999"/>
              <a:gd name="connsiteY5" fmla="*/ 790579 h 1316048"/>
              <a:gd name="connsiteX6" fmla="*/ 5044439 w 6857999"/>
              <a:gd name="connsiteY6" fmla="*/ 856144 h 1316048"/>
              <a:gd name="connsiteX7" fmla="*/ 4894897 w 6857999"/>
              <a:gd name="connsiteY7" fmla="*/ 1001527 h 1316048"/>
              <a:gd name="connsiteX8" fmla="*/ 5013960 w 6857999"/>
              <a:gd name="connsiteY8" fmla="*/ 1112702 h 1316048"/>
              <a:gd name="connsiteX9" fmla="*/ 5166360 w 6857999"/>
              <a:gd name="connsiteY9" fmla="*/ 935962 h 1316048"/>
              <a:gd name="connsiteX10" fmla="*/ 6250305 w 6857999"/>
              <a:gd name="connsiteY10" fmla="*/ 263209 h 1316048"/>
              <a:gd name="connsiteX11" fmla="*/ 6250305 w 6857999"/>
              <a:gd name="connsiteY11" fmla="*/ 603387 h 1316048"/>
              <a:gd name="connsiteX12" fmla="*/ 6156007 w 6857999"/>
              <a:gd name="connsiteY12" fmla="*/ 592934 h 1316048"/>
              <a:gd name="connsiteX13" fmla="*/ 5913120 w 6857999"/>
              <a:gd name="connsiteY13" fmla="*/ 852343 h 1316048"/>
              <a:gd name="connsiteX14" fmla="*/ 5913120 w 6857999"/>
              <a:gd name="connsiteY14" fmla="*/ 1286592 h 1316048"/>
              <a:gd name="connsiteX15" fmla="*/ 5591175 w 6857999"/>
              <a:gd name="connsiteY15" fmla="*/ 1286592 h 1316048"/>
              <a:gd name="connsiteX16" fmla="*/ 5591175 w 6857999"/>
              <a:gd name="connsiteY16" fmla="*/ 270811 h 1316048"/>
              <a:gd name="connsiteX17" fmla="*/ 5908357 w 6857999"/>
              <a:gd name="connsiteY17" fmla="*/ 270811 h 1316048"/>
              <a:gd name="connsiteX18" fmla="*/ 5908357 w 6857999"/>
              <a:gd name="connsiteY18" fmla="*/ 554926 h 1316048"/>
              <a:gd name="connsiteX19" fmla="*/ 6250305 w 6857999"/>
              <a:gd name="connsiteY19" fmla="*/ 263209 h 1316048"/>
              <a:gd name="connsiteX20" fmla="*/ 3664267 w 6857999"/>
              <a:gd name="connsiteY20" fmla="*/ 240404 h 1316048"/>
              <a:gd name="connsiteX21" fmla="*/ 3927157 w 6857999"/>
              <a:gd name="connsiteY21" fmla="*/ 483659 h 1316048"/>
              <a:gd name="connsiteX22" fmla="*/ 4250055 w 6857999"/>
              <a:gd name="connsiteY22" fmla="*/ 240404 h 1316048"/>
              <a:gd name="connsiteX23" fmla="*/ 4533900 w 6857999"/>
              <a:gd name="connsiteY23" fmla="*/ 591984 h 1316048"/>
              <a:gd name="connsiteX24" fmla="*/ 4533900 w 6857999"/>
              <a:gd name="connsiteY24" fmla="*/ 1286592 h 1316048"/>
              <a:gd name="connsiteX25" fmla="*/ 4212907 w 6857999"/>
              <a:gd name="connsiteY25" fmla="*/ 1286592 h 1316048"/>
              <a:gd name="connsiteX26" fmla="*/ 4212907 w 6857999"/>
              <a:gd name="connsiteY26" fmla="*/ 640445 h 1316048"/>
              <a:gd name="connsiteX27" fmla="*/ 4110037 w 6857999"/>
              <a:gd name="connsiteY27" fmla="*/ 498863 h 1316048"/>
              <a:gd name="connsiteX28" fmla="*/ 3949065 w 6857999"/>
              <a:gd name="connsiteY28" fmla="*/ 750670 h 1316048"/>
              <a:gd name="connsiteX29" fmla="*/ 3949065 w 6857999"/>
              <a:gd name="connsiteY29" fmla="*/ 1286592 h 1316048"/>
              <a:gd name="connsiteX30" fmla="*/ 3627119 w 6857999"/>
              <a:gd name="connsiteY30" fmla="*/ 1286592 h 1316048"/>
              <a:gd name="connsiteX31" fmla="*/ 3627119 w 6857999"/>
              <a:gd name="connsiteY31" fmla="*/ 640445 h 1316048"/>
              <a:gd name="connsiteX32" fmla="*/ 3524250 w 6857999"/>
              <a:gd name="connsiteY32" fmla="*/ 498863 h 1316048"/>
              <a:gd name="connsiteX33" fmla="*/ 3365182 w 6857999"/>
              <a:gd name="connsiteY33" fmla="*/ 750670 h 1316048"/>
              <a:gd name="connsiteX34" fmla="*/ 3365182 w 6857999"/>
              <a:gd name="connsiteY34" fmla="*/ 1286592 h 1316048"/>
              <a:gd name="connsiteX35" fmla="*/ 3043237 w 6857999"/>
              <a:gd name="connsiteY35" fmla="*/ 1286592 h 1316048"/>
              <a:gd name="connsiteX36" fmla="*/ 3043237 w 6857999"/>
              <a:gd name="connsiteY36" fmla="*/ 270811 h 1316048"/>
              <a:gd name="connsiteX37" fmla="*/ 3361372 w 6857999"/>
              <a:gd name="connsiteY37" fmla="*/ 270811 h 1316048"/>
              <a:gd name="connsiteX38" fmla="*/ 3361372 w 6857999"/>
              <a:gd name="connsiteY38" fmla="*/ 462755 h 1316048"/>
              <a:gd name="connsiteX39" fmla="*/ 3664267 w 6857999"/>
              <a:gd name="connsiteY39" fmla="*/ 240404 h 1316048"/>
              <a:gd name="connsiteX40" fmla="*/ 5056822 w 6857999"/>
              <a:gd name="connsiteY40" fmla="*/ 236603 h 1316048"/>
              <a:gd name="connsiteX41" fmla="*/ 5488305 w 6857999"/>
              <a:gd name="connsiteY41" fmla="*/ 651847 h 1316048"/>
              <a:gd name="connsiteX42" fmla="*/ 5488305 w 6857999"/>
              <a:gd name="connsiteY42" fmla="*/ 1286591 h 1316048"/>
              <a:gd name="connsiteX43" fmla="*/ 5178742 w 6857999"/>
              <a:gd name="connsiteY43" fmla="*/ 1286591 h 1316048"/>
              <a:gd name="connsiteX44" fmla="*/ 5178742 w 6857999"/>
              <a:gd name="connsiteY44" fmla="*/ 1145009 h 1316048"/>
              <a:gd name="connsiteX45" fmla="*/ 4892039 w 6857999"/>
              <a:gd name="connsiteY45" fmla="*/ 1316048 h 1316048"/>
              <a:gd name="connsiteX46" fmla="*/ 4592002 w 6857999"/>
              <a:gd name="connsiteY46" fmla="*/ 1022432 h 1316048"/>
              <a:gd name="connsiteX47" fmla="*/ 4958714 w 6857999"/>
              <a:gd name="connsiteY47" fmla="*/ 689856 h 1316048"/>
              <a:gd name="connsiteX48" fmla="*/ 5169217 w 6857999"/>
              <a:gd name="connsiteY48" fmla="*/ 586282 h 1316048"/>
              <a:gd name="connsiteX49" fmla="*/ 5021580 w 6857999"/>
              <a:gd name="connsiteY49" fmla="*/ 490311 h 1316048"/>
              <a:gd name="connsiteX50" fmla="*/ 4656772 w 6857999"/>
              <a:gd name="connsiteY50" fmla="*/ 628092 h 1316048"/>
              <a:gd name="connsiteX51" fmla="*/ 4656772 w 6857999"/>
              <a:gd name="connsiteY51" fmla="*/ 360131 h 1316048"/>
              <a:gd name="connsiteX52" fmla="*/ 5056822 w 6857999"/>
              <a:gd name="connsiteY52" fmla="*/ 236603 h 1316048"/>
              <a:gd name="connsiteX53" fmla="*/ 2083117 w 6857999"/>
              <a:gd name="connsiteY53" fmla="*/ 236603 h 1316048"/>
              <a:gd name="connsiteX54" fmla="*/ 2514600 w 6857999"/>
              <a:gd name="connsiteY54" fmla="*/ 651847 h 1316048"/>
              <a:gd name="connsiteX55" fmla="*/ 2514600 w 6857999"/>
              <a:gd name="connsiteY55" fmla="*/ 1286591 h 1316048"/>
              <a:gd name="connsiteX56" fmla="*/ 2205037 w 6857999"/>
              <a:gd name="connsiteY56" fmla="*/ 1286591 h 1316048"/>
              <a:gd name="connsiteX57" fmla="*/ 2205037 w 6857999"/>
              <a:gd name="connsiteY57" fmla="*/ 1145009 h 1316048"/>
              <a:gd name="connsiteX58" fmla="*/ 1918335 w 6857999"/>
              <a:gd name="connsiteY58" fmla="*/ 1316048 h 1316048"/>
              <a:gd name="connsiteX59" fmla="*/ 1618297 w 6857999"/>
              <a:gd name="connsiteY59" fmla="*/ 1022432 h 1316048"/>
              <a:gd name="connsiteX60" fmla="*/ 1985010 w 6857999"/>
              <a:gd name="connsiteY60" fmla="*/ 689856 h 1316048"/>
              <a:gd name="connsiteX61" fmla="*/ 2195512 w 6857999"/>
              <a:gd name="connsiteY61" fmla="*/ 586282 h 1316048"/>
              <a:gd name="connsiteX62" fmla="*/ 2047875 w 6857999"/>
              <a:gd name="connsiteY62" fmla="*/ 490311 h 1316048"/>
              <a:gd name="connsiteX63" fmla="*/ 1683067 w 6857999"/>
              <a:gd name="connsiteY63" fmla="*/ 628092 h 1316048"/>
              <a:gd name="connsiteX64" fmla="*/ 1683067 w 6857999"/>
              <a:gd name="connsiteY64" fmla="*/ 360131 h 1316048"/>
              <a:gd name="connsiteX65" fmla="*/ 2083117 w 6857999"/>
              <a:gd name="connsiteY65" fmla="*/ 236603 h 1316048"/>
              <a:gd name="connsiteX66" fmla="*/ 6323647 w 6857999"/>
              <a:gd name="connsiteY66" fmla="*/ 72216 h 1316048"/>
              <a:gd name="connsiteX67" fmla="*/ 6645592 w 6857999"/>
              <a:gd name="connsiteY67" fmla="*/ 72216 h 1316048"/>
              <a:gd name="connsiteX68" fmla="*/ 6645592 w 6857999"/>
              <a:gd name="connsiteY68" fmla="*/ 270811 h 1316048"/>
              <a:gd name="connsiteX69" fmla="*/ 6857999 w 6857999"/>
              <a:gd name="connsiteY69" fmla="*/ 270811 h 1316048"/>
              <a:gd name="connsiteX70" fmla="*/ 6857999 w 6857999"/>
              <a:gd name="connsiteY70" fmla="*/ 520718 h 1316048"/>
              <a:gd name="connsiteX71" fmla="*/ 6645592 w 6857999"/>
              <a:gd name="connsiteY71" fmla="*/ 520718 h 1316048"/>
              <a:gd name="connsiteX72" fmla="*/ 6645592 w 6857999"/>
              <a:gd name="connsiteY72" fmla="*/ 905555 h 1316048"/>
              <a:gd name="connsiteX73" fmla="*/ 6769417 w 6857999"/>
              <a:gd name="connsiteY73" fmla="*/ 1048088 h 1316048"/>
              <a:gd name="connsiteX74" fmla="*/ 6857999 w 6857999"/>
              <a:gd name="connsiteY74" fmla="*/ 1024332 h 1316048"/>
              <a:gd name="connsiteX75" fmla="*/ 6857999 w 6857999"/>
              <a:gd name="connsiteY75" fmla="*/ 1272339 h 1316048"/>
              <a:gd name="connsiteX76" fmla="*/ 6681787 w 6857999"/>
              <a:gd name="connsiteY76" fmla="*/ 1307497 h 1316048"/>
              <a:gd name="connsiteX77" fmla="*/ 6323647 w 6857999"/>
              <a:gd name="connsiteY77" fmla="*/ 949265 h 1316048"/>
              <a:gd name="connsiteX78" fmla="*/ 2617470 w 6857999"/>
              <a:gd name="connsiteY78" fmla="*/ 0 h 1316048"/>
              <a:gd name="connsiteX79" fmla="*/ 2939415 w 6857999"/>
              <a:gd name="connsiteY79" fmla="*/ 0 h 1316048"/>
              <a:gd name="connsiteX80" fmla="*/ 2939415 w 6857999"/>
              <a:gd name="connsiteY80" fmla="*/ 1286592 h 1316048"/>
              <a:gd name="connsiteX81" fmla="*/ 2617470 w 6857999"/>
              <a:gd name="connsiteY81" fmla="*/ 1286592 h 1316048"/>
              <a:gd name="connsiteX82" fmla="*/ 0 w 6857999"/>
              <a:gd name="connsiteY82" fmla="*/ 0 h 1316048"/>
              <a:gd name="connsiteX83" fmla="*/ 332423 w 6857999"/>
              <a:gd name="connsiteY83" fmla="*/ 0 h 1316048"/>
              <a:gd name="connsiteX84" fmla="*/ 501968 w 6857999"/>
              <a:gd name="connsiteY84" fmla="*/ 849493 h 1316048"/>
              <a:gd name="connsiteX85" fmla="*/ 692468 w 6857999"/>
              <a:gd name="connsiteY85" fmla="*/ 0 h 1316048"/>
              <a:gd name="connsiteX86" fmla="*/ 1022033 w 6857999"/>
              <a:gd name="connsiteY86" fmla="*/ 0 h 1316048"/>
              <a:gd name="connsiteX87" fmla="*/ 1211580 w 6857999"/>
              <a:gd name="connsiteY87" fmla="*/ 849493 h 1316048"/>
              <a:gd name="connsiteX88" fmla="*/ 1380173 w 6857999"/>
              <a:gd name="connsiteY88" fmla="*/ 0 h 1316048"/>
              <a:gd name="connsiteX89" fmla="*/ 1697355 w 6857999"/>
              <a:gd name="connsiteY89" fmla="*/ 0 h 1316048"/>
              <a:gd name="connsiteX90" fmla="*/ 1424940 w 6857999"/>
              <a:gd name="connsiteY90" fmla="*/ 1286592 h 1316048"/>
              <a:gd name="connsiteX91" fmla="*/ 1044893 w 6857999"/>
              <a:gd name="connsiteY91" fmla="*/ 1286592 h 1316048"/>
              <a:gd name="connsiteX92" fmla="*/ 853440 w 6857999"/>
              <a:gd name="connsiteY92" fmla="*/ 426647 h 1316048"/>
              <a:gd name="connsiteX93" fmla="*/ 661035 w 6857999"/>
              <a:gd name="connsiteY93" fmla="*/ 1286592 h 1316048"/>
              <a:gd name="connsiteX94" fmla="*/ 272415 w 6857999"/>
              <a:gd name="connsiteY94" fmla="*/ 1286592 h 1316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6857999" h="1316048">
                <a:moveTo>
                  <a:pt x="2192655" y="791529"/>
                </a:moveTo>
                <a:cubicBezTo>
                  <a:pt x="2163127" y="820036"/>
                  <a:pt x="2117407" y="839040"/>
                  <a:pt x="2070735" y="856144"/>
                </a:cubicBezTo>
                <a:cubicBezTo>
                  <a:pt x="1980247" y="889401"/>
                  <a:pt x="1921192" y="921709"/>
                  <a:pt x="1921192" y="1001527"/>
                </a:cubicBezTo>
                <a:cubicBezTo>
                  <a:pt x="1921192" y="1065191"/>
                  <a:pt x="1962150" y="1112702"/>
                  <a:pt x="2040255" y="1112702"/>
                </a:cubicBezTo>
                <a:cubicBezTo>
                  <a:pt x="2132647" y="1112702"/>
                  <a:pt x="2191702" y="1048087"/>
                  <a:pt x="2192655" y="936912"/>
                </a:cubicBezTo>
                <a:close/>
                <a:moveTo>
                  <a:pt x="5166360" y="790579"/>
                </a:moveTo>
                <a:cubicBezTo>
                  <a:pt x="5136832" y="820036"/>
                  <a:pt x="5091112" y="839040"/>
                  <a:pt x="5044439" y="856144"/>
                </a:cubicBezTo>
                <a:cubicBezTo>
                  <a:pt x="4953952" y="889401"/>
                  <a:pt x="4894897" y="921709"/>
                  <a:pt x="4894897" y="1001527"/>
                </a:cubicBezTo>
                <a:cubicBezTo>
                  <a:pt x="4894897" y="1065191"/>
                  <a:pt x="4935855" y="1112702"/>
                  <a:pt x="5013960" y="1112702"/>
                </a:cubicBezTo>
                <a:cubicBezTo>
                  <a:pt x="5107305" y="1112702"/>
                  <a:pt x="5165407" y="1048087"/>
                  <a:pt x="5166360" y="935962"/>
                </a:cubicBezTo>
                <a:close/>
                <a:moveTo>
                  <a:pt x="6250305" y="263209"/>
                </a:moveTo>
                <a:lnTo>
                  <a:pt x="6250305" y="603387"/>
                </a:lnTo>
                <a:cubicBezTo>
                  <a:pt x="6234113" y="596735"/>
                  <a:pt x="6195060" y="592934"/>
                  <a:pt x="6156007" y="592934"/>
                </a:cubicBezTo>
                <a:cubicBezTo>
                  <a:pt x="6038850" y="592934"/>
                  <a:pt x="5913120" y="644246"/>
                  <a:pt x="5913120" y="852343"/>
                </a:cubicBezTo>
                <a:lnTo>
                  <a:pt x="5913120" y="1286592"/>
                </a:lnTo>
                <a:lnTo>
                  <a:pt x="5591175" y="1286592"/>
                </a:lnTo>
                <a:lnTo>
                  <a:pt x="5591175" y="270811"/>
                </a:lnTo>
                <a:lnTo>
                  <a:pt x="5908357" y="270811"/>
                </a:lnTo>
                <a:lnTo>
                  <a:pt x="5908357" y="554926"/>
                </a:lnTo>
                <a:cubicBezTo>
                  <a:pt x="5952173" y="373434"/>
                  <a:pt x="6064568" y="254657"/>
                  <a:pt x="6250305" y="263209"/>
                </a:cubicBezTo>
                <a:close/>
                <a:moveTo>
                  <a:pt x="3664267" y="240404"/>
                </a:moveTo>
                <a:cubicBezTo>
                  <a:pt x="3805237" y="240404"/>
                  <a:pt x="3905250" y="331625"/>
                  <a:pt x="3927157" y="483659"/>
                </a:cubicBezTo>
                <a:cubicBezTo>
                  <a:pt x="3977640" y="343978"/>
                  <a:pt x="4082415" y="240404"/>
                  <a:pt x="4250055" y="240404"/>
                </a:cubicBezTo>
                <a:cubicBezTo>
                  <a:pt x="4432935" y="240404"/>
                  <a:pt x="4533900" y="369633"/>
                  <a:pt x="4533900" y="591984"/>
                </a:cubicBezTo>
                <a:lnTo>
                  <a:pt x="4533900" y="1286592"/>
                </a:lnTo>
                <a:lnTo>
                  <a:pt x="4212907" y="1286592"/>
                </a:lnTo>
                <a:lnTo>
                  <a:pt x="4212907" y="640445"/>
                </a:lnTo>
                <a:cubicBezTo>
                  <a:pt x="4212907" y="551125"/>
                  <a:pt x="4191952" y="498863"/>
                  <a:pt x="4110037" y="498863"/>
                </a:cubicBezTo>
                <a:cubicBezTo>
                  <a:pt x="4009072" y="498863"/>
                  <a:pt x="3949065" y="589133"/>
                  <a:pt x="3949065" y="750670"/>
                </a:cubicBezTo>
                <a:lnTo>
                  <a:pt x="3949065" y="1286592"/>
                </a:lnTo>
                <a:lnTo>
                  <a:pt x="3627119" y="1286592"/>
                </a:lnTo>
                <a:lnTo>
                  <a:pt x="3627119" y="640445"/>
                </a:lnTo>
                <a:cubicBezTo>
                  <a:pt x="3627119" y="551125"/>
                  <a:pt x="3607117" y="498863"/>
                  <a:pt x="3524250" y="498863"/>
                </a:cubicBezTo>
                <a:cubicBezTo>
                  <a:pt x="3427094" y="498863"/>
                  <a:pt x="3365182" y="589133"/>
                  <a:pt x="3365182" y="750670"/>
                </a:cubicBezTo>
                <a:lnTo>
                  <a:pt x="3365182" y="1286592"/>
                </a:lnTo>
                <a:lnTo>
                  <a:pt x="3043237" y="1286592"/>
                </a:lnTo>
                <a:lnTo>
                  <a:pt x="3043237" y="270811"/>
                </a:lnTo>
                <a:lnTo>
                  <a:pt x="3361372" y="270811"/>
                </a:lnTo>
                <a:lnTo>
                  <a:pt x="3361372" y="462755"/>
                </a:lnTo>
                <a:cubicBezTo>
                  <a:pt x="3409950" y="332575"/>
                  <a:pt x="3509962" y="240404"/>
                  <a:pt x="3664267" y="240404"/>
                </a:cubicBezTo>
                <a:close/>
                <a:moveTo>
                  <a:pt x="5056822" y="236603"/>
                </a:moveTo>
                <a:cubicBezTo>
                  <a:pt x="5335905" y="236603"/>
                  <a:pt x="5487352" y="365832"/>
                  <a:pt x="5488305" y="651847"/>
                </a:cubicBezTo>
                <a:lnTo>
                  <a:pt x="5488305" y="1286591"/>
                </a:lnTo>
                <a:lnTo>
                  <a:pt x="5178742" y="1286591"/>
                </a:lnTo>
                <a:lnTo>
                  <a:pt x="5178742" y="1145009"/>
                </a:lnTo>
                <a:cubicBezTo>
                  <a:pt x="5130164" y="1242882"/>
                  <a:pt x="5040630" y="1316048"/>
                  <a:pt x="4892039" y="1316048"/>
                </a:cubicBezTo>
                <a:cubicBezTo>
                  <a:pt x="4714874" y="1316048"/>
                  <a:pt x="4592002" y="1207724"/>
                  <a:pt x="4592002" y="1022432"/>
                </a:cubicBezTo>
                <a:cubicBezTo>
                  <a:pt x="4592002" y="822886"/>
                  <a:pt x="4728209" y="738317"/>
                  <a:pt x="4958714" y="689856"/>
                </a:cubicBezTo>
                <a:cubicBezTo>
                  <a:pt x="5112067" y="657549"/>
                  <a:pt x="5169217" y="639495"/>
                  <a:pt x="5169217" y="586282"/>
                </a:cubicBezTo>
                <a:cubicBezTo>
                  <a:pt x="5169217" y="523568"/>
                  <a:pt x="5128260" y="490311"/>
                  <a:pt x="5021580" y="490311"/>
                </a:cubicBezTo>
                <a:cubicBezTo>
                  <a:pt x="4849177" y="490311"/>
                  <a:pt x="4719637" y="571079"/>
                  <a:pt x="4656772" y="628092"/>
                </a:cubicBezTo>
                <a:lnTo>
                  <a:pt x="4656772" y="360131"/>
                </a:lnTo>
                <a:cubicBezTo>
                  <a:pt x="4708207" y="308819"/>
                  <a:pt x="4853940" y="236603"/>
                  <a:pt x="5056822" y="236603"/>
                </a:cubicBezTo>
                <a:close/>
                <a:moveTo>
                  <a:pt x="2083117" y="236603"/>
                </a:moveTo>
                <a:cubicBezTo>
                  <a:pt x="2362200" y="236603"/>
                  <a:pt x="2513647" y="365832"/>
                  <a:pt x="2514600" y="651847"/>
                </a:cubicBezTo>
                <a:lnTo>
                  <a:pt x="2514600" y="1286591"/>
                </a:lnTo>
                <a:lnTo>
                  <a:pt x="2205037" y="1286591"/>
                </a:lnTo>
                <a:lnTo>
                  <a:pt x="2205037" y="1145009"/>
                </a:lnTo>
                <a:cubicBezTo>
                  <a:pt x="2156460" y="1242882"/>
                  <a:pt x="2066925" y="1316048"/>
                  <a:pt x="1918335" y="1316048"/>
                </a:cubicBezTo>
                <a:cubicBezTo>
                  <a:pt x="1741170" y="1316048"/>
                  <a:pt x="1618297" y="1207724"/>
                  <a:pt x="1618297" y="1022432"/>
                </a:cubicBezTo>
                <a:cubicBezTo>
                  <a:pt x="1618297" y="822886"/>
                  <a:pt x="1754505" y="738317"/>
                  <a:pt x="1985010" y="689856"/>
                </a:cubicBezTo>
                <a:cubicBezTo>
                  <a:pt x="2138362" y="657549"/>
                  <a:pt x="2195512" y="639495"/>
                  <a:pt x="2195512" y="586282"/>
                </a:cubicBezTo>
                <a:cubicBezTo>
                  <a:pt x="2195512" y="523568"/>
                  <a:pt x="2154555" y="490311"/>
                  <a:pt x="2047875" y="490311"/>
                </a:cubicBezTo>
                <a:cubicBezTo>
                  <a:pt x="1875472" y="490311"/>
                  <a:pt x="1745932" y="571079"/>
                  <a:pt x="1683067" y="628092"/>
                </a:cubicBezTo>
                <a:lnTo>
                  <a:pt x="1683067" y="360131"/>
                </a:lnTo>
                <a:cubicBezTo>
                  <a:pt x="1734502" y="308819"/>
                  <a:pt x="1880235" y="236603"/>
                  <a:pt x="2083117" y="236603"/>
                </a:cubicBezTo>
                <a:close/>
                <a:moveTo>
                  <a:pt x="6323647" y="72216"/>
                </a:moveTo>
                <a:lnTo>
                  <a:pt x="6645592" y="72216"/>
                </a:lnTo>
                <a:lnTo>
                  <a:pt x="6645592" y="270811"/>
                </a:lnTo>
                <a:lnTo>
                  <a:pt x="6857999" y="270811"/>
                </a:lnTo>
                <a:lnTo>
                  <a:pt x="6857999" y="520718"/>
                </a:lnTo>
                <a:lnTo>
                  <a:pt x="6645592" y="520718"/>
                </a:lnTo>
                <a:lnTo>
                  <a:pt x="6645592" y="905555"/>
                </a:lnTo>
                <a:cubicBezTo>
                  <a:pt x="6645592" y="1016731"/>
                  <a:pt x="6695122" y="1048088"/>
                  <a:pt x="6769417" y="1048088"/>
                </a:cubicBezTo>
                <a:cubicBezTo>
                  <a:pt x="6809422" y="1048088"/>
                  <a:pt x="6839902" y="1036685"/>
                  <a:pt x="6857999" y="1024332"/>
                </a:cubicBezTo>
                <a:lnTo>
                  <a:pt x="6857999" y="1272339"/>
                </a:lnTo>
                <a:cubicBezTo>
                  <a:pt x="6836092" y="1288492"/>
                  <a:pt x="6782752" y="1307497"/>
                  <a:pt x="6681787" y="1307497"/>
                </a:cubicBezTo>
                <a:cubicBezTo>
                  <a:pt x="6462712" y="1307497"/>
                  <a:pt x="6323647" y="1193471"/>
                  <a:pt x="6323647" y="949265"/>
                </a:cubicBezTo>
                <a:close/>
                <a:moveTo>
                  <a:pt x="2617470" y="0"/>
                </a:moveTo>
                <a:lnTo>
                  <a:pt x="2939415" y="0"/>
                </a:lnTo>
                <a:lnTo>
                  <a:pt x="2939415" y="1286592"/>
                </a:lnTo>
                <a:lnTo>
                  <a:pt x="2617470" y="1286592"/>
                </a:lnTo>
                <a:close/>
                <a:moveTo>
                  <a:pt x="0" y="0"/>
                </a:moveTo>
                <a:lnTo>
                  <a:pt x="332423" y="0"/>
                </a:lnTo>
                <a:lnTo>
                  <a:pt x="501968" y="849493"/>
                </a:lnTo>
                <a:lnTo>
                  <a:pt x="692468" y="0"/>
                </a:lnTo>
                <a:lnTo>
                  <a:pt x="1022033" y="0"/>
                </a:lnTo>
                <a:lnTo>
                  <a:pt x="1211580" y="849493"/>
                </a:lnTo>
                <a:lnTo>
                  <a:pt x="1380173" y="0"/>
                </a:lnTo>
                <a:lnTo>
                  <a:pt x="1697355" y="0"/>
                </a:lnTo>
                <a:lnTo>
                  <a:pt x="1424940" y="1286592"/>
                </a:lnTo>
                <a:lnTo>
                  <a:pt x="1044893" y="1286592"/>
                </a:lnTo>
                <a:lnTo>
                  <a:pt x="853440" y="426647"/>
                </a:lnTo>
                <a:lnTo>
                  <a:pt x="661035" y="1286592"/>
                </a:lnTo>
                <a:lnTo>
                  <a:pt x="272415" y="1286592"/>
                </a:lnTo>
                <a:close/>
              </a:path>
            </a:pathLst>
          </a:custGeom>
          <a:solidFill>
            <a:schemeClr val="bg1"/>
          </a:solidFill>
          <a:ln w="952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FA5CEDE0-F098-79AD-B829-FA6FE55E99CB}"/>
              </a:ext>
            </a:extLst>
          </p:cNvPr>
          <p:cNvSpPr>
            <a:spLocks noChangeAspect="1"/>
          </p:cNvSpPr>
          <p:nvPr userDrawn="1"/>
        </p:nvSpPr>
        <p:spPr>
          <a:xfrm>
            <a:off x="22990436" y="579552"/>
            <a:ext cx="782584" cy="877824"/>
          </a:xfrm>
          <a:custGeom>
            <a:avLst/>
            <a:gdLst>
              <a:gd name="connsiteX0" fmla="*/ 97891 w 195782"/>
              <a:gd name="connsiteY0" fmla="*/ 141952 h 218997"/>
              <a:gd name="connsiteX1" fmla="*/ 110088 w 195782"/>
              <a:gd name="connsiteY1" fmla="*/ 151219 h 218997"/>
              <a:gd name="connsiteX2" fmla="*/ 115370 w 195782"/>
              <a:gd name="connsiteY2" fmla="*/ 204301 h 218997"/>
              <a:gd name="connsiteX3" fmla="*/ 97891 w 195782"/>
              <a:gd name="connsiteY3" fmla="*/ 218997 h 218997"/>
              <a:gd name="connsiteX4" fmla="*/ 80411 w 195782"/>
              <a:gd name="connsiteY4" fmla="*/ 204301 h 218997"/>
              <a:gd name="connsiteX5" fmla="*/ 85694 w 195782"/>
              <a:gd name="connsiteY5" fmla="*/ 151219 h 218997"/>
              <a:gd name="connsiteX6" fmla="*/ 97891 w 195782"/>
              <a:gd name="connsiteY6" fmla="*/ 141952 h 218997"/>
              <a:gd name="connsiteX7" fmla="*/ 140192 w 195782"/>
              <a:gd name="connsiteY7" fmla="*/ 119812 h 218997"/>
              <a:gd name="connsiteX8" fmla="*/ 188901 w 195782"/>
              <a:gd name="connsiteY8" fmla="*/ 141797 h 218997"/>
              <a:gd name="connsiteX9" fmla="*/ 192902 w 195782"/>
              <a:gd name="connsiteY9" fmla="*/ 164247 h 218997"/>
              <a:gd name="connsiteX10" fmla="*/ 171421 w 195782"/>
              <a:gd name="connsiteY10" fmla="*/ 172002 h 218997"/>
              <a:gd name="connsiteX11" fmla="*/ 127995 w 195782"/>
              <a:gd name="connsiteY11" fmla="*/ 140866 h 218997"/>
              <a:gd name="connsiteX12" fmla="*/ 126053 w 195782"/>
              <a:gd name="connsiteY12" fmla="*/ 125705 h 218997"/>
              <a:gd name="connsiteX13" fmla="*/ 140192 w 195782"/>
              <a:gd name="connsiteY13" fmla="*/ 119812 h 218997"/>
              <a:gd name="connsiteX14" fmla="*/ 55590 w 195782"/>
              <a:gd name="connsiteY14" fmla="*/ 119812 h 218997"/>
              <a:gd name="connsiteX15" fmla="*/ 69729 w 195782"/>
              <a:gd name="connsiteY15" fmla="*/ 125706 h 218997"/>
              <a:gd name="connsiteX16" fmla="*/ 67787 w 195782"/>
              <a:gd name="connsiteY16" fmla="*/ 140867 h 218997"/>
              <a:gd name="connsiteX17" fmla="*/ 24361 w 195782"/>
              <a:gd name="connsiteY17" fmla="*/ 172003 h 218997"/>
              <a:gd name="connsiteX18" fmla="*/ 2880 w 195782"/>
              <a:gd name="connsiteY18" fmla="*/ 164248 h 218997"/>
              <a:gd name="connsiteX19" fmla="*/ 6881 w 195782"/>
              <a:gd name="connsiteY19" fmla="*/ 141797 h 218997"/>
              <a:gd name="connsiteX20" fmla="*/ 55590 w 195782"/>
              <a:gd name="connsiteY20" fmla="*/ 119812 h 218997"/>
              <a:gd name="connsiteX21" fmla="*/ 183618 w 195782"/>
              <a:gd name="connsiteY21" fmla="*/ 46219 h 218997"/>
              <a:gd name="connsiteX22" fmla="*/ 192902 w 195782"/>
              <a:gd name="connsiteY22" fmla="*/ 54749 h 218997"/>
              <a:gd name="connsiteX23" fmla="*/ 188901 w 195782"/>
              <a:gd name="connsiteY23" fmla="*/ 77161 h 218997"/>
              <a:gd name="connsiteX24" fmla="*/ 140192 w 195782"/>
              <a:gd name="connsiteY24" fmla="*/ 99146 h 218997"/>
              <a:gd name="connsiteX25" fmla="*/ 126053 w 195782"/>
              <a:gd name="connsiteY25" fmla="*/ 93252 h 218997"/>
              <a:gd name="connsiteX26" fmla="*/ 127995 w 195782"/>
              <a:gd name="connsiteY26" fmla="*/ 78091 h 218997"/>
              <a:gd name="connsiteX27" fmla="*/ 171421 w 195782"/>
              <a:gd name="connsiteY27" fmla="*/ 46994 h 218997"/>
              <a:gd name="connsiteX28" fmla="*/ 183618 w 195782"/>
              <a:gd name="connsiteY28" fmla="*/ 46219 h 218997"/>
              <a:gd name="connsiteX29" fmla="*/ 12179 w 195782"/>
              <a:gd name="connsiteY29" fmla="*/ 46219 h 218997"/>
              <a:gd name="connsiteX30" fmla="*/ 24361 w 195782"/>
              <a:gd name="connsiteY30" fmla="*/ 46994 h 218997"/>
              <a:gd name="connsiteX31" fmla="*/ 67787 w 195782"/>
              <a:gd name="connsiteY31" fmla="*/ 78130 h 218997"/>
              <a:gd name="connsiteX32" fmla="*/ 69729 w 195782"/>
              <a:gd name="connsiteY32" fmla="*/ 93291 h 218997"/>
              <a:gd name="connsiteX33" fmla="*/ 55590 w 195782"/>
              <a:gd name="connsiteY33" fmla="*/ 99185 h 218997"/>
              <a:gd name="connsiteX34" fmla="*/ 6881 w 195782"/>
              <a:gd name="connsiteY34" fmla="*/ 77200 h 218997"/>
              <a:gd name="connsiteX35" fmla="*/ 2880 w 195782"/>
              <a:gd name="connsiteY35" fmla="*/ 54749 h 218997"/>
              <a:gd name="connsiteX36" fmla="*/ 12179 w 195782"/>
              <a:gd name="connsiteY36" fmla="*/ 46219 h 218997"/>
              <a:gd name="connsiteX37" fmla="*/ 97891 w 195782"/>
              <a:gd name="connsiteY37" fmla="*/ 0 h 218997"/>
              <a:gd name="connsiteX38" fmla="*/ 115370 w 195782"/>
              <a:gd name="connsiteY38" fmla="*/ 14695 h 218997"/>
              <a:gd name="connsiteX39" fmla="*/ 110088 w 195782"/>
              <a:gd name="connsiteY39" fmla="*/ 67778 h 218997"/>
              <a:gd name="connsiteX40" fmla="*/ 97891 w 195782"/>
              <a:gd name="connsiteY40" fmla="*/ 77045 h 218997"/>
              <a:gd name="connsiteX41" fmla="*/ 85694 w 195782"/>
              <a:gd name="connsiteY41" fmla="*/ 67778 h 218997"/>
              <a:gd name="connsiteX42" fmla="*/ 80411 w 195782"/>
              <a:gd name="connsiteY42" fmla="*/ 14695 h 218997"/>
              <a:gd name="connsiteX43" fmla="*/ 97891 w 195782"/>
              <a:gd name="connsiteY43" fmla="*/ 0 h 218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5782" h="218997">
                <a:moveTo>
                  <a:pt x="97891" y="141952"/>
                </a:moveTo>
                <a:cubicBezTo>
                  <a:pt x="105193" y="141952"/>
                  <a:pt x="109233" y="146838"/>
                  <a:pt x="110088" y="151219"/>
                </a:cubicBezTo>
                <a:cubicBezTo>
                  <a:pt x="112651" y="164208"/>
                  <a:pt x="115487" y="184100"/>
                  <a:pt x="115370" y="204301"/>
                </a:cubicBezTo>
                <a:cubicBezTo>
                  <a:pt x="115331" y="213840"/>
                  <a:pt x="106747" y="218997"/>
                  <a:pt x="97891" y="218997"/>
                </a:cubicBezTo>
                <a:cubicBezTo>
                  <a:pt x="89035" y="218997"/>
                  <a:pt x="80489" y="213840"/>
                  <a:pt x="80411" y="204301"/>
                </a:cubicBezTo>
                <a:cubicBezTo>
                  <a:pt x="80295" y="184100"/>
                  <a:pt x="83130" y="164208"/>
                  <a:pt x="85694" y="151219"/>
                </a:cubicBezTo>
                <a:cubicBezTo>
                  <a:pt x="86549" y="146838"/>
                  <a:pt x="90588" y="141952"/>
                  <a:pt x="97891" y="141952"/>
                </a:cubicBezTo>
                <a:close/>
                <a:moveTo>
                  <a:pt x="140192" y="119812"/>
                </a:moveTo>
                <a:cubicBezTo>
                  <a:pt x="152738" y="124116"/>
                  <a:pt x="171421" y="131599"/>
                  <a:pt x="188901" y="141797"/>
                </a:cubicBezTo>
                <a:cubicBezTo>
                  <a:pt x="197135" y="146605"/>
                  <a:pt x="197330" y="156570"/>
                  <a:pt x="192902" y="164247"/>
                </a:cubicBezTo>
                <a:cubicBezTo>
                  <a:pt x="188473" y="171925"/>
                  <a:pt x="179695" y="176733"/>
                  <a:pt x="171421" y="172002"/>
                </a:cubicBezTo>
                <a:cubicBezTo>
                  <a:pt x="153825" y="161998"/>
                  <a:pt x="137977" y="149552"/>
                  <a:pt x="127995" y="140866"/>
                </a:cubicBezTo>
                <a:cubicBezTo>
                  <a:pt x="124654" y="137958"/>
                  <a:pt x="122401" y="132026"/>
                  <a:pt x="126053" y="125705"/>
                </a:cubicBezTo>
                <a:cubicBezTo>
                  <a:pt x="129704" y="119424"/>
                  <a:pt x="135958" y="118377"/>
                  <a:pt x="140192" y="119812"/>
                </a:cubicBezTo>
                <a:close/>
                <a:moveTo>
                  <a:pt x="55590" y="119812"/>
                </a:moveTo>
                <a:cubicBezTo>
                  <a:pt x="59824" y="118378"/>
                  <a:pt x="66078" y="119386"/>
                  <a:pt x="69729" y="125706"/>
                </a:cubicBezTo>
                <a:cubicBezTo>
                  <a:pt x="73381" y="131988"/>
                  <a:pt x="71128" y="137959"/>
                  <a:pt x="67787" y="140867"/>
                </a:cubicBezTo>
                <a:cubicBezTo>
                  <a:pt x="57805" y="149591"/>
                  <a:pt x="41957" y="161999"/>
                  <a:pt x="24361" y="172003"/>
                </a:cubicBezTo>
                <a:cubicBezTo>
                  <a:pt x="16048" y="176733"/>
                  <a:pt x="7309" y="171925"/>
                  <a:pt x="2880" y="164248"/>
                </a:cubicBezTo>
                <a:cubicBezTo>
                  <a:pt x="-1548" y="156609"/>
                  <a:pt x="-1353" y="146605"/>
                  <a:pt x="6881" y="141797"/>
                </a:cubicBezTo>
                <a:cubicBezTo>
                  <a:pt x="24361" y="131600"/>
                  <a:pt x="43044" y="124116"/>
                  <a:pt x="55590" y="119812"/>
                </a:cubicBezTo>
                <a:close/>
                <a:moveTo>
                  <a:pt x="183618" y="46219"/>
                </a:moveTo>
                <a:cubicBezTo>
                  <a:pt x="187395" y="47789"/>
                  <a:pt x="190687" y="50911"/>
                  <a:pt x="192902" y="54749"/>
                </a:cubicBezTo>
                <a:cubicBezTo>
                  <a:pt x="197330" y="62426"/>
                  <a:pt x="197135" y="72391"/>
                  <a:pt x="188901" y="77161"/>
                </a:cubicBezTo>
                <a:cubicBezTo>
                  <a:pt x="171421" y="87358"/>
                  <a:pt x="152738" y="94842"/>
                  <a:pt x="140192" y="99146"/>
                </a:cubicBezTo>
                <a:cubicBezTo>
                  <a:pt x="135958" y="100580"/>
                  <a:pt x="129704" y="99572"/>
                  <a:pt x="126053" y="93252"/>
                </a:cubicBezTo>
                <a:cubicBezTo>
                  <a:pt x="122401" y="86971"/>
                  <a:pt x="124654" y="80999"/>
                  <a:pt x="127995" y="78091"/>
                </a:cubicBezTo>
                <a:cubicBezTo>
                  <a:pt x="137977" y="69406"/>
                  <a:pt x="153825" y="56998"/>
                  <a:pt x="171421" y="46994"/>
                </a:cubicBezTo>
                <a:cubicBezTo>
                  <a:pt x="175578" y="44629"/>
                  <a:pt x="179841" y="44648"/>
                  <a:pt x="183618" y="46219"/>
                </a:cubicBezTo>
                <a:close/>
                <a:moveTo>
                  <a:pt x="12179" y="46219"/>
                </a:moveTo>
                <a:cubicBezTo>
                  <a:pt x="15961" y="44648"/>
                  <a:pt x="20224" y="44629"/>
                  <a:pt x="24361" y="46994"/>
                </a:cubicBezTo>
                <a:cubicBezTo>
                  <a:pt x="41957" y="56998"/>
                  <a:pt x="57805" y="69406"/>
                  <a:pt x="67787" y="78130"/>
                </a:cubicBezTo>
                <a:cubicBezTo>
                  <a:pt x="71128" y="81038"/>
                  <a:pt x="73381" y="86971"/>
                  <a:pt x="69729" y="93291"/>
                </a:cubicBezTo>
                <a:cubicBezTo>
                  <a:pt x="66078" y="99572"/>
                  <a:pt x="59824" y="100619"/>
                  <a:pt x="55590" y="99185"/>
                </a:cubicBezTo>
                <a:cubicBezTo>
                  <a:pt x="43044" y="94881"/>
                  <a:pt x="24361" y="87397"/>
                  <a:pt x="6881" y="77200"/>
                </a:cubicBezTo>
                <a:cubicBezTo>
                  <a:pt x="-1353" y="72391"/>
                  <a:pt x="-1548" y="62426"/>
                  <a:pt x="2880" y="54749"/>
                </a:cubicBezTo>
                <a:cubicBezTo>
                  <a:pt x="5095" y="50911"/>
                  <a:pt x="8396" y="47789"/>
                  <a:pt x="12179" y="46219"/>
                </a:cubicBezTo>
                <a:close/>
                <a:moveTo>
                  <a:pt x="97891" y="0"/>
                </a:moveTo>
                <a:cubicBezTo>
                  <a:pt x="106747" y="0"/>
                  <a:pt x="115331" y="5157"/>
                  <a:pt x="115370" y="14695"/>
                </a:cubicBezTo>
                <a:cubicBezTo>
                  <a:pt x="115487" y="34897"/>
                  <a:pt x="112651" y="54788"/>
                  <a:pt x="110088" y="67778"/>
                </a:cubicBezTo>
                <a:cubicBezTo>
                  <a:pt x="109233" y="72159"/>
                  <a:pt x="105193" y="77045"/>
                  <a:pt x="97891" y="77045"/>
                </a:cubicBezTo>
                <a:cubicBezTo>
                  <a:pt x="90588" y="77045"/>
                  <a:pt x="86549" y="72159"/>
                  <a:pt x="85694" y="67778"/>
                </a:cubicBezTo>
                <a:cubicBezTo>
                  <a:pt x="83130" y="54788"/>
                  <a:pt x="80295" y="34897"/>
                  <a:pt x="80411" y="14695"/>
                </a:cubicBezTo>
                <a:cubicBezTo>
                  <a:pt x="80489" y="5157"/>
                  <a:pt x="89035" y="0"/>
                  <a:pt x="97891" y="0"/>
                </a:cubicBezTo>
                <a:close/>
              </a:path>
            </a:pathLst>
          </a:custGeom>
          <a:solidFill>
            <a:schemeClr val="accent5"/>
          </a:solidFill>
          <a:ln w="378" cap="flat">
            <a:noFill/>
            <a:prstDash val="solid"/>
            <a:miter/>
          </a:ln>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endParaRPr lang="en-US" sz="7200"/>
          </a:p>
        </p:txBody>
      </p:sp>
    </p:spTree>
    <p:extLst>
      <p:ext uri="{BB962C8B-B14F-4D97-AF65-F5344CB8AC3E}">
        <p14:creationId xmlns:p14="http://schemas.microsoft.com/office/powerpoint/2010/main" val="1047046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Agenda">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537959" y="2066544"/>
            <a:ext cx="17292711" cy="10355263"/>
          </a:xfrm>
        </p:spPr>
        <p:txBody>
          <a:bodyPr/>
          <a:lstStyle>
            <a:lvl1pPr marL="0" indent="0">
              <a:lnSpc>
                <a:spcPts val="7600"/>
              </a:lnSpc>
              <a:spcBef>
                <a:spcPts val="0"/>
              </a:spcBef>
              <a:spcAft>
                <a:spcPts val="0"/>
              </a:spcAft>
              <a:tabLst>
                <a:tab pos="12509500" algn="r"/>
              </a:tabLst>
              <a:defRPr lang="en-US" sz="6000" b="0" i="0" kern="1200" dirty="0">
                <a:solidFill>
                  <a:schemeClr val="accent1"/>
                </a:solidFill>
                <a:latin typeface="Everyday Sans Light" pitchFamily="2" charset="77"/>
                <a:ea typeface="+mn-ea"/>
                <a:cs typeface="+mn-cs"/>
              </a:defRPr>
            </a:lvl1pPr>
            <a:lvl2pPr>
              <a:defRPr sz="5599"/>
            </a:lvl2pPr>
            <a:lvl3pPr>
              <a:defRPr sz="4799"/>
            </a:lvl3pPr>
            <a:lvl4pPr>
              <a:defRPr sz="3999"/>
            </a:lvl4pPr>
            <a:lvl5pPr>
              <a:defRPr sz="3999"/>
            </a:lvl5pPr>
            <a:lvl6pPr>
              <a:defRPr sz="3999"/>
            </a:lvl6pPr>
            <a:lvl7pPr>
              <a:defRPr sz="3999"/>
            </a:lvl7pPr>
            <a:lvl8pPr>
              <a:defRPr sz="3999"/>
            </a:lvl8pPr>
            <a:lvl9pPr>
              <a:defRPr sz="3999"/>
            </a:lvl9pPr>
          </a:lstStyle>
          <a:p>
            <a:pPr lvl="0"/>
            <a:r>
              <a:rPr lang="en-US"/>
              <a:t>Click to edit styles	01</a:t>
            </a:r>
          </a:p>
        </p:txBody>
      </p:sp>
      <p:sp>
        <p:nvSpPr>
          <p:cNvPr id="6" name="Footer Placeholder 5"/>
          <p:cNvSpPr>
            <a:spLocks noGrp="1"/>
          </p:cNvSpPr>
          <p:nvPr>
            <p:ph type="ftr" sz="quarter" idx="11"/>
          </p:nvPr>
        </p:nvSpPr>
        <p:spPr/>
        <p:txBody>
          <a:bodyPr/>
          <a:lstStyle/>
          <a:p>
            <a:r>
              <a:rPr lang="en-US">
                <a:solidFill>
                  <a:srgbClr val="001E60"/>
                </a:solidFill>
              </a:rPr>
              <a:t>Add Team Name Here</a:t>
            </a:r>
          </a:p>
        </p:txBody>
      </p:sp>
      <p:sp>
        <p:nvSpPr>
          <p:cNvPr id="7" name="Slide Number Placeholder 6"/>
          <p:cNvSpPr>
            <a:spLocks noGrp="1"/>
          </p:cNvSpPr>
          <p:nvPr>
            <p:ph type="sldNum" sz="quarter" idx="12"/>
          </p:nvPr>
        </p:nvSpPr>
        <p:spPr/>
        <p:txBody>
          <a:bodyPr anchor="ctr" anchorCtr="0"/>
          <a:lstStyle/>
          <a:p>
            <a:fld id="{E7E83E8E-4C8F-494C-96FC-84A57D31552C}" type="slidenum">
              <a:rPr lang="en-US" smtClean="0"/>
              <a:t>‹#›</a:t>
            </a:fld>
            <a:endParaRPr lang="en-US"/>
          </a:p>
        </p:txBody>
      </p:sp>
      <p:sp>
        <p:nvSpPr>
          <p:cNvPr id="5" name="Title Placeholder 1">
            <a:extLst>
              <a:ext uri="{FF2B5EF4-FFF2-40B4-BE49-F238E27FC236}">
                <a16:creationId xmlns:a16="http://schemas.microsoft.com/office/drawing/2014/main" id="{BAEB9A18-6427-695F-6AC0-B17A38466760}"/>
              </a:ext>
            </a:extLst>
          </p:cNvPr>
          <p:cNvSpPr>
            <a:spLocks noGrp="1"/>
          </p:cNvSpPr>
          <p:nvPr>
            <p:ph type="title" hasCustomPrompt="1"/>
          </p:nvPr>
        </p:nvSpPr>
        <p:spPr>
          <a:xfrm>
            <a:off x="682626" y="2121408"/>
            <a:ext cx="5497512" cy="1720677"/>
          </a:xfrm>
          <a:prstGeom prst="rect">
            <a:avLst/>
          </a:prstGeom>
        </p:spPr>
        <p:txBody>
          <a:bodyPr vert="horz" lIns="0" tIns="0" rIns="0" bIns="0" rtlCol="0" anchor="t" anchorCtr="0">
            <a:noAutofit/>
          </a:bodyPr>
          <a:lstStyle/>
          <a:p>
            <a:r>
              <a:rPr lang="en-US"/>
              <a:t>Agenda</a:t>
            </a:r>
          </a:p>
        </p:txBody>
      </p:sp>
      <p:sp>
        <p:nvSpPr>
          <p:cNvPr id="8" name="Freeform 7">
            <a:extLst>
              <a:ext uri="{FF2B5EF4-FFF2-40B4-BE49-F238E27FC236}">
                <a16:creationId xmlns:a16="http://schemas.microsoft.com/office/drawing/2014/main" id="{818D820D-C90B-9F4F-194C-4AC23952B8D2}"/>
              </a:ext>
            </a:extLst>
          </p:cNvPr>
          <p:cNvSpPr/>
          <p:nvPr userDrawn="1"/>
        </p:nvSpPr>
        <p:spPr>
          <a:xfrm>
            <a:off x="23336162" y="590412"/>
            <a:ext cx="380546" cy="425614"/>
          </a:xfrm>
          <a:custGeom>
            <a:avLst/>
            <a:gdLst>
              <a:gd name="connsiteX0" fmla="*/ 97891 w 195782"/>
              <a:gd name="connsiteY0" fmla="*/ 141952 h 218997"/>
              <a:gd name="connsiteX1" fmla="*/ 110088 w 195782"/>
              <a:gd name="connsiteY1" fmla="*/ 151219 h 218997"/>
              <a:gd name="connsiteX2" fmla="*/ 115370 w 195782"/>
              <a:gd name="connsiteY2" fmla="*/ 204301 h 218997"/>
              <a:gd name="connsiteX3" fmla="*/ 97891 w 195782"/>
              <a:gd name="connsiteY3" fmla="*/ 218997 h 218997"/>
              <a:gd name="connsiteX4" fmla="*/ 80411 w 195782"/>
              <a:gd name="connsiteY4" fmla="*/ 204301 h 218997"/>
              <a:gd name="connsiteX5" fmla="*/ 85694 w 195782"/>
              <a:gd name="connsiteY5" fmla="*/ 151219 h 218997"/>
              <a:gd name="connsiteX6" fmla="*/ 97891 w 195782"/>
              <a:gd name="connsiteY6" fmla="*/ 141952 h 218997"/>
              <a:gd name="connsiteX7" fmla="*/ 140192 w 195782"/>
              <a:gd name="connsiteY7" fmla="*/ 119812 h 218997"/>
              <a:gd name="connsiteX8" fmla="*/ 188901 w 195782"/>
              <a:gd name="connsiteY8" fmla="*/ 141797 h 218997"/>
              <a:gd name="connsiteX9" fmla="*/ 192902 w 195782"/>
              <a:gd name="connsiteY9" fmla="*/ 164247 h 218997"/>
              <a:gd name="connsiteX10" fmla="*/ 171421 w 195782"/>
              <a:gd name="connsiteY10" fmla="*/ 172002 h 218997"/>
              <a:gd name="connsiteX11" fmla="*/ 127995 w 195782"/>
              <a:gd name="connsiteY11" fmla="*/ 140866 h 218997"/>
              <a:gd name="connsiteX12" fmla="*/ 126053 w 195782"/>
              <a:gd name="connsiteY12" fmla="*/ 125705 h 218997"/>
              <a:gd name="connsiteX13" fmla="*/ 140192 w 195782"/>
              <a:gd name="connsiteY13" fmla="*/ 119812 h 218997"/>
              <a:gd name="connsiteX14" fmla="*/ 55590 w 195782"/>
              <a:gd name="connsiteY14" fmla="*/ 119812 h 218997"/>
              <a:gd name="connsiteX15" fmla="*/ 69729 w 195782"/>
              <a:gd name="connsiteY15" fmla="*/ 125706 h 218997"/>
              <a:gd name="connsiteX16" fmla="*/ 67787 w 195782"/>
              <a:gd name="connsiteY16" fmla="*/ 140867 h 218997"/>
              <a:gd name="connsiteX17" fmla="*/ 24361 w 195782"/>
              <a:gd name="connsiteY17" fmla="*/ 172003 h 218997"/>
              <a:gd name="connsiteX18" fmla="*/ 2880 w 195782"/>
              <a:gd name="connsiteY18" fmla="*/ 164248 h 218997"/>
              <a:gd name="connsiteX19" fmla="*/ 6881 w 195782"/>
              <a:gd name="connsiteY19" fmla="*/ 141797 h 218997"/>
              <a:gd name="connsiteX20" fmla="*/ 55590 w 195782"/>
              <a:gd name="connsiteY20" fmla="*/ 119812 h 218997"/>
              <a:gd name="connsiteX21" fmla="*/ 183618 w 195782"/>
              <a:gd name="connsiteY21" fmla="*/ 46219 h 218997"/>
              <a:gd name="connsiteX22" fmla="*/ 192902 w 195782"/>
              <a:gd name="connsiteY22" fmla="*/ 54749 h 218997"/>
              <a:gd name="connsiteX23" fmla="*/ 188901 w 195782"/>
              <a:gd name="connsiteY23" fmla="*/ 77161 h 218997"/>
              <a:gd name="connsiteX24" fmla="*/ 140192 w 195782"/>
              <a:gd name="connsiteY24" fmla="*/ 99146 h 218997"/>
              <a:gd name="connsiteX25" fmla="*/ 126053 w 195782"/>
              <a:gd name="connsiteY25" fmla="*/ 93252 h 218997"/>
              <a:gd name="connsiteX26" fmla="*/ 127995 w 195782"/>
              <a:gd name="connsiteY26" fmla="*/ 78091 h 218997"/>
              <a:gd name="connsiteX27" fmla="*/ 171421 w 195782"/>
              <a:gd name="connsiteY27" fmla="*/ 46994 h 218997"/>
              <a:gd name="connsiteX28" fmla="*/ 183618 w 195782"/>
              <a:gd name="connsiteY28" fmla="*/ 46219 h 218997"/>
              <a:gd name="connsiteX29" fmla="*/ 12179 w 195782"/>
              <a:gd name="connsiteY29" fmla="*/ 46219 h 218997"/>
              <a:gd name="connsiteX30" fmla="*/ 24361 w 195782"/>
              <a:gd name="connsiteY30" fmla="*/ 46994 h 218997"/>
              <a:gd name="connsiteX31" fmla="*/ 67787 w 195782"/>
              <a:gd name="connsiteY31" fmla="*/ 78130 h 218997"/>
              <a:gd name="connsiteX32" fmla="*/ 69729 w 195782"/>
              <a:gd name="connsiteY32" fmla="*/ 93291 h 218997"/>
              <a:gd name="connsiteX33" fmla="*/ 55590 w 195782"/>
              <a:gd name="connsiteY33" fmla="*/ 99185 h 218997"/>
              <a:gd name="connsiteX34" fmla="*/ 6881 w 195782"/>
              <a:gd name="connsiteY34" fmla="*/ 77200 h 218997"/>
              <a:gd name="connsiteX35" fmla="*/ 2880 w 195782"/>
              <a:gd name="connsiteY35" fmla="*/ 54749 h 218997"/>
              <a:gd name="connsiteX36" fmla="*/ 12179 w 195782"/>
              <a:gd name="connsiteY36" fmla="*/ 46219 h 218997"/>
              <a:gd name="connsiteX37" fmla="*/ 97891 w 195782"/>
              <a:gd name="connsiteY37" fmla="*/ 0 h 218997"/>
              <a:gd name="connsiteX38" fmla="*/ 115370 w 195782"/>
              <a:gd name="connsiteY38" fmla="*/ 14695 h 218997"/>
              <a:gd name="connsiteX39" fmla="*/ 110088 w 195782"/>
              <a:gd name="connsiteY39" fmla="*/ 67778 h 218997"/>
              <a:gd name="connsiteX40" fmla="*/ 97891 w 195782"/>
              <a:gd name="connsiteY40" fmla="*/ 77045 h 218997"/>
              <a:gd name="connsiteX41" fmla="*/ 85694 w 195782"/>
              <a:gd name="connsiteY41" fmla="*/ 67778 h 218997"/>
              <a:gd name="connsiteX42" fmla="*/ 80411 w 195782"/>
              <a:gd name="connsiteY42" fmla="*/ 14695 h 218997"/>
              <a:gd name="connsiteX43" fmla="*/ 97891 w 195782"/>
              <a:gd name="connsiteY43" fmla="*/ 0 h 218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5782" h="218997">
                <a:moveTo>
                  <a:pt x="97891" y="141952"/>
                </a:moveTo>
                <a:cubicBezTo>
                  <a:pt x="105193" y="141952"/>
                  <a:pt x="109233" y="146838"/>
                  <a:pt x="110088" y="151219"/>
                </a:cubicBezTo>
                <a:cubicBezTo>
                  <a:pt x="112651" y="164208"/>
                  <a:pt x="115487" y="184100"/>
                  <a:pt x="115370" y="204301"/>
                </a:cubicBezTo>
                <a:cubicBezTo>
                  <a:pt x="115331" y="213840"/>
                  <a:pt x="106747" y="218997"/>
                  <a:pt x="97891" y="218997"/>
                </a:cubicBezTo>
                <a:cubicBezTo>
                  <a:pt x="89035" y="218997"/>
                  <a:pt x="80489" y="213840"/>
                  <a:pt x="80411" y="204301"/>
                </a:cubicBezTo>
                <a:cubicBezTo>
                  <a:pt x="80295" y="184100"/>
                  <a:pt x="83130" y="164208"/>
                  <a:pt x="85694" y="151219"/>
                </a:cubicBezTo>
                <a:cubicBezTo>
                  <a:pt x="86549" y="146838"/>
                  <a:pt x="90588" y="141952"/>
                  <a:pt x="97891" y="141952"/>
                </a:cubicBezTo>
                <a:close/>
                <a:moveTo>
                  <a:pt x="140192" y="119812"/>
                </a:moveTo>
                <a:cubicBezTo>
                  <a:pt x="152738" y="124116"/>
                  <a:pt x="171421" y="131599"/>
                  <a:pt x="188901" y="141797"/>
                </a:cubicBezTo>
                <a:cubicBezTo>
                  <a:pt x="197135" y="146605"/>
                  <a:pt x="197330" y="156570"/>
                  <a:pt x="192902" y="164247"/>
                </a:cubicBezTo>
                <a:cubicBezTo>
                  <a:pt x="188473" y="171925"/>
                  <a:pt x="179695" y="176733"/>
                  <a:pt x="171421" y="172002"/>
                </a:cubicBezTo>
                <a:cubicBezTo>
                  <a:pt x="153825" y="161998"/>
                  <a:pt x="137977" y="149552"/>
                  <a:pt x="127995" y="140866"/>
                </a:cubicBezTo>
                <a:cubicBezTo>
                  <a:pt x="124654" y="137958"/>
                  <a:pt x="122401" y="132026"/>
                  <a:pt x="126053" y="125705"/>
                </a:cubicBezTo>
                <a:cubicBezTo>
                  <a:pt x="129704" y="119424"/>
                  <a:pt x="135958" y="118377"/>
                  <a:pt x="140192" y="119812"/>
                </a:cubicBezTo>
                <a:close/>
                <a:moveTo>
                  <a:pt x="55590" y="119812"/>
                </a:moveTo>
                <a:cubicBezTo>
                  <a:pt x="59824" y="118378"/>
                  <a:pt x="66078" y="119386"/>
                  <a:pt x="69729" y="125706"/>
                </a:cubicBezTo>
                <a:cubicBezTo>
                  <a:pt x="73381" y="131988"/>
                  <a:pt x="71128" y="137959"/>
                  <a:pt x="67787" y="140867"/>
                </a:cubicBezTo>
                <a:cubicBezTo>
                  <a:pt x="57805" y="149591"/>
                  <a:pt x="41957" y="161999"/>
                  <a:pt x="24361" y="172003"/>
                </a:cubicBezTo>
                <a:cubicBezTo>
                  <a:pt x="16048" y="176733"/>
                  <a:pt x="7309" y="171925"/>
                  <a:pt x="2880" y="164248"/>
                </a:cubicBezTo>
                <a:cubicBezTo>
                  <a:pt x="-1548" y="156609"/>
                  <a:pt x="-1353" y="146605"/>
                  <a:pt x="6881" y="141797"/>
                </a:cubicBezTo>
                <a:cubicBezTo>
                  <a:pt x="24361" y="131600"/>
                  <a:pt x="43044" y="124116"/>
                  <a:pt x="55590" y="119812"/>
                </a:cubicBezTo>
                <a:close/>
                <a:moveTo>
                  <a:pt x="183618" y="46219"/>
                </a:moveTo>
                <a:cubicBezTo>
                  <a:pt x="187395" y="47789"/>
                  <a:pt x="190687" y="50911"/>
                  <a:pt x="192902" y="54749"/>
                </a:cubicBezTo>
                <a:cubicBezTo>
                  <a:pt x="197330" y="62426"/>
                  <a:pt x="197135" y="72391"/>
                  <a:pt x="188901" y="77161"/>
                </a:cubicBezTo>
                <a:cubicBezTo>
                  <a:pt x="171421" y="87358"/>
                  <a:pt x="152738" y="94842"/>
                  <a:pt x="140192" y="99146"/>
                </a:cubicBezTo>
                <a:cubicBezTo>
                  <a:pt x="135958" y="100580"/>
                  <a:pt x="129704" y="99572"/>
                  <a:pt x="126053" y="93252"/>
                </a:cubicBezTo>
                <a:cubicBezTo>
                  <a:pt x="122401" y="86971"/>
                  <a:pt x="124654" y="80999"/>
                  <a:pt x="127995" y="78091"/>
                </a:cubicBezTo>
                <a:cubicBezTo>
                  <a:pt x="137977" y="69406"/>
                  <a:pt x="153825" y="56998"/>
                  <a:pt x="171421" y="46994"/>
                </a:cubicBezTo>
                <a:cubicBezTo>
                  <a:pt x="175578" y="44629"/>
                  <a:pt x="179841" y="44648"/>
                  <a:pt x="183618" y="46219"/>
                </a:cubicBezTo>
                <a:close/>
                <a:moveTo>
                  <a:pt x="12179" y="46219"/>
                </a:moveTo>
                <a:cubicBezTo>
                  <a:pt x="15961" y="44648"/>
                  <a:pt x="20224" y="44629"/>
                  <a:pt x="24361" y="46994"/>
                </a:cubicBezTo>
                <a:cubicBezTo>
                  <a:pt x="41957" y="56998"/>
                  <a:pt x="57805" y="69406"/>
                  <a:pt x="67787" y="78130"/>
                </a:cubicBezTo>
                <a:cubicBezTo>
                  <a:pt x="71128" y="81038"/>
                  <a:pt x="73381" y="86971"/>
                  <a:pt x="69729" y="93291"/>
                </a:cubicBezTo>
                <a:cubicBezTo>
                  <a:pt x="66078" y="99572"/>
                  <a:pt x="59824" y="100619"/>
                  <a:pt x="55590" y="99185"/>
                </a:cubicBezTo>
                <a:cubicBezTo>
                  <a:pt x="43044" y="94881"/>
                  <a:pt x="24361" y="87397"/>
                  <a:pt x="6881" y="77200"/>
                </a:cubicBezTo>
                <a:cubicBezTo>
                  <a:pt x="-1353" y="72391"/>
                  <a:pt x="-1548" y="62426"/>
                  <a:pt x="2880" y="54749"/>
                </a:cubicBezTo>
                <a:cubicBezTo>
                  <a:pt x="5095" y="50911"/>
                  <a:pt x="8396" y="47789"/>
                  <a:pt x="12179" y="46219"/>
                </a:cubicBezTo>
                <a:close/>
                <a:moveTo>
                  <a:pt x="97891" y="0"/>
                </a:moveTo>
                <a:cubicBezTo>
                  <a:pt x="106747" y="0"/>
                  <a:pt x="115331" y="5157"/>
                  <a:pt x="115370" y="14695"/>
                </a:cubicBezTo>
                <a:cubicBezTo>
                  <a:pt x="115487" y="34897"/>
                  <a:pt x="112651" y="54788"/>
                  <a:pt x="110088" y="67778"/>
                </a:cubicBezTo>
                <a:cubicBezTo>
                  <a:pt x="109233" y="72159"/>
                  <a:pt x="105193" y="77045"/>
                  <a:pt x="97891" y="77045"/>
                </a:cubicBezTo>
                <a:cubicBezTo>
                  <a:pt x="90588" y="77045"/>
                  <a:pt x="86549" y="72159"/>
                  <a:pt x="85694" y="67778"/>
                </a:cubicBezTo>
                <a:cubicBezTo>
                  <a:pt x="83130" y="54788"/>
                  <a:pt x="80295" y="34897"/>
                  <a:pt x="80411" y="14695"/>
                </a:cubicBezTo>
                <a:cubicBezTo>
                  <a:pt x="80489" y="5157"/>
                  <a:pt x="89035" y="0"/>
                  <a:pt x="97891" y="0"/>
                </a:cubicBezTo>
                <a:close/>
              </a:path>
            </a:pathLst>
          </a:custGeom>
          <a:solidFill>
            <a:schemeClr val="accent5"/>
          </a:solidFill>
          <a:ln w="378" cap="flat">
            <a:noFill/>
            <a:prstDash val="solid"/>
            <a:miter/>
          </a:ln>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endParaRPr lang="en-US" sz="7200"/>
          </a:p>
        </p:txBody>
      </p:sp>
      <p:sp>
        <p:nvSpPr>
          <p:cNvPr id="12" name="TextBox 11">
            <a:extLst>
              <a:ext uri="{FF2B5EF4-FFF2-40B4-BE49-F238E27FC236}">
                <a16:creationId xmlns:a16="http://schemas.microsoft.com/office/drawing/2014/main" id="{A987FC91-3A19-82E3-57EE-583D6466CA5C}"/>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Tree>
    <p:extLst>
      <p:ext uri="{BB962C8B-B14F-4D97-AF65-F5344CB8AC3E}">
        <p14:creationId xmlns:p14="http://schemas.microsoft.com/office/powerpoint/2010/main" val="12297565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Agenda">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Add Team Name Here</a:t>
            </a:r>
          </a:p>
        </p:txBody>
      </p:sp>
      <p:sp>
        <p:nvSpPr>
          <p:cNvPr id="7" name="Slide Number Placeholder 6"/>
          <p:cNvSpPr>
            <a:spLocks noGrp="1"/>
          </p:cNvSpPr>
          <p:nvPr>
            <p:ph type="sldNum" sz="quarter" idx="12"/>
          </p:nvPr>
        </p:nvSpPr>
        <p:spPr/>
        <p:txBody>
          <a:bodyPr anchor="ctr" anchorCtr="0"/>
          <a:lstStyle/>
          <a:p>
            <a:fld id="{E7E83E8E-4C8F-494C-96FC-84A57D31552C}" type="slidenum">
              <a:rPr lang="en-US" smtClean="0"/>
              <a:t>‹#›</a:t>
            </a:fld>
            <a:endParaRPr lang="en-US"/>
          </a:p>
        </p:txBody>
      </p:sp>
      <p:sp>
        <p:nvSpPr>
          <p:cNvPr id="11" name="Content Placeholder 2">
            <a:extLst>
              <a:ext uri="{FF2B5EF4-FFF2-40B4-BE49-F238E27FC236}">
                <a16:creationId xmlns:a16="http://schemas.microsoft.com/office/drawing/2014/main" id="{F2A6F0C1-C469-AC7F-F50A-3617CEF535D1}"/>
              </a:ext>
            </a:extLst>
          </p:cNvPr>
          <p:cNvSpPr>
            <a:spLocks noGrp="1"/>
          </p:cNvSpPr>
          <p:nvPr>
            <p:ph idx="1" hasCustomPrompt="1"/>
          </p:nvPr>
        </p:nvSpPr>
        <p:spPr>
          <a:xfrm>
            <a:off x="6492240" y="2176271"/>
            <a:ext cx="15220775" cy="8833104"/>
          </a:xfrm>
        </p:spPr>
        <p:txBody>
          <a:bodyPr numCol="2" spcCol="365760"/>
          <a:lstStyle>
            <a:lvl1pPr marL="742950" indent="-742950">
              <a:lnSpc>
                <a:spcPts val="4600"/>
              </a:lnSpc>
              <a:spcBef>
                <a:spcPts val="0"/>
              </a:spcBef>
              <a:spcAft>
                <a:spcPts val="3100"/>
              </a:spcAft>
              <a:buFont typeface="+mj-lt"/>
              <a:buAutoNum type="arabicPeriod"/>
              <a:defRPr sz="3600"/>
            </a:lvl1pPr>
            <a:lvl2pPr>
              <a:defRPr sz="4000"/>
            </a:lvl2pPr>
            <a:lvl3pPr>
              <a:defRPr sz="4000"/>
            </a:lvl3pPr>
            <a:lvl4pPr>
              <a:defRPr sz="4000"/>
            </a:lvl4pPr>
            <a:lvl5pPr>
              <a:defRPr sz="4000"/>
            </a:lvl5pPr>
            <a:lvl6pPr>
              <a:defRPr sz="4000"/>
            </a:lvl6pPr>
            <a:lvl7pPr>
              <a:defRPr sz="4000"/>
            </a:lvl7pPr>
            <a:lvl8pPr>
              <a:defRPr sz="4000"/>
            </a:lvl8pPr>
            <a:lvl9pPr>
              <a:defRPr sz="4000"/>
            </a:lvl9pPr>
          </a:lstStyle>
          <a:p>
            <a:pPr lvl="0"/>
            <a:r>
              <a:rPr lang="en-US"/>
              <a:t>Click to edit text styles</a:t>
            </a:r>
          </a:p>
        </p:txBody>
      </p:sp>
      <p:sp>
        <p:nvSpPr>
          <p:cNvPr id="3" name="Freeform 2">
            <a:extLst>
              <a:ext uri="{FF2B5EF4-FFF2-40B4-BE49-F238E27FC236}">
                <a16:creationId xmlns:a16="http://schemas.microsoft.com/office/drawing/2014/main" id="{0894AE67-4CA4-15A1-2B54-97BF8D9BDDC3}"/>
              </a:ext>
            </a:extLst>
          </p:cNvPr>
          <p:cNvSpPr/>
          <p:nvPr userDrawn="1"/>
        </p:nvSpPr>
        <p:spPr>
          <a:xfrm>
            <a:off x="23336162" y="590412"/>
            <a:ext cx="380546" cy="425614"/>
          </a:xfrm>
          <a:custGeom>
            <a:avLst/>
            <a:gdLst>
              <a:gd name="connsiteX0" fmla="*/ 97891 w 195782"/>
              <a:gd name="connsiteY0" fmla="*/ 141952 h 218997"/>
              <a:gd name="connsiteX1" fmla="*/ 110088 w 195782"/>
              <a:gd name="connsiteY1" fmla="*/ 151219 h 218997"/>
              <a:gd name="connsiteX2" fmla="*/ 115370 w 195782"/>
              <a:gd name="connsiteY2" fmla="*/ 204301 h 218997"/>
              <a:gd name="connsiteX3" fmla="*/ 97891 w 195782"/>
              <a:gd name="connsiteY3" fmla="*/ 218997 h 218997"/>
              <a:gd name="connsiteX4" fmla="*/ 80411 w 195782"/>
              <a:gd name="connsiteY4" fmla="*/ 204301 h 218997"/>
              <a:gd name="connsiteX5" fmla="*/ 85694 w 195782"/>
              <a:gd name="connsiteY5" fmla="*/ 151219 h 218997"/>
              <a:gd name="connsiteX6" fmla="*/ 97891 w 195782"/>
              <a:gd name="connsiteY6" fmla="*/ 141952 h 218997"/>
              <a:gd name="connsiteX7" fmla="*/ 140192 w 195782"/>
              <a:gd name="connsiteY7" fmla="*/ 119812 h 218997"/>
              <a:gd name="connsiteX8" fmla="*/ 188901 w 195782"/>
              <a:gd name="connsiteY8" fmla="*/ 141797 h 218997"/>
              <a:gd name="connsiteX9" fmla="*/ 192902 w 195782"/>
              <a:gd name="connsiteY9" fmla="*/ 164247 h 218997"/>
              <a:gd name="connsiteX10" fmla="*/ 171421 w 195782"/>
              <a:gd name="connsiteY10" fmla="*/ 172002 h 218997"/>
              <a:gd name="connsiteX11" fmla="*/ 127995 w 195782"/>
              <a:gd name="connsiteY11" fmla="*/ 140866 h 218997"/>
              <a:gd name="connsiteX12" fmla="*/ 126053 w 195782"/>
              <a:gd name="connsiteY12" fmla="*/ 125705 h 218997"/>
              <a:gd name="connsiteX13" fmla="*/ 140192 w 195782"/>
              <a:gd name="connsiteY13" fmla="*/ 119812 h 218997"/>
              <a:gd name="connsiteX14" fmla="*/ 55590 w 195782"/>
              <a:gd name="connsiteY14" fmla="*/ 119812 h 218997"/>
              <a:gd name="connsiteX15" fmla="*/ 69729 w 195782"/>
              <a:gd name="connsiteY15" fmla="*/ 125706 h 218997"/>
              <a:gd name="connsiteX16" fmla="*/ 67787 w 195782"/>
              <a:gd name="connsiteY16" fmla="*/ 140867 h 218997"/>
              <a:gd name="connsiteX17" fmla="*/ 24361 w 195782"/>
              <a:gd name="connsiteY17" fmla="*/ 172003 h 218997"/>
              <a:gd name="connsiteX18" fmla="*/ 2880 w 195782"/>
              <a:gd name="connsiteY18" fmla="*/ 164248 h 218997"/>
              <a:gd name="connsiteX19" fmla="*/ 6881 w 195782"/>
              <a:gd name="connsiteY19" fmla="*/ 141797 h 218997"/>
              <a:gd name="connsiteX20" fmla="*/ 55590 w 195782"/>
              <a:gd name="connsiteY20" fmla="*/ 119812 h 218997"/>
              <a:gd name="connsiteX21" fmla="*/ 183618 w 195782"/>
              <a:gd name="connsiteY21" fmla="*/ 46219 h 218997"/>
              <a:gd name="connsiteX22" fmla="*/ 192902 w 195782"/>
              <a:gd name="connsiteY22" fmla="*/ 54749 h 218997"/>
              <a:gd name="connsiteX23" fmla="*/ 188901 w 195782"/>
              <a:gd name="connsiteY23" fmla="*/ 77161 h 218997"/>
              <a:gd name="connsiteX24" fmla="*/ 140192 w 195782"/>
              <a:gd name="connsiteY24" fmla="*/ 99146 h 218997"/>
              <a:gd name="connsiteX25" fmla="*/ 126053 w 195782"/>
              <a:gd name="connsiteY25" fmla="*/ 93252 h 218997"/>
              <a:gd name="connsiteX26" fmla="*/ 127995 w 195782"/>
              <a:gd name="connsiteY26" fmla="*/ 78091 h 218997"/>
              <a:gd name="connsiteX27" fmla="*/ 171421 w 195782"/>
              <a:gd name="connsiteY27" fmla="*/ 46994 h 218997"/>
              <a:gd name="connsiteX28" fmla="*/ 183618 w 195782"/>
              <a:gd name="connsiteY28" fmla="*/ 46219 h 218997"/>
              <a:gd name="connsiteX29" fmla="*/ 12179 w 195782"/>
              <a:gd name="connsiteY29" fmla="*/ 46219 h 218997"/>
              <a:gd name="connsiteX30" fmla="*/ 24361 w 195782"/>
              <a:gd name="connsiteY30" fmla="*/ 46994 h 218997"/>
              <a:gd name="connsiteX31" fmla="*/ 67787 w 195782"/>
              <a:gd name="connsiteY31" fmla="*/ 78130 h 218997"/>
              <a:gd name="connsiteX32" fmla="*/ 69729 w 195782"/>
              <a:gd name="connsiteY32" fmla="*/ 93291 h 218997"/>
              <a:gd name="connsiteX33" fmla="*/ 55590 w 195782"/>
              <a:gd name="connsiteY33" fmla="*/ 99185 h 218997"/>
              <a:gd name="connsiteX34" fmla="*/ 6881 w 195782"/>
              <a:gd name="connsiteY34" fmla="*/ 77200 h 218997"/>
              <a:gd name="connsiteX35" fmla="*/ 2880 w 195782"/>
              <a:gd name="connsiteY35" fmla="*/ 54749 h 218997"/>
              <a:gd name="connsiteX36" fmla="*/ 12179 w 195782"/>
              <a:gd name="connsiteY36" fmla="*/ 46219 h 218997"/>
              <a:gd name="connsiteX37" fmla="*/ 97891 w 195782"/>
              <a:gd name="connsiteY37" fmla="*/ 0 h 218997"/>
              <a:gd name="connsiteX38" fmla="*/ 115370 w 195782"/>
              <a:gd name="connsiteY38" fmla="*/ 14695 h 218997"/>
              <a:gd name="connsiteX39" fmla="*/ 110088 w 195782"/>
              <a:gd name="connsiteY39" fmla="*/ 67778 h 218997"/>
              <a:gd name="connsiteX40" fmla="*/ 97891 w 195782"/>
              <a:gd name="connsiteY40" fmla="*/ 77045 h 218997"/>
              <a:gd name="connsiteX41" fmla="*/ 85694 w 195782"/>
              <a:gd name="connsiteY41" fmla="*/ 67778 h 218997"/>
              <a:gd name="connsiteX42" fmla="*/ 80411 w 195782"/>
              <a:gd name="connsiteY42" fmla="*/ 14695 h 218997"/>
              <a:gd name="connsiteX43" fmla="*/ 97891 w 195782"/>
              <a:gd name="connsiteY43" fmla="*/ 0 h 218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5782" h="218997">
                <a:moveTo>
                  <a:pt x="97891" y="141952"/>
                </a:moveTo>
                <a:cubicBezTo>
                  <a:pt x="105193" y="141952"/>
                  <a:pt x="109233" y="146838"/>
                  <a:pt x="110088" y="151219"/>
                </a:cubicBezTo>
                <a:cubicBezTo>
                  <a:pt x="112651" y="164208"/>
                  <a:pt x="115487" y="184100"/>
                  <a:pt x="115370" y="204301"/>
                </a:cubicBezTo>
                <a:cubicBezTo>
                  <a:pt x="115331" y="213840"/>
                  <a:pt x="106747" y="218997"/>
                  <a:pt x="97891" y="218997"/>
                </a:cubicBezTo>
                <a:cubicBezTo>
                  <a:pt x="89035" y="218997"/>
                  <a:pt x="80489" y="213840"/>
                  <a:pt x="80411" y="204301"/>
                </a:cubicBezTo>
                <a:cubicBezTo>
                  <a:pt x="80295" y="184100"/>
                  <a:pt x="83130" y="164208"/>
                  <a:pt x="85694" y="151219"/>
                </a:cubicBezTo>
                <a:cubicBezTo>
                  <a:pt x="86549" y="146838"/>
                  <a:pt x="90588" y="141952"/>
                  <a:pt x="97891" y="141952"/>
                </a:cubicBezTo>
                <a:close/>
                <a:moveTo>
                  <a:pt x="140192" y="119812"/>
                </a:moveTo>
                <a:cubicBezTo>
                  <a:pt x="152738" y="124116"/>
                  <a:pt x="171421" y="131599"/>
                  <a:pt x="188901" y="141797"/>
                </a:cubicBezTo>
                <a:cubicBezTo>
                  <a:pt x="197135" y="146605"/>
                  <a:pt x="197330" y="156570"/>
                  <a:pt x="192902" y="164247"/>
                </a:cubicBezTo>
                <a:cubicBezTo>
                  <a:pt x="188473" y="171925"/>
                  <a:pt x="179695" y="176733"/>
                  <a:pt x="171421" y="172002"/>
                </a:cubicBezTo>
                <a:cubicBezTo>
                  <a:pt x="153825" y="161998"/>
                  <a:pt x="137977" y="149552"/>
                  <a:pt x="127995" y="140866"/>
                </a:cubicBezTo>
                <a:cubicBezTo>
                  <a:pt x="124654" y="137958"/>
                  <a:pt x="122401" y="132026"/>
                  <a:pt x="126053" y="125705"/>
                </a:cubicBezTo>
                <a:cubicBezTo>
                  <a:pt x="129704" y="119424"/>
                  <a:pt x="135958" y="118377"/>
                  <a:pt x="140192" y="119812"/>
                </a:cubicBezTo>
                <a:close/>
                <a:moveTo>
                  <a:pt x="55590" y="119812"/>
                </a:moveTo>
                <a:cubicBezTo>
                  <a:pt x="59824" y="118378"/>
                  <a:pt x="66078" y="119386"/>
                  <a:pt x="69729" y="125706"/>
                </a:cubicBezTo>
                <a:cubicBezTo>
                  <a:pt x="73381" y="131988"/>
                  <a:pt x="71128" y="137959"/>
                  <a:pt x="67787" y="140867"/>
                </a:cubicBezTo>
                <a:cubicBezTo>
                  <a:pt x="57805" y="149591"/>
                  <a:pt x="41957" y="161999"/>
                  <a:pt x="24361" y="172003"/>
                </a:cubicBezTo>
                <a:cubicBezTo>
                  <a:pt x="16048" y="176733"/>
                  <a:pt x="7309" y="171925"/>
                  <a:pt x="2880" y="164248"/>
                </a:cubicBezTo>
                <a:cubicBezTo>
                  <a:pt x="-1548" y="156609"/>
                  <a:pt x="-1353" y="146605"/>
                  <a:pt x="6881" y="141797"/>
                </a:cubicBezTo>
                <a:cubicBezTo>
                  <a:pt x="24361" y="131600"/>
                  <a:pt x="43044" y="124116"/>
                  <a:pt x="55590" y="119812"/>
                </a:cubicBezTo>
                <a:close/>
                <a:moveTo>
                  <a:pt x="183618" y="46219"/>
                </a:moveTo>
                <a:cubicBezTo>
                  <a:pt x="187395" y="47789"/>
                  <a:pt x="190687" y="50911"/>
                  <a:pt x="192902" y="54749"/>
                </a:cubicBezTo>
                <a:cubicBezTo>
                  <a:pt x="197330" y="62426"/>
                  <a:pt x="197135" y="72391"/>
                  <a:pt x="188901" y="77161"/>
                </a:cubicBezTo>
                <a:cubicBezTo>
                  <a:pt x="171421" y="87358"/>
                  <a:pt x="152738" y="94842"/>
                  <a:pt x="140192" y="99146"/>
                </a:cubicBezTo>
                <a:cubicBezTo>
                  <a:pt x="135958" y="100580"/>
                  <a:pt x="129704" y="99572"/>
                  <a:pt x="126053" y="93252"/>
                </a:cubicBezTo>
                <a:cubicBezTo>
                  <a:pt x="122401" y="86971"/>
                  <a:pt x="124654" y="80999"/>
                  <a:pt x="127995" y="78091"/>
                </a:cubicBezTo>
                <a:cubicBezTo>
                  <a:pt x="137977" y="69406"/>
                  <a:pt x="153825" y="56998"/>
                  <a:pt x="171421" y="46994"/>
                </a:cubicBezTo>
                <a:cubicBezTo>
                  <a:pt x="175578" y="44629"/>
                  <a:pt x="179841" y="44648"/>
                  <a:pt x="183618" y="46219"/>
                </a:cubicBezTo>
                <a:close/>
                <a:moveTo>
                  <a:pt x="12179" y="46219"/>
                </a:moveTo>
                <a:cubicBezTo>
                  <a:pt x="15961" y="44648"/>
                  <a:pt x="20224" y="44629"/>
                  <a:pt x="24361" y="46994"/>
                </a:cubicBezTo>
                <a:cubicBezTo>
                  <a:pt x="41957" y="56998"/>
                  <a:pt x="57805" y="69406"/>
                  <a:pt x="67787" y="78130"/>
                </a:cubicBezTo>
                <a:cubicBezTo>
                  <a:pt x="71128" y="81038"/>
                  <a:pt x="73381" y="86971"/>
                  <a:pt x="69729" y="93291"/>
                </a:cubicBezTo>
                <a:cubicBezTo>
                  <a:pt x="66078" y="99572"/>
                  <a:pt x="59824" y="100619"/>
                  <a:pt x="55590" y="99185"/>
                </a:cubicBezTo>
                <a:cubicBezTo>
                  <a:pt x="43044" y="94881"/>
                  <a:pt x="24361" y="87397"/>
                  <a:pt x="6881" y="77200"/>
                </a:cubicBezTo>
                <a:cubicBezTo>
                  <a:pt x="-1353" y="72391"/>
                  <a:pt x="-1548" y="62426"/>
                  <a:pt x="2880" y="54749"/>
                </a:cubicBezTo>
                <a:cubicBezTo>
                  <a:pt x="5095" y="50911"/>
                  <a:pt x="8396" y="47789"/>
                  <a:pt x="12179" y="46219"/>
                </a:cubicBezTo>
                <a:close/>
                <a:moveTo>
                  <a:pt x="97891" y="0"/>
                </a:moveTo>
                <a:cubicBezTo>
                  <a:pt x="106747" y="0"/>
                  <a:pt x="115331" y="5157"/>
                  <a:pt x="115370" y="14695"/>
                </a:cubicBezTo>
                <a:cubicBezTo>
                  <a:pt x="115487" y="34897"/>
                  <a:pt x="112651" y="54788"/>
                  <a:pt x="110088" y="67778"/>
                </a:cubicBezTo>
                <a:cubicBezTo>
                  <a:pt x="109233" y="72159"/>
                  <a:pt x="105193" y="77045"/>
                  <a:pt x="97891" y="77045"/>
                </a:cubicBezTo>
                <a:cubicBezTo>
                  <a:pt x="90588" y="77045"/>
                  <a:pt x="86549" y="72159"/>
                  <a:pt x="85694" y="67778"/>
                </a:cubicBezTo>
                <a:cubicBezTo>
                  <a:pt x="83130" y="54788"/>
                  <a:pt x="80295" y="34897"/>
                  <a:pt x="80411" y="14695"/>
                </a:cubicBezTo>
                <a:cubicBezTo>
                  <a:pt x="80489" y="5157"/>
                  <a:pt x="89035" y="0"/>
                  <a:pt x="97891" y="0"/>
                </a:cubicBezTo>
                <a:close/>
              </a:path>
            </a:pathLst>
          </a:custGeom>
          <a:solidFill>
            <a:schemeClr val="accent5"/>
          </a:solidFill>
          <a:ln w="378" cap="flat">
            <a:noFill/>
            <a:prstDash val="solid"/>
            <a:miter/>
          </a:ln>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endParaRPr lang="en-US" sz="7200"/>
          </a:p>
        </p:txBody>
      </p:sp>
      <p:sp>
        <p:nvSpPr>
          <p:cNvPr id="12" name="Title Placeholder 1">
            <a:extLst>
              <a:ext uri="{FF2B5EF4-FFF2-40B4-BE49-F238E27FC236}">
                <a16:creationId xmlns:a16="http://schemas.microsoft.com/office/drawing/2014/main" id="{0A2040A6-5563-DD14-51FB-EF9850DF5A21}"/>
              </a:ext>
            </a:extLst>
          </p:cNvPr>
          <p:cNvSpPr>
            <a:spLocks noGrp="1"/>
          </p:cNvSpPr>
          <p:nvPr>
            <p:ph type="title" hasCustomPrompt="1"/>
          </p:nvPr>
        </p:nvSpPr>
        <p:spPr>
          <a:xfrm>
            <a:off x="682626" y="2121408"/>
            <a:ext cx="5497512" cy="1720677"/>
          </a:xfrm>
          <a:prstGeom prst="rect">
            <a:avLst/>
          </a:prstGeom>
        </p:spPr>
        <p:txBody>
          <a:bodyPr vert="horz" lIns="0" tIns="0" rIns="0" bIns="0" rtlCol="0" anchor="t" anchorCtr="0">
            <a:noAutofit/>
          </a:bodyPr>
          <a:lstStyle/>
          <a:p>
            <a:r>
              <a:rPr lang="en-US"/>
              <a:t>Agenda</a:t>
            </a:r>
          </a:p>
        </p:txBody>
      </p:sp>
      <p:sp>
        <p:nvSpPr>
          <p:cNvPr id="14" name="TextBox 13">
            <a:extLst>
              <a:ext uri="{FF2B5EF4-FFF2-40B4-BE49-F238E27FC236}">
                <a16:creationId xmlns:a16="http://schemas.microsoft.com/office/drawing/2014/main" id="{B5D76779-C820-7E03-A8A5-0B77C6A4947A}"/>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Tree>
    <p:extLst>
      <p:ext uri="{BB962C8B-B14F-4D97-AF65-F5344CB8AC3E}">
        <p14:creationId xmlns:p14="http://schemas.microsoft.com/office/powerpoint/2010/main" val="25577379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7" name="Freeform 16">
            <a:extLst>
              <a:ext uri="{FF2B5EF4-FFF2-40B4-BE49-F238E27FC236}">
                <a16:creationId xmlns:a16="http://schemas.microsoft.com/office/drawing/2014/main" id="{84DD5BD4-8A5C-1CDF-3014-641D7F9BCB3B}"/>
              </a:ext>
            </a:extLst>
          </p:cNvPr>
          <p:cNvSpPr/>
          <p:nvPr/>
        </p:nvSpPr>
        <p:spPr>
          <a:xfrm>
            <a:off x="682626" y="4899712"/>
            <a:ext cx="11347500" cy="6452512"/>
          </a:xfrm>
          <a:custGeom>
            <a:avLst/>
            <a:gdLst>
              <a:gd name="connsiteX0" fmla="*/ 10940643 w 11347500"/>
              <a:gd name="connsiteY0" fmla="*/ 0 h 6452512"/>
              <a:gd name="connsiteX1" fmla="*/ 11347500 w 11347500"/>
              <a:gd name="connsiteY1" fmla="*/ 406058 h 6452512"/>
              <a:gd name="connsiteX2" fmla="*/ 11347500 w 11347500"/>
              <a:gd name="connsiteY2" fmla="*/ 6046455 h 6452512"/>
              <a:gd name="connsiteX3" fmla="*/ 10940643 w 11347500"/>
              <a:gd name="connsiteY3" fmla="*/ 6452513 h 6452512"/>
              <a:gd name="connsiteX4" fmla="*/ 406857 w 11347500"/>
              <a:gd name="connsiteY4" fmla="*/ 6452513 h 6452512"/>
              <a:gd name="connsiteX5" fmla="*/ 0 w 11347500"/>
              <a:gd name="connsiteY5" fmla="*/ 6046455 h 6452512"/>
              <a:gd name="connsiteX6" fmla="*/ 0 w 11347500"/>
              <a:gd name="connsiteY6" fmla="*/ 406058 h 6452512"/>
              <a:gd name="connsiteX7" fmla="*/ 406857 w 11347500"/>
              <a:gd name="connsiteY7" fmla="*/ 0 h 645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47500" h="6452512">
                <a:moveTo>
                  <a:pt x="10940643" y="0"/>
                </a:moveTo>
                <a:cubicBezTo>
                  <a:pt x="11165344" y="0"/>
                  <a:pt x="11347500" y="181798"/>
                  <a:pt x="11347500" y="406058"/>
                </a:cubicBezTo>
                <a:lnTo>
                  <a:pt x="11347500" y="6046455"/>
                </a:lnTo>
                <a:cubicBezTo>
                  <a:pt x="11347500" y="6270715"/>
                  <a:pt x="11165344" y="6452513"/>
                  <a:pt x="10940643" y="6452513"/>
                </a:cubicBezTo>
                <a:lnTo>
                  <a:pt x="406857" y="6452513"/>
                </a:lnTo>
                <a:cubicBezTo>
                  <a:pt x="182156" y="6452513"/>
                  <a:pt x="0" y="6270715"/>
                  <a:pt x="0" y="6046455"/>
                </a:cubicBezTo>
                <a:lnTo>
                  <a:pt x="0" y="406058"/>
                </a:lnTo>
                <a:cubicBezTo>
                  <a:pt x="0" y="181798"/>
                  <a:pt x="182156" y="0"/>
                  <a:pt x="406857" y="0"/>
                </a:cubicBezTo>
                <a:close/>
              </a:path>
            </a:pathLst>
          </a:custGeom>
          <a:solidFill>
            <a:schemeClr val="accent4"/>
          </a:solidFill>
          <a:ln w="12711"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C3F6E1D8-58BE-EE28-CA50-34E407DC08A3}"/>
              </a:ext>
            </a:extLst>
          </p:cNvPr>
          <p:cNvSpPr/>
          <p:nvPr/>
        </p:nvSpPr>
        <p:spPr>
          <a:xfrm>
            <a:off x="12373411" y="4899712"/>
            <a:ext cx="11347500" cy="6452512"/>
          </a:xfrm>
          <a:custGeom>
            <a:avLst/>
            <a:gdLst>
              <a:gd name="connsiteX0" fmla="*/ 10940643 w 11347500"/>
              <a:gd name="connsiteY0" fmla="*/ 0 h 6452512"/>
              <a:gd name="connsiteX1" fmla="*/ 11347500 w 11347500"/>
              <a:gd name="connsiteY1" fmla="*/ 406058 h 6452512"/>
              <a:gd name="connsiteX2" fmla="*/ 11347500 w 11347500"/>
              <a:gd name="connsiteY2" fmla="*/ 6046455 h 6452512"/>
              <a:gd name="connsiteX3" fmla="*/ 10940643 w 11347500"/>
              <a:gd name="connsiteY3" fmla="*/ 6452513 h 6452512"/>
              <a:gd name="connsiteX4" fmla="*/ 406857 w 11347500"/>
              <a:gd name="connsiteY4" fmla="*/ 6452513 h 6452512"/>
              <a:gd name="connsiteX5" fmla="*/ 0 w 11347500"/>
              <a:gd name="connsiteY5" fmla="*/ 6046455 h 6452512"/>
              <a:gd name="connsiteX6" fmla="*/ 0 w 11347500"/>
              <a:gd name="connsiteY6" fmla="*/ 406058 h 6452512"/>
              <a:gd name="connsiteX7" fmla="*/ 406857 w 11347500"/>
              <a:gd name="connsiteY7" fmla="*/ 0 h 645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47500" h="6452512">
                <a:moveTo>
                  <a:pt x="10940643" y="0"/>
                </a:moveTo>
                <a:cubicBezTo>
                  <a:pt x="11165344" y="0"/>
                  <a:pt x="11347500" y="181798"/>
                  <a:pt x="11347500" y="406058"/>
                </a:cubicBezTo>
                <a:lnTo>
                  <a:pt x="11347500" y="6046455"/>
                </a:lnTo>
                <a:cubicBezTo>
                  <a:pt x="11347500" y="6270715"/>
                  <a:pt x="11165344" y="6452513"/>
                  <a:pt x="10940643" y="6452513"/>
                </a:cubicBezTo>
                <a:lnTo>
                  <a:pt x="406857" y="6452513"/>
                </a:lnTo>
                <a:cubicBezTo>
                  <a:pt x="182156" y="6452513"/>
                  <a:pt x="0" y="6270715"/>
                  <a:pt x="0" y="6046455"/>
                </a:cubicBezTo>
                <a:lnTo>
                  <a:pt x="0" y="406058"/>
                </a:lnTo>
                <a:cubicBezTo>
                  <a:pt x="0" y="181798"/>
                  <a:pt x="182156" y="0"/>
                  <a:pt x="406857" y="0"/>
                </a:cubicBezTo>
                <a:close/>
              </a:path>
            </a:pathLst>
          </a:custGeom>
          <a:solidFill>
            <a:schemeClr val="accent4"/>
          </a:solidFill>
          <a:ln w="12711" cap="flat">
            <a:noFill/>
            <a:prstDash val="solid"/>
            <a:miter/>
          </a:ln>
        </p:spPr>
        <p:txBody>
          <a:bodyPr rtlCol="0" anchor="ctr"/>
          <a:lstStyle/>
          <a:p>
            <a:endParaRPr lang="en-US"/>
          </a:p>
        </p:txBody>
      </p:sp>
      <p:sp>
        <p:nvSpPr>
          <p:cNvPr id="2" name="Title 1"/>
          <p:cNvSpPr>
            <a:spLocks noGrp="1"/>
          </p:cNvSpPr>
          <p:nvPr>
            <p:ph type="title" hasCustomPrompt="1"/>
          </p:nvPr>
        </p:nvSpPr>
        <p:spPr>
          <a:xfrm>
            <a:off x="682625" y="2121408"/>
            <a:ext cx="23034083" cy="1169989"/>
          </a:xfrm>
        </p:spPr>
        <p:txBody>
          <a:bodyPr/>
          <a:lstStyle/>
          <a:p>
            <a:r>
              <a:rPr lang="en-US"/>
              <a:t>Click to edit title</a:t>
            </a:r>
          </a:p>
        </p:txBody>
      </p:sp>
      <p:sp>
        <p:nvSpPr>
          <p:cNvPr id="3" name="Text Placeholder 2"/>
          <p:cNvSpPr>
            <a:spLocks noGrp="1"/>
          </p:cNvSpPr>
          <p:nvPr>
            <p:ph type="body" idx="1" hasCustomPrompt="1"/>
          </p:nvPr>
        </p:nvSpPr>
        <p:spPr>
          <a:xfrm>
            <a:off x="1375043" y="5640131"/>
            <a:ext cx="10363676" cy="635027"/>
          </a:xfrm>
        </p:spPr>
        <p:txBody>
          <a:bodyPr anchor="t" anchorCtr="0"/>
          <a:lstStyle>
            <a:lvl1pPr marL="0" indent="0">
              <a:spcBef>
                <a:spcPts val="0"/>
              </a:spcBef>
              <a:buNone/>
              <a:defRPr sz="3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 name="Content Placeholder 3"/>
          <p:cNvSpPr>
            <a:spLocks noGrp="1"/>
          </p:cNvSpPr>
          <p:nvPr>
            <p:ph sz="half" idx="2"/>
          </p:nvPr>
        </p:nvSpPr>
        <p:spPr>
          <a:xfrm>
            <a:off x="1375043" y="6414885"/>
            <a:ext cx="10616984" cy="4000354"/>
          </a:xfrm>
        </p:spPr>
        <p:txBody>
          <a:bodyPr/>
          <a:lstStyle>
            <a:lvl1pPr>
              <a:spcAft>
                <a:spcPts val="1500"/>
              </a:spcAft>
              <a:defRPr/>
            </a:lvl1pPr>
            <a:lvl2pPr>
              <a:spcAft>
                <a:spcPts val="1500"/>
              </a:spcAft>
              <a:defRPr/>
            </a:lvl2pPr>
            <a:lvl3pPr>
              <a:spcAft>
                <a:spcPts val="1500"/>
              </a:spcAft>
              <a:defRPr/>
            </a:lvl3pPr>
            <a:lvl4pPr>
              <a:spcAft>
                <a:spcPts val="1500"/>
              </a:spcAft>
              <a:defRPr/>
            </a:lvl4pPr>
            <a:lvl5pPr>
              <a:spcAft>
                <a:spcPts val="1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13033604" y="5640131"/>
            <a:ext cx="10363676" cy="635027"/>
          </a:xfrm>
        </p:spPr>
        <p:txBody>
          <a:bodyPr anchor="t" anchorCtr="0"/>
          <a:lstStyle>
            <a:lvl1pPr marL="0" indent="0">
              <a:spcBef>
                <a:spcPts val="0"/>
              </a:spcBef>
              <a:buNone/>
              <a:defRPr sz="3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6" name="Content Placeholder 5"/>
          <p:cNvSpPr>
            <a:spLocks noGrp="1"/>
          </p:cNvSpPr>
          <p:nvPr>
            <p:ph sz="quarter" idx="4"/>
          </p:nvPr>
        </p:nvSpPr>
        <p:spPr>
          <a:xfrm>
            <a:off x="13033604" y="6414885"/>
            <a:ext cx="9671258" cy="4000354"/>
          </a:xfrm>
        </p:spPr>
        <p:txBody>
          <a:bodyPr/>
          <a:lstStyle>
            <a:lvl1pPr>
              <a:spcAft>
                <a:spcPts val="1500"/>
              </a:spcAft>
              <a:defRPr/>
            </a:lvl1pPr>
            <a:lvl2pPr>
              <a:spcAft>
                <a:spcPts val="1500"/>
              </a:spcAft>
              <a:defRPr/>
            </a:lvl2pPr>
            <a:lvl3pPr>
              <a:spcAft>
                <a:spcPts val="1500"/>
              </a:spcAft>
              <a:defRPr/>
            </a:lvl3pPr>
            <a:lvl4pPr>
              <a:spcAft>
                <a:spcPts val="1500"/>
              </a:spcAft>
              <a:defRPr/>
            </a:lvl4pPr>
            <a:lvl5pPr>
              <a:spcAft>
                <a:spcPts val="15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Tree>
    <p:extLst>
      <p:ext uri="{BB962C8B-B14F-4D97-AF65-F5344CB8AC3E}">
        <p14:creationId xmlns:p14="http://schemas.microsoft.com/office/powerpoint/2010/main" val="3395144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rand Principles">
    <p:bg>
      <p:bgPr>
        <a:solidFill>
          <a:schemeClr val="bg1"/>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8E0E1680-F589-C4E1-A54B-960E0FA9F8ED}"/>
              </a:ext>
            </a:extLst>
          </p:cNvPr>
          <p:cNvSpPr/>
          <p:nvPr/>
        </p:nvSpPr>
        <p:spPr>
          <a:xfrm>
            <a:off x="6535618" y="5793641"/>
            <a:ext cx="17159407" cy="3197913"/>
          </a:xfrm>
          <a:custGeom>
            <a:avLst/>
            <a:gdLst>
              <a:gd name="connsiteX0" fmla="*/ 16833672 w 17241700"/>
              <a:gd name="connsiteY0" fmla="*/ 0 h 3197913"/>
              <a:gd name="connsiteX1" fmla="*/ 17241700 w 17241700"/>
              <a:gd name="connsiteY1" fmla="*/ 408027 h 3197913"/>
              <a:gd name="connsiteX2" fmla="*/ 17241700 w 17241700"/>
              <a:gd name="connsiteY2" fmla="*/ 2789886 h 3197913"/>
              <a:gd name="connsiteX3" fmla="*/ 16833672 w 17241700"/>
              <a:gd name="connsiteY3" fmla="*/ 3197913 h 3197913"/>
              <a:gd name="connsiteX4" fmla="*/ 408027 w 17241700"/>
              <a:gd name="connsiteY4" fmla="*/ 3197913 h 3197913"/>
              <a:gd name="connsiteX5" fmla="*/ -1 w 17241700"/>
              <a:gd name="connsiteY5" fmla="*/ 2789886 h 3197913"/>
              <a:gd name="connsiteX6" fmla="*/ -1 w 17241700"/>
              <a:gd name="connsiteY6" fmla="*/ 408027 h 3197913"/>
              <a:gd name="connsiteX7" fmla="*/ 408027 w 17241700"/>
              <a:gd name="connsiteY7" fmla="*/ 0 h 3197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241700" h="3197913">
                <a:moveTo>
                  <a:pt x="16833672" y="0"/>
                </a:moveTo>
                <a:cubicBezTo>
                  <a:pt x="17059020" y="0"/>
                  <a:pt x="17241700" y="182680"/>
                  <a:pt x="17241700" y="408027"/>
                </a:cubicBezTo>
                <a:lnTo>
                  <a:pt x="17241700" y="2789886"/>
                </a:lnTo>
                <a:cubicBezTo>
                  <a:pt x="17241700" y="3015233"/>
                  <a:pt x="17059020" y="3197913"/>
                  <a:pt x="16833672" y="3197913"/>
                </a:cubicBezTo>
                <a:lnTo>
                  <a:pt x="408027" y="3197913"/>
                </a:lnTo>
                <a:cubicBezTo>
                  <a:pt x="182679" y="3197913"/>
                  <a:pt x="-1" y="3015233"/>
                  <a:pt x="-1" y="2789886"/>
                </a:cubicBezTo>
                <a:lnTo>
                  <a:pt x="-1" y="408027"/>
                </a:lnTo>
                <a:cubicBezTo>
                  <a:pt x="-1" y="182679"/>
                  <a:pt x="182679" y="0"/>
                  <a:pt x="408027" y="0"/>
                </a:cubicBezTo>
                <a:close/>
              </a:path>
            </a:pathLst>
          </a:custGeom>
          <a:solidFill>
            <a:schemeClr val="accent3"/>
          </a:solidFill>
          <a:ln w="1274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3F7C52D1-9985-29FC-C893-02C68E585187}"/>
              </a:ext>
            </a:extLst>
          </p:cNvPr>
          <p:cNvSpPr/>
          <p:nvPr/>
        </p:nvSpPr>
        <p:spPr>
          <a:xfrm>
            <a:off x="6535618" y="9373059"/>
            <a:ext cx="17159407" cy="3197913"/>
          </a:xfrm>
          <a:custGeom>
            <a:avLst/>
            <a:gdLst>
              <a:gd name="connsiteX0" fmla="*/ 16833672 w 17241700"/>
              <a:gd name="connsiteY0" fmla="*/ 0 h 3197913"/>
              <a:gd name="connsiteX1" fmla="*/ 17241700 w 17241700"/>
              <a:gd name="connsiteY1" fmla="*/ 408028 h 3197913"/>
              <a:gd name="connsiteX2" fmla="*/ 17241700 w 17241700"/>
              <a:gd name="connsiteY2" fmla="*/ 2789886 h 3197913"/>
              <a:gd name="connsiteX3" fmla="*/ 16833672 w 17241700"/>
              <a:gd name="connsiteY3" fmla="*/ 3197914 h 3197913"/>
              <a:gd name="connsiteX4" fmla="*/ 408027 w 17241700"/>
              <a:gd name="connsiteY4" fmla="*/ 3197914 h 3197913"/>
              <a:gd name="connsiteX5" fmla="*/ -1 w 17241700"/>
              <a:gd name="connsiteY5" fmla="*/ 2789886 h 3197913"/>
              <a:gd name="connsiteX6" fmla="*/ -1 w 17241700"/>
              <a:gd name="connsiteY6" fmla="*/ 408028 h 3197913"/>
              <a:gd name="connsiteX7" fmla="*/ 408027 w 17241700"/>
              <a:gd name="connsiteY7" fmla="*/ 0 h 3197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241700" h="3197913">
                <a:moveTo>
                  <a:pt x="16833672" y="0"/>
                </a:moveTo>
                <a:cubicBezTo>
                  <a:pt x="17059020" y="0"/>
                  <a:pt x="17241700" y="182681"/>
                  <a:pt x="17241700" y="408028"/>
                </a:cubicBezTo>
                <a:lnTo>
                  <a:pt x="17241700" y="2789886"/>
                </a:lnTo>
                <a:cubicBezTo>
                  <a:pt x="17241700" y="3015233"/>
                  <a:pt x="17059020" y="3197914"/>
                  <a:pt x="16833672" y="3197914"/>
                </a:cubicBezTo>
                <a:lnTo>
                  <a:pt x="408027" y="3197914"/>
                </a:lnTo>
                <a:cubicBezTo>
                  <a:pt x="182679" y="3197914"/>
                  <a:pt x="-1" y="3015233"/>
                  <a:pt x="-1" y="2789886"/>
                </a:cubicBezTo>
                <a:lnTo>
                  <a:pt x="-1" y="408028"/>
                </a:lnTo>
                <a:cubicBezTo>
                  <a:pt x="-1" y="182681"/>
                  <a:pt x="182679" y="0"/>
                  <a:pt x="408027" y="0"/>
                </a:cubicBezTo>
                <a:close/>
              </a:path>
            </a:pathLst>
          </a:custGeom>
          <a:solidFill>
            <a:schemeClr val="accent4"/>
          </a:solidFill>
          <a:ln w="1274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39A8F30-CBD4-41E5-A7C7-09A916732CDE}"/>
              </a:ext>
            </a:extLst>
          </p:cNvPr>
          <p:cNvSpPr/>
          <p:nvPr userDrawn="1"/>
        </p:nvSpPr>
        <p:spPr>
          <a:xfrm>
            <a:off x="6535618" y="2214224"/>
            <a:ext cx="17159407" cy="3197913"/>
          </a:xfrm>
          <a:custGeom>
            <a:avLst/>
            <a:gdLst>
              <a:gd name="connsiteX0" fmla="*/ 16833672 w 17241700"/>
              <a:gd name="connsiteY0" fmla="*/ 0 h 3197913"/>
              <a:gd name="connsiteX1" fmla="*/ 17241700 w 17241700"/>
              <a:gd name="connsiteY1" fmla="*/ 408027 h 3197913"/>
              <a:gd name="connsiteX2" fmla="*/ 17241700 w 17241700"/>
              <a:gd name="connsiteY2" fmla="*/ 2789886 h 3197913"/>
              <a:gd name="connsiteX3" fmla="*/ 16833672 w 17241700"/>
              <a:gd name="connsiteY3" fmla="*/ 3197913 h 3197913"/>
              <a:gd name="connsiteX4" fmla="*/ 408027 w 17241700"/>
              <a:gd name="connsiteY4" fmla="*/ 3197913 h 3197913"/>
              <a:gd name="connsiteX5" fmla="*/ -1 w 17241700"/>
              <a:gd name="connsiteY5" fmla="*/ 2789886 h 3197913"/>
              <a:gd name="connsiteX6" fmla="*/ -1 w 17241700"/>
              <a:gd name="connsiteY6" fmla="*/ 408027 h 3197913"/>
              <a:gd name="connsiteX7" fmla="*/ 408027 w 17241700"/>
              <a:gd name="connsiteY7" fmla="*/ 0 h 3197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241700" h="3197913">
                <a:moveTo>
                  <a:pt x="16833672" y="0"/>
                </a:moveTo>
                <a:cubicBezTo>
                  <a:pt x="17059020" y="0"/>
                  <a:pt x="17241700" y="182680"/>
                  <a:pt x="17241700" y="408027"/>
                </a:cubicBezTo>
                <a:lnTo>
                  <a:pt x="17241700" y="2789886"/>
                </a:lnTo>
                <a:cubicBezTo>
                  <a:pt x="17241700" y="3015233"/>
                  <a:pt x="17059020" y="3197913"/>
                  <a:pt x="16833672" y="3197913"/>
                </a:cubicBezTo>
                <a:lnTo>
                  <a:pt x="408027" y="3197913"/>
                </a:lnTo>
                <a:cubicBezTo>
                  <a:pt x="182679" y="3197913"/>
                  <a:pt x="-1" y="3015233"/>
                  <a:pt x="-1" y="2789886"/>
                </a:cubicBezTo>
                <a:lnTo>
                  <a:pt x="-1" y="408027"/>
                </a:lnTo>
                <a:cubicBezTo>
                  <a:pt x="-1" y="182679"/>
                  <a:pt x="182679" y="0"/>
                  <a:pt x="408027" y="0"/>
                </a:cubicBezTo>
                <a:close/>
              </a:path>
            </a:pathLst>
          </a:custGeom>
          <a:solidFill>
            <a:schemeClr val="accent2"/>
          </a:solidFill>
          <a:ln w="12745" cap="flat">
            <a:noFill/>
            <a:prstDash val="solid"/>
            <a:miter/>
          </a:ln>
        </p:spPr>
        <p:txBody>
          <a:bodyPr rtlCol="0" anchor="ctr"/>
          <a:lstStyle/>
          <a:p>
            <a:endParaRPr lang="en-US"/>
          </a:p>
        </p:txBody>
      </p:sp>
      <p:sp>
        <p:nvSpPr>
          <p:cNvPr id="2" name="Title 1"/>
          <p:cNvSpPr>
            <a:spLocks noGrp="1"/>
          </p:cNvSpPr>
          <p:nvPr>
            <p:ph type="title" hasCustomPrompt="1"/>
          </p:nvPr>
        </p:nvSpPr>
        <p:spPr>
          <a:xfrm>
            <a:off x="682627" y="2121408"/>
            <a:ext cx="5497512" cy="1169989"/>
          </a:xfrm>
        </p:spPr>
        <p:txBody>
          <a:bodyPr/>
          <a:lstStyle/>
          <a:p>
            <a:r>
              <a:rPr lang="en-US"/>
              <a:t>Click to edit title</a:t>
            </a:r>
          </a:p>
        </p:txBody>
      </p:sp>
      <p:sp>
        <p:nvSpPr>
          <p:cNvPr id="4" name="Content Placeholder 3"/>
          <p:cNvSpPr>
            <a:spLocks noGrp="1"/>
          </p:cNvSpPr>
          <p:nvPr>
            <p:ph sz="half" idx="2"/>
          </p:nvPr>
        </p:nvSpPr>
        <p:spPr>
          <a:xfrm>
            <a:off x="682625" y="3686807"/>
            <a:ext cx="5497513" cy="8879843"/>
          </a:xfrm>
        </p:spPr>
        <p:txBody>
          <a:bodyPr/>
          <a:lstStyle>
            <a:lvl1pPr>
              <a:lnSpc>
                <a:spcPts val="2200"/>
              </a:lnSpc>
              <a:spcAft>
                <a:spcPts val="0"/>
              </a:spcAft>
              <a:defRPr sz="1600"/>
            </a:lvl1pPr>
            <a:lvl2pPr>
              <a:lnSpc>
                <a:spcPts val="2200"/>
              </a:lnSpc>
              <a:spcAft>
                <a:spcPts val="0"/>
              </a:spcAft>
              <a:defRPr sz="1600"/>
            </a:lvl2pPr>
            <a:lvl3pPr>
              <a:lnSpc>
                <a:spcPts val="2200"/>
              </a:lnSpc>
              <a:spcAft>
                <a:spcPts val="0"/>
              </a:spcAft>
              <a:defRPr sz="1600"/>
            </a:lvl3pPr>
            <a:lvl4pPr>
              <a:lnSpc>
                <a:spcPts val="2200"/>
              </a:lnSpc>
              <a:spcAft>
                <a:spcPts val="0"/>
              </a:spcAft>
              <a:defRPr sz="1600"/>
            </a:lvl4pPr>
            <a:lvl5pPr>
              <a:lnSpc>
                <a:spcPts val="2200"/>
              </a:lnSpc>
              <a:spcAft>
                <a:spcPts val="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9" name="Text Placeholder 2">
            <a:extLst>
              <a:ext uri="{FF2B5EF4-FFF2-40B4-BE49-F238E27FC236}">
                <a16:creationId xmlns:a16="http://schemas.microsoft.com/office/drawing/2014/main" id="{E941F8DD-FE38-F4C8-3E29-00A6EF772DF9}"/>
              </a:ext>
            </a:extLst>
          </p:cNvPr>
          <p:cNvSpPr>
            <a:spLocks noGrp="1"/>
          </p:cNvSpPr>
          <p:nvPr>
            <p:ph type="body" idx="1" hasCustomPrompt="1"/>
          </p:nvPr>
        </p:nvSpPr>
        <p:spPr>
          <a:xfrm>
            <a:off x="6953010" y="2463511"/>
            <a:ext cx="8555190" cy="2024319"/>
          </a:xfrm>
        </p:spPr>
        <p:txBody>
          <a:bodyPr anchor="t" anchorCtr="0"/>
          <a:lstStyle>
            <a:lvl1pPr marL="0" indent="0">
              <a:lnSpc>
                <a:spcPts val="9400"/>
              </a:lnSpc>
              <a:spcBef>
                <a:spcPts val="0"/>
              </a:spcBef>
              <a:spcAft>
                <a:spcPts val="0"/>
              </a:spcAft>
              <a:buNone/>
              <a:defRPr sz="8000" b="0" i="0">
                <a:solidFill>
                  <a:schemeClr val="bg1"/>
                </a:solidFill>
                <a:latin typeface="Everyday Sans Light"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0" name="Text Placeholder 2">
            <a:extLst>
              <a:ext uri="{FF2B5EF4-FFF2-40B4-BE49-F238E27FC236}">
                <a16:creationId xmlns:a16="http://schemas.microsoft.com/office/drawing/2014/main" id="{D99ED5DC-5925-8807-E47D-CC5D33B10810}"/>
              </a:ext>
            </a:extLst>
          </p:cNvPr>
          <p:cNvSpPr>
            <a:spLocks noGrp="1"/>
          </p:cNvSpPr>
          <p:nvPr>
            <p:ph type="body" idx="13" hasCustomPrompt="1"/>
          </p:nvPr>
        </p:nvSpPr>
        <p:spPr>
          <a:xfrm>
            <a:off x="6953010" y="6063030"/>
            <a:ext cx="8555190" cy="2024319"/>
          </a:xfrm>
        </p:spPr>
        <p:txBody>
          <a:bodyPr anchor="t" anchorCtr="0"/>
          <a:lstStyle>
            <a:lvl1pPr marL="0" indent="0">
              <a:lnSpc>
                <a:spcPts val="9400"/>
              </a:lnSpc>
              <a:spcBef>
                <a:spcPts val="0"/>
              </a:spcBef>
              <a:spcAft>
                <a:spcPts val="0"/>
              </a:spcAft>
              <a:buNone/>
              <a:defRPr sz="8000" b="0" i="0">
                <a:solidFill>
                  <a:schemeClr val="accent1"/>
                </a:solidFill>
                <a:latin typeface="Everyday Sans Light"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1" name="Text Placeholder 2">
            <a:extLst>
              <a:ext uri="{FF2B5EF4-FFF2-40B4-BE49-F238E27FC236}">
                <a16:creationId xmlns:a16="http://schemas.microsoft.com/office/drawing/2014/main" id="{52D4C79C-A2C7-93A3-3AAB-7FE72E4CE1C0}"/>
              </a:ext>
            </a:extLst>
          </p:cNvPr>
          <p:cNvSpPr>
            <a:spLocks noGrp="1"/>
          </p:cNvSpPr>
          <p:nvPr>
            <p:ph type="body" idx="14" hasCustomPrompt="1"/>
          </p:nvPr>
        </p:nvSpPr>
        <p:spPr>
          <a:xfrm>
            <a:off x="6953010" y="9622594"/>
            <a:ext cx="8555190" cy="2024319"/>
          </a:xfrm>
        </p:spPr>
        <p:txBody>
          <a:bodyPr anchor="t" anchorCtr="0"/>
          <a:lstStyle>
            <a:lvl1pPr marL="0" indent="0">
              <a:lnSpc>
                <a:spcPts val="9400"/>
              </a:lnSpc>
              <a:spcBef>
                <a:spcPts val="0"/>
              </a:spcBef>
              <a:spcAft>
                <a:spcPts val="0"/>
              </a:spcAft>
              <a:buNone/>
              <a:defRPr sz="8000" b="0" i="0">
                <a:solidFill>
                  <a:schemeClr val="accent1"/>
                </a:solidFill>
                <a:latin typeface="Everyday Sans Light"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2" name="Text Placeholder 3">
            <a:extLst>
              <a:ext uri="{FF2B5EF4-FFF2-40B4-BE49-F238E27FC236}">
                <a16:creationId xmlns:a16="http://schemas.microsoft.com/office/drawing/2014/main" id="{65C31B88-48B8-838C-231A-773817ED7EB6}"/>
              </a:ext>
            </a:extLst>
          </p:cNvPr>
          <p:cNvSpPr>
            <a:spLocks noGrp="1"/>
          </p:cNvSpPr>
          <p:nvPr>
            <p:ph type="body" sz="half" idx="15"/>
          </p:nvPr>
        </p:nvSpPr>
        <p:spPr>
          <a:xfrm>
            <a:off x="16249475" y="2600559"/>
            <a:ext cx="7132320" cy="2468880"/>
          </a:xfrm>
        </p:spPr>
        <p:txBody>
          <a:bodyPr/>
          <a:lstStyle>
            <a:lvl1pPr marL="0" indent="0">
              <a:lnSpc>
                <a:spcPts val="2600"/>
              </a:lnSpc>
              <a:spcAft>
                <a:spcPts val="0"/>
              </a:spcAft>
              <a:buNone/>
              <a:defRPr sz="1800">
                <a:solidFill>
                  <a:schemeClr val="bg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sp>
        <p:nvSpPr>
          <p:cNvPr id="23" name="Text Placeholder 3">
            <a:extLst>
              <a:ext uri="{FF2B5EF4-FFF2-40B4-BE49-F238E27FC236}">
                <a16:creationId xmlns:a16="http://schemas.microsoft.com/office/drawing/2014/main" id="{4EDFC070-30D2-C539-829F-804CCB94CDF2}"/>
              </a:ext>
            </a:extLst>
          </p:cNvPr>
          <p:cNvSpPr>
            <a:spLocks noGrp="1"/>
          </p:cNvSpPr>
          <p:nvPr>
            <p:ph type="body" sz="half" idx="16"/>
          </p:nvPr>
        </p:nvSpPr>
        <p:spPr>
          <a:xfrm>
            <a:off x="16249475" y="6172037"/>
            <a:ext cx="7132320" cy="2468880"/>
          </a:xfrm>
        </p:spPr>
        <p:txBody>
          <a:bodyPr/>
          <a:lstStyle>
            <a:lvl1pPr marL="0" indent="0">
              <a:lnSpc>
                <a:spcPts val="2600"/>
              </a:lnSpc>
              <a:spcAft>
                <a:spcPts val="0"/>
              </a:spcAft>
              <a:buNone/>
              <a:defRPr sz="1800"/>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sp>
        <p:nvSpPr>
          <p:cNvPr id="24" name="Text Placeholder 3">
            <a:extLst>
              <a:ext uri="{FF2B5EF4-FFF2-40B4-BE49-F238E27FC236}">
                <a16:creationId xmlns:a16="http://schemas.microsoft.com/office/drawing/2014/main" id="{5028C904-11DC-5D61-7932-C58E602D6AD0}"/>
              </a:ext>
            </a:extLst>
          </p:cNvPr>
          <p:cNvSpPr>
            <a:spLocks noGrp="1"/>
          </p:cNvSpPr>
          <p:nvPr>
            <p:ph type="body" sz="half" idx="17"/>
          </p:nvPr>
        </p:nvSpPr>
        <p:spPr>
          <a:xfrm>
            <a:off x="16249475" y="9783424"/>
            <a:ext cx="7132320" cy="2468880"/>
          </a:xfrm>
        </p:spPr>
        <p:txBody>
          <a:bodyPr/>
          <a:lstStyle>
            <a:lvl1pPr marL="0" indent="0">
              <a:lnSpc>
                <a:spcPts val="2600"/>
              </a:lnSpc>
              <a:spcAft>
                <a:spcPts val="0"/>
              </a:spcAft>
              <a:buNone/>
              <a:defRPr sz="1800"/>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spTree>
    <p:extLst>
      <p:ext uri="{BB962C8B-B14F-4D97-AF65-F5344CB8AC3E}">
        <p14:creationId xmlns:p14="http://schemas.microsoft.com/office/powerpoint/2010/main" val="2682838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rinciples Summary">
    <p:bg>
      <p:bgPr>
        <a:solidFill>
          <a:schemeClr val="bg1"/>
        </a:solidFill>
        <a:effectLst/>
      </p:bgPr>
    </p:bg>
    <p:spTree>
      <p:nvGrpSpPr>
        <p:cNvPr id="1" name=""/>
        <p:cNvGrpSpPr/>
        <p:nvPr/>
      </p:nvGrpSpPr>
      <p:grpSpPr>
        <a:xfrm>
          <a:off x="0" y="0"/>
          <a:ext cx="0" cy="0"/>
          <a:chOff x="0" y="0"/>
          <a:chExt cx="0" cy="0"/>
        </a:xfrm>
      </p:grpSpPr>
      <p:sp>
        <p:nvSpPr>
          <p:cNvPr id="42" name="Freeform 41">
            <a:extLst>
              <a:ext uri="{FF2B5EF4-FFF2-40B4-BE49-F238E27FC236}">
                <a16:creationId xmlns:a16="http://schemas.microsoft.com/office/drawing/2014/main" id="{C26216FC-1D41-CACB-7BC7-E7713E78B5EA}"/>
              </a:ext>
            </a:extLst>
          </p:cNvPr>
          <p:cNvSpPr/>
          <p:nvPr/>
        </p:nvSpPr>
        <p:spPr>
          <a:xfrm>
            <a:off x="19172509" y="3746947"/>
            <a:ext cx="4520611" cy="2714906"/>
          </a:xfrm>
          <a:custGeom>
            <a:avLst/>
            <a:gdLst>
              <a:gd name="connsiteX0" fmla="*/ 4114264 w 4520611"/>
              <a:gd name="connsiteY0" fmla="*/ 0 h 2714906"/>
              <a:gd name="connsiteX1" fmla="*/ 4520611 w 4520611"/>
              <a:gd name="connsiteY1" fmla="*/ 406347 h 2714906"/>
              <a:gd name="connsiteX2" fmla="*/ 4520611 w 4520611"/>
              <a:gd name="connsiteY2" fmla="*/ 2308559 h 2714906"/>
              <a:gd name="connsiteX3" fmla="*/ 4114264 w 4520611"/>
              <a:gd name="connsiteY3" fmla="*/ 2714907 h 2714906"/>
              <a:gd name="connsiteX4" fmla="*/ 406347 w 4520611"/>
              <a:gd name="connsiteY4" fmla="*/ 2714907 h 2714906"/>
              <a:gd name="connsiteX5" fmla="*/ 0 w 4520611"/>
              <a:gd name="connsiteY5" fmla="*/ 2308559 h 2714906"/>
              <a:gd name="connsiteX6" fmla="*/ 0 w 4520611"/>
              <a:gd name="connsiteY6" fmla="*/ 406347 h 2714906"/>
              <a:gd name="connsiteX7" fmla="*/ 406347 w 4520611"/>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0611" h="2714906">
                <a:moveTo>
                  <a:pt x="4114264" y="0"/>
                </a:moveTo>
                <a:cubicBezTo>
                  <a:pt x="4338683" y="0"/>
                  <a:pt x="4520611" y="181928"/>
                  <a:pt x="4520611" y="406347"/>
                </a:cubicBezTo>
                <a:lnTo>
                  <a:pt x="4520611" y="2308559"/>
                </a:lnTo>
                <a:cubicBezTo>
                  <a:pt x="4520611" y="2532979"/>
                  <a:pt x="4338683" y="2714907"/>
                  <a:pt x="4114264" y="2714907"/>
                </a:cubicBezTo>
                <a:lnTo>
                  <a:pt x="406347" y="2714907"/>
                </a:lnTo>
                <a:cubicBezTo>
                  <a:pt x="181928" y="2714907"/>
                  <a:pt x="0" y="2532979"/>
                  <a:pt x="0" y="2308559"/>
                </a:cubicBezTo>
                <a:lnTo>
                  <a:pt x="0" y="406347"/>
                </a:lnTo>
                <a:cubicBezTo>
                  <a:pt x="0" y="181928"/>
                  <a:pt x="181928" y="0"/>
                  <a:pt x="406347" y="0"/>
                </a:cubicBezTo>
                <a:close/>
              </a:path>
            </a:pathLst>
          </a:custGeom>
          <a:solidFill>
            <a:schemeClr val="accent4"/>
          </a:solidFill>
          <a:ln w="12695"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9933D411-381B-7734-CA00-D73F4F52789F}"/>
              </a:ext>
            </a:extLst>
          </p:cNvPr>
          <p:cNvSpPr/>
          <p:nvPr/>
        </p:nvSpPr>
        <p:spPr>
          <a:xfrm>
            <a:off x="19172509" y="6804709"/>
            <a:ext cx="4520611" cy="2714906"/>
          </a:xfrm>
          <a:custGeom>
            <a:avLst/>
            <a:gdLst>
              <a:gd name="connsiteX0" fmla="*/ 4114264 w 4520611"/>
              <a:gd name="connsiteY0" fmla="*/ 0 h 2714906"/>
              <a:gd name="connsiteX1" fmla="*/ 4520611 w 4520611"/>
              <a:gd name="connsiteY1" fmla="*/ 406347 h 2714906"/>
              <a:gd name="connsiteX2" fmla="*/ 4520611 w 4520611"/>
              <a:gd name="connsiteY2" fmla="*/ 2308559 h 2714906"/>
              <a:gd name="connsiteX3" fmla="*/ 4114264 w 4520611"/>
              <a:gd name="connsiteY3" fmla="*/ 2714906 h 2714906"/>
              <a:gd name="connsiteX4" fmla="*/ 406347 w 4520611"/>
              <a:gd name="connsiteY4" fmla="*/ 2714906 h 2714906"/>
              <a:gd name="connsiteX5" fmla="*/ 0 w 4520611"/>
              <a:gd name="connsiteY5" fmla="*/ 2308559 h 2714906"/>
              <a:gd name="connsiteX6" fmla="*/ 0 w 4520611"/>
              <a:gd name="connsiteY6" fmla="*/ 406347 h 2714906"/>
              <a:gd name="connsiteX7" fmla="*/ 406347 w 4520611"/>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0611" h="2714906">
                <a:moveTo>
                  <a:pt x="4114264" y="0"/>
                </a:moveTo>
                <a:cubicBezTo>
                  <a:pt x="4338683" y="0"/>
                  <a:pt x="4520611" y="181928"/>
                  <a:pt x="4520611" y="406347"/>
                </a:cubicBezTo>
                <a:lnTo>
                  <a:pt x="4520611" y="2308559"/>
                </a:lnTo>
                <a:cubicBezTo>
                  <a:pt x="4520611" y="2532978"/>
                  <a:pt x="4338683" y="2714906"/>
                  <a:pt x="4114264" y="2714906"/>
                </a:cubicBezTo>
                <a:lnTo>
                  <a:pt x="406347" y="2714906"/>
                </a:lnTo>
                <a:cubicBezTo>
                  <a:pt x="181928" y="2714906"/>
                  <a:pt x="0" y="2532978"/>
                  <a:pt x="0" y="2308559"/>
                </a:cubicBezTo>
                <a:lnTo>
                  <a:pt x="0" y="406347"/>
                </a:lnTo>
                <a:cubicBezTo>
                  <a:pt x="0" y="181928"/>
                  <a:pt x="181928" y="0"/>
                  <a:pt x="406347" y="0"/>
                </a:cubicBezTo>
                <a:close/>
              </a:path>
            </a:pathLst>
          </a:custGeom>
          <a:solidFill>
            <a:schemeClr val="accent4"/>
          </a:solidFill>
          <a:ln w="12695"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D3B0947A-A662-95AE-66C2-597BDF0D8E84}"/>
              </a:ext>
            </a:extLst>
          </p:cNvPr>
          <p:cNvSpPr/>
          <p:nvPr/>
        </p:nvSpPr>
        <p:spPr>
          <a:xfrm>
            <a:off x="19172509" y="9861201"/>
            <a:ext cx="4520611" cy="2714906"/>
          </a:xfrm>
          <a:custGeom>
            <a:avLst/>
            <a:gdLst>
              <a:gd name="connsiteX0" fmla="*/ 4114264 w 4520611"/>
              <a:gd name="connsiteY0" fmla="*/ 0 h 2714906"/>
              <a:gd name="connsiteX1" fmla="*/ 4520611 w 4520611"/>
              <a:gd name="connsiteY1" fmla="*/ 406347 h 2714906"/>
              <a:gd name="connsiteX2" fmla="*/ 4520611 w 4520611"/>
              <a:gd name="connsiteY2" fmla="*/ 2308559 h 2714906"/>
              <a:gd name="connsiteX3" fmla="*/ 4114264 w 4520611"/>
              <a:gd name="connsiteY3" fmla="*/ 2714907 h 2714906"/>
              <a:gd name="connsiteX4" fmla="*/ 406347 w 4520611"/>
              <a:gd name="connsiteY4" fmla="*/ 2714907 h 2714906"/>
              <a:gd name="connsiteX5" fmla="*/ 0 w 4520611"/>
              <a:gd name="connsiteY5" fmla="*/ 2308559 h 2714906"/>
              <a:gd name="connsiteX6" fmla="*/ 0 w 4520611"/>
              <a:gd name="connsiteY6" fmla="*/ 406347 h 2714906"/>
              <a:gd name="connsiteX7" fmla="*/ 406347 w 4520611"/>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0611" h="2714906">
                <a:moveTo>
                  <a:pt x="4114264" y="0"/>
                </a:moveTo>
                <a:cubicBezTo>
                  <a:pt x="4338683" y="0"/>
                  <a:pt x="4520611" y="181928"/>
                  <a:pt x="4520611" y="406347"/>
                </a:cubicBezTo>
                <a:lnTo>
                  <a:pt x="4520611" y="2308559"/>
                </a:lnTo>
                <a:cubicBezTo>
                  <a:pt x="4520611" y="2532979"/>
                  <a:pt x="4338683" y="2714907"/>
                  <a:pt x="4114264" y="2714907"/>
                </a:cubicBezTo>
                <a:lnTo>
                  <a:pt x="406347" y="2714907"/>
                </a:lnTo>
                <a:cubicBezTo>
                  <a:pt x="181928" y="2714907"/>
                  <a:pt x="0" y="2532979"/>
                  <a:pt x="0" y="2308559"/>
                </a:cubicBezTo>
                <a:lnTo>
                  <a:pt x="0" y="406347"/>
                </a:lnTo>
                <a:cubicBezTo>
                  <a:pt x="0" y="181928"/>
                  <a:pt x="181928" y="0"/>
                  <a:pt x="406347" y="0"/>
                </a:cubicBezTo>
                <a:close/>
              </a:path>
            </a:pathLst>
          </a:custGeom>
          <a:solidFill>
            <a:schemeClr val="accent4"/>
          </a:solidFill>
          <a:ln w="12695" cap="flat">
            <a:noFill/>
            <a:prstDash val="solid"/>
            <a:miter/>
          </a:ln>
        </p:spPr>
        <p:txBody>
          <a:bodyPr rtlCol="0" anchor="ctr"/>
          <a:lstStyle/>
          <a:p>
            <a:endParaRPr lang="en-US"/>
          </a:p>
        </p:txBody>
      </p:sp>
      <p:sp>
        <p:nvSpPr>
          <p:cNvPr id="60" name="Freeform 59">
            <a:extLst>
              <a:ext uri="{FF2B5EF4-FFF2-40B4-BE49-F238E27FC236}">
                <a16:creationId xmlns:a16="http://schemas.microsoft.com/office/drawing/2014/main" id="{F7F1F1CB-D157-2134-D066-A9F005194EFE}"/>
              </a:ext>
            </a:extLst>
          </p:cNvPr>
          <p:cNvSpPr/>
          <p:nvPr userDrawn="1"/>
        </p:nvSpPr>
        <p:spPr>
          <a:xfrm>
            <a:off x="19157271" y="3746947"/>
            <a:ext cx="4520611" cy="2714906"/>
          </a:xfrm>
          <a:custGeom>
            <a:avLst/>
            <a:gdLst>
              <a:gd name="connsiteX0" fmla="*/ 4114264 w 4520611"/>
              <a:gd name="connsiteY0" fmla="*/ 0 h 2714906"/>
              <a:gd name="connsiteX1" fmla="*/ 4520611 w 4520611"/>
              <a:gd name="connsiteY1" fmla="*/ 406347 h 2714906"/>
              <a:gd name="connsiteX2" fmla="*/ 4520611 w 4520611"/>
              <a:gd name="connsiteY2" fmla="*/ 2308559 h 2714906"/>
              <a:gd name="connsiteX3" fmla="*/ 4114264 w 4520611"/>
              <a:gd name="connsiteY3" fmla="*/ 2714907 h 2714906"/>
              <a:gd name="connsiteX4" fmla="*/ 406347 w 4520611"/>
              <a:gd name="connsiteY4" fmla="*/ 2714907 h 2714906"/>
              <a:gd name="connsiteX5" fmla="*/ 0 w 4520611"/>
              <a:gd name="connsiteY5" fmla="*/ 2308559 h 2714906"/>
              <a:gd name="connsiteX6" fmla="*/ 0 w 4520611"/>
              <a:gd name="connsiteY6" fmla="*/ 406347 h 2714906"/>
              <a:gd name="connsiteX7" fmla="*/ 406347 w 4520611"/>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20611" h="2714906">
                <a:moveTo>
                  <a:pt x="4114264" y="0"/>
                </a:moveTo>
                <a:cubicBezTo>
                  <a:pt x="4338683" y="0"/>
                  <a:pt x="4520611" y="181928"/>
                  <a:pt x="4520611" y="406347"/>
                </a:cubicBezTo>
                <a:lnTo>
                  <a:pt x="4520611" y="2308559"/>
                </a:lnTo>
                <a:cubicBezTo>
                  <a:pt x="4520611" y="2532979"/>
                  <a:pt x="4338683" y="2714907"/>
                  <a:pt x="4114264" y="2714907"/>
                </a:cubicBezTo>
                <a:lnTo>
                  <a:pt x="406347" y="2714907"/>
                </a:lnTo>
                <a:cubicBezTo>
                  <a:pt x="181928" y="2714907"/>
                  <a:pt x="0" y="2532979"/>
                  <a:pt x="0" y="2308559"/>
                </a:cubicBezTo>
                <a:lnTo>
                  <a:pt x="0" y="406347"/>
                </a:lnTo>
                <a:cubicBezTo>
                  <a:pt x="0" y="181928"/>
                  <a:pt x="181928" y="0"/>
                  <a:pt x="406347" y="0"/>
                </a:cubicBezTo>
                <a:close/>
              </a:path>
            </a:pathLst>
          </a:custGeom>
          <a:solidFill>
            <a:schemeClr val="accent4"/>
          </a:solidFill>
          <a:ln w="12695" cap="flat">
            <a:noFill/>
            <a:prstDash val="solid"/>
            <a:miter/>
          </a:ln>
        </p:spPr>
        <p:txBody>
          <a:bodyPr rtlCol="0" anchor="ctr"/>
          <a:lstStyle/>
          <a:p>
            <a:endParaRPr lang="en-US"/>
          </a:p>
        </p:txBody>
      </p:sp>
      <p:sp>
        <p:nvSpPr>
          <p:cNvPr id="51" name="Freeform 50">
            <a:extLst>
              <a:ext uri="{FF2B5EF4-FFF2-40B4-BE49-F238E27FC236}">
                <a16:creationId xmlns:a16="http://schemas.microsoft.com/office/drawing/2014/main" id="{2BB2B8A2-14BE-510D-97E7-2B19356C2CA0}"/>
              </a:ext>
            </a:extLst>
          </p:cNvPr>
          <p:cNvSpPr/>
          <p:nvPr/>
        </p:nvSpPr>
        <p:spPr>
          <a:xfrm>
            <a:off x="14306502" y="3746947"/>
            <a:ext cx="4535849" cy="2714906"/>
          </a:xfrm>
          <a:custGeom>
            <a:avLst/>
            <a:gdLst>
              <a:gd name="connsiteX0" fmla="*/ 4129502 w 4535849"/>
              <a:gd name="connsiteY0" fmla="*/ 0 h 2714906"/>
              <a:gd name="connsiteX1" fmla="*/ 4535849 w 4535849"/>
              <a:gd name="connsiteY1" fmla="*/ 406347 h 2714906"/>
              <a:gd name="connsiteX2" fmla="*/ 4535849 w 4535849"/>
              <a:gd name="connsiteY2" fmla="*/ 2308559 h 2714906"/>
              <a:gd name="connsiteX3" fmla="*/ 4129502 w 4535849"/>
              <a:gd name="connsiteY3" fmla="*/ 2714907 h 2714906"/>
              <a:gd name="connsiteX4" fmla="*/ 406347 w 4535849"/>
              <a:gd name="connsiteY4" fmla="*/ 2714907 h 2714906"/>
              <a:gd name="connsiteX5" fmla="*/ 0 w 4535849"/>
              <a:gd name="connsiteY5" fmla="*/ 2308559 h 2714906"/>
              <a:gd name="connsiteX6" fmla="*/ 0 w 4535849"/>
              <a:gd name="connsiteY6" fmla="*/ 406347 h 2714906"/>
              <a:gd name="connsiteX7" fmla="*/ 406347 w 4535849"/>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35849" h="2714906">
                <a:moveTo>
                  <a:pt x="4129502" y="0"/>
                </a:moveTo>
                <a:cubicBezTo>
                  <a:pt x="4353921" y="0"/>
                  <a:pt x="4535849" y="181928"/>
                  <a:pt x="4535849" y="406347"/>
                </a:cubicBezTo>
                <a:lnTo>
                  <a:pt x="4535849" y="2308559"/>
                </a:lnTo>
                <a:cubicBezTo>
                  <a:pt x="4535849" y="2532979"/>
                  <a:pt x="4353921" y="2714907"/>
                  <a:pt x="4129502" y="2714907"/>
                </a:cubicBezTo>
                <a:lnTo>
                  <a:pt x="406347" y="2714907"/>
                </a:lnTo>
                <a:cubicBezTo>
                  <a:pt x="181928" y="2714907"/>
                  <a:pt x="0" y="2532979"/>
                  <a:pt x="0" y="2308559"/>
                </a:cubicBezTo>
                <a:lnTo>
                  <a:pt x="0" y="406347"/>
                </a:lnTo>
                <a:cubicBezTo>
                  <a:pt x="0" y="181928"/>
                  <a:pt x="181928" y="0"/>
                  <a:pt x="406347" y="0"/>
                </a:cubicBezTo>
                <a:close/>
              </a:path>
            </a:pathLst>
          </a:custGeom>
          <a:solidFill>
            <a:schemeClr val="accent3"/>
          </a:solidFill>
          <a:ln w="12695" cap="flat">
            <a:noFill/>
            <a:prstDash val="solid"/>
            <a:miter/>
          </a:ln>
        </p:spPr>
        <p:txBody>
          <a:bodyPr rtlCol="0" anchor="ctr"/>
          <a:lstStyle/>
          <a:p>
            <a:endParaRPr lang="en-US"/>
          </a:p>
        </p:txBody>
      </p:sp>
      <p:sp>
        <p:nvSpPr>
          <p:cNvPr id="52" name="Freeform 51">
            <a:extLst>
              <a:ext uri="{FF2B5EF4-FFF2-40B4-BE49-F238E27FC236}">
                <a16:creationId xmlns:a16="http://schemas.microsoft.com/office/drawing/2014/main" id="{E1A93953-BB79-906C-DD9F-4CF3F245897A}"/>
              </a:ext>
            </a:extLst>
          </p:cNvPr>
          <p:cNvSpPr/>
          <p:nvPr/>
        </p:nvSpPr>
        <p:spPr>
          <a:xfrm>
            <a:off x="14306502" y="6804709"/>
            <a:ext cx="4535849" cy="2714906"/>
          </a:xfrm>
          <a:custGeom>
            <a:avLst/>
            <a:gdLst>
              <a:gd name="connsiteX0" fmla="*/ 4129502 w 4535849"/>
              <a:gd name="connsiteY0" fmla="*/ 0 h 2714906"/>
              <a:gd name="connsiteX1" fmla="*/ 4535849 w 4535849"/>
              <a:gd name="connsiteY1" fmla="*/ 406347 h 2714906"/>
              <a:gd name="connsiteX2" fmla="*/ 4535849 w 4535849"/>
              <a:gd name="connsiteY2" fmla="*/ 2308559 h 2714906"/>
              <a:gd name="connsiteX3" fmla="*/ 4129502 w 4535849"/>
              <a:gd name="connsiteY3" fmla="*/ 2714906 h 2714906"/>
              <a:gd name="connsiteX4" fmla="*/ 406347 w 4535849"/>
              <a:gd name="connsiteY4" fmla="*/ 2714906 h 2714906"/>
              <a:gd name="connsiteX5" fmla="*/ 0 w 4535849"/>
              <a:gd name="connsiteY5" fmla="*/ 2308559 h 2714906"/>
              <a:gd name="connsiteX6" fmla="*/ 0 w 4535849"/>
              <a:gd name="connsiteY6" fmla="*/ 406347 h 2714906"/>
              <a:gd name="connsiteX7" fmla="*/ 406347 w 4535849"/>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35849" h="2714906">
                <a:moveTo>
                  <a:pt x="4129502" y="0"/>
                </a:moveTo>
                <a:cubicBezTo>
                  <a:pt x="4353921" y="0"/>
                  <a:pt x="4535849" y="181928"/>
                  <a:pt x="4535849" y="406347"/>
                </a:cubicBezTo>
                <a:lnTo>
                  <a:pt x="4535849" y="2308559"/>
                </a:lnTo>
                <a:cubicBezTo>
                  <a:pt x="4535849" y="2532978"/>
                  <a:pt x="4353921" y="2714906"/>
                  <a:pt x="4129502" y="2714906"/>
                </a:cubicBezTo>
                <a:lnTo>
                  <a:pt x="406347" y="2714906"/>
                </a:lnTo>
                <a:cubicBezTo>
                  <a:pt x="181928" y="2714906"/>
                  <a:pt x="0" y="2532978"/>
                  <a:pt x="0" y="2308559"/>
                </a:cubicBezTo>
                <a:lnTo>
                  <a:pt x="0" y="406347"/>
                </a:lnTo>
                <a:cubicBezTo>
                  <a:pt x="0" y="181928"/>
                  <a:pt x="181928" y="0"/>
                  <a:pt x="406347" y="0"/>
                </a:cubicBezTo>
                <a:close/>
              </a:path>
            </a:pathLst>
          </a:custGeom>
          <a:solidFill>
            <a:schemeClr val="accent3"/>
          </a:solidFill>
          <a:ln w="12695" cap="flat">
            <a:noFill/>
            <a:prstDash val="solid"/>
            <a:miter/>
          </a:ln>
        </p:spPr>
        <p:txBody>
          <a:bodyPr rtlCol="0" anchor="ctr"/>
          <a:lstStyle/>
          <a:p>
            <a:endParaRPr lang="en-US"/>
          </a:p>
        </p:txBody>
      </p:sp>
      <p:sp>
        <p:nvSpPr>
          <p:cNvPr id="53" name="Freeform 52">
            <a:extLst>
              <a:ext uri="{FF2B5EF4-FFF2-40B4-BE49-F238E27FC236}">
                <a16:creationId xmlns:a16="http://schemas.microsoft.com/office/drawing/2014/main" id="{07A58A6F-8474-A0B8-1521-2853152B4941}"/>
              </a:ext>
            </a:extLst>
          </p:cNvPr>
          <p:cNvSpPr/>
          <p:nvPr/>
        </p:nvSpPr>
        <p:spPr>
          <a:xfrm>
            <a:off x="14306502" y="9861201"/>
            <a:ext cx="4535849" cy="2714906"/>
          </a:xfrm>
          <a:custGeom>
            <a:avLst/>
            <a:gdLst>
              <a:gd name="connsiteX0" fmla="*/ 4129502 w 4535849"/>
              <a:gd name="connsiteY0" fmla="*/ 0 h 2714906"/>
              <a:gd name="connsiteX1" fmla="*/ 4535849 w 4535849"/>
              <a:gd name="connsiteY1" fmla="*/ 406347 h 2714906"/>
              <a:gd name="connsiteX2" fmla="*/ 4535849 w 4535849"/>
              <a:gd name="connsiteY2" fmla="*/ 2308559 h 2714906"/>
              <a:gd name="connsiteX3" fmla="*/ 4129502 w 4535849"/>
              <a:gd name="connsiteY3" fmla="*/ 2714907 h 2714906"/>
              <a:gd name="connsiteX4" fmla="*/ 406347 w 4535849"/>
              <a:gd name="connsiteY4" fmla="*/ 2714907 h 2714906"/>
              <a:gd name="connsiteX5" fmla="*/ 0 w 4535849"/>
              <a:gd name="connsiteY5" fmla="*/ 2308559 h 2714906"/>
              <a:gd name="connsiteX6" fmla="*/ 0 w 4535849"/>
              <a:gd name="connsiteY6" fmla="*/ 406347 h 2714906"/>
              <a:gd name="connsiteX7" fmla="*/ 406347 w 4535849"/>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35849" h="2714906">
                <a:moveTo>
                  <a:pt x="4129502" y="0"/>
                </a:moveTo>
                <a:cubicBezTo>
                  <a:pt x="4353921" y="0"/>
                  <a:pt x="4535849" y="181928"/>
                  <a:pt x="4535849" y="406347"/>
                </a:cubicBezTo>
                <a:lnTo>
                  <a:pt x="4535849" y="2308559"/>
                </a:lnTo>
                <a:cubicBezTo>
                  <a:pt x="4535849" y="2532979"/>
                  <a:pt x="4353921" y="2714907"/>
                  <a:pt x="4129502" y="2714907"/>
                </a:cubicBezTo>
                <a:lnTo>
                  <a:pt x="406347" y="2714907"/>
                </a:lnTo>
                <a:cubicBezTo>
                  <a:pt x="181928" y="2714907"/>
                  <a:pt x="0" y="2532979"/>
                  <a:pt x="0" y="2308559"/>
                </a:cubicBezTo>
                <a:lnTo>
                  <a:pt x="0" y="406347"/>
                </a:lnTo>
                <a:cubicBezTo>
                  <a:pt x="0" y="181928"/>
                  <a:pt x="181928" y="0"/>
                  <a:pt x="406347" y="0"/>
                </a:cubicBezTo>
                <a:close/>
              </a:path>
            </a:pathLst>
          </a:custGeom>
          <a:solidFill>
            <a:schemeClr val="accent3"/>
          </a:solidFill>
          <a:ln w="12695" cap="flat">
            <a:noFill/>
            <a:prstDash val="solid"/>
            <a:miter/>
          </a:ln>
        </p:spPr>
        <p:txBody>
          <a:bodyPr rtlCol="0" anchor="ctr"/>
          <a:lstStyle/>
          <a:p>
            <a:endParaRPr lang="en-US"/>
          </a:p>
        </p:txBody>
      </p:sp>
      <p:sp>
        <p:nvSpPr>
          <p:cNvPr id="41" name="Freeform 40">
            <a:extLst>
              <a:ext uri="{FF2B5EF4-FFF2-40B4-BE49-F238E27FC236}">
                <a16:creationId xmlns:a16="http://schemas.microsoft.com/office/drawing/2014/main" id="{0D531461-737C-E279-4D3B-FFB56CA6E253}"/>
              </a:ext>
            </a:extLst>
          </p:cNvPr>
          <p:cNvSpPr/>
          <p:nvPr/>
        </p:nvSpPr>
        <p:spPr>
          <a:xfrm>
            <a:off x="6522416" y="3746947"/>
            <a:ext cx="5495844" cy="2714906"/>
          </a:xfrm>
          <a:custGeom>
            <a:avLst/>
            <a:gdLst>
              <a:gd name="connsiteX0" fmla="*/ 5089498 w 5495844"/>
              <a:gd name="connsiteY0" fmla="*/ 0 h 2714906"/>
              <a:gd name="connsiteX1" fmla="*/ 5495845 w 5495844"/>
              <a:gd name="connsiteY1" fmla="*/ 406347 h 2714906"/>
              <a:gd name="connsiteX2" fmla="*/ 5495845 w 5495844"/>
              <a:gd name="connsiteY2" fmla="*/ 2308559 h 2714906"/>
              <a:gd name="connsiteX3" fmla="*/ 5089498 w 5495844"/>
              <a:gd name="connsiteY3" fmla="*/ 2714907 h 2714906"/>
              <a:gd name="connsiteX4" fmla="*/ 406347 w 5495844"/>
              <a:gd name="connsiteY4" fmla="*/ 2714907 h 2714906"/>
              <a:gd name="connsiteX5" fmla="*/ 0 w 5495844"/>
              <a:gd name="connsiteY5" fmla="*/ 2308559 h 2714906"/>
              <a:gd name="connsiteX6" fmla="*/ 0 w 5495844"/>
              <a:gd name="connsiteY6" fmla="*/ 406347 h 2714906"/>
              <a:gd name="connsiteX7" fmla="*/ 406347 w 5495844"/>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2714906">
                <a:moveTo>
                  <a:pt x="5089498" y="0"/>
                </a:moveTo>
                <a:cubicBezTo>
                  <a:pt x="5313917" y="0"/>
                  <a:pt x="5495845" y="181928"/>
                  <a:pt x="5495845" y="406347"/>
                </a:cubicBezTo>
                <a:lnTo>
                  <a:pt x="5495845" y="2308559"/>
                </a:lnTo>
                <a:cubicBezTo>
                  <a:pt x="5495845" y="2532979"/>
                  <a:pt x="5313917" y="2714907"/>
                  <a:pt x="5089498" y="2714907"/>
                </a:cubicBezTo>
                <a:lnTo>
                  <a:pt x="406347" y="2714907"/>
                </a:lnTo>
                <a:cubicBezTo>
                  <a:pt x="181928" y="2714907"/>
                  <a:pt x="0" y="2532979"/>
                  <a:pt x="0" y="2308559"/>
                </a:cubicBezTo>
                <a:lnTo>
                  <a:pt x="0" y="406347"/>
                </a:lnTo>
                <a:cubicBezTo>
                  <a:pt x="0" y="181928"/>
                  <a:pt x="181928" y="0"/>
                  <a:pt x="406347" y="0"/>
                </a:cubicBezTo>
                <a:close/>
              </a:path>
            </a:pathLst>
          </a:custGeom>
          <a:solidFill>
            <a:schemeClr val="accent2"/>
          </a:solidFill>
          <a:ln w="12695"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76FF55C4-DE25-4F17-3C66-C944F7265E34}"/>
              </a:ext>
            </a:extLst>
          </p:cNvPr>
          <p:cNvSpPr/>
          <p:nvPr/>
        </p:nvSpPr>
        <p:spPr>
          <a:xfrm>
            <a:off x="6522416" y="6804709"/>
            <a:ext cx="5495844" cy="2714906"/>
          </a:xfrm>
          <a:custGeom>
            <a:avLst/>
            <a:gdLst>
              <a:gd name="connsiteX0" fmla="*/ 5089498 w 5495844"/>
              <a:gd name="connsiteY0" fmla="*/ 0 h 2714906"/>
              <a:gd name="connsiteX1" fmla="*/ 5495845 w 5495844"/>
              <a:gd name="connsiteY1" fmla="*/ 406347 h 2714906"/>
              <a:gd name="connsiteX2" fmla="*/ 5495845 w 5495844"/>
              <a:gd name="connsiteY2" fmla="*/ 2308559 h 2714906"/>
              <a:gd name="connsiteX3" fmla="*/ 5089498 w 5495844"/>
              <a:gd name="connsiteY3" fmla="*/ 2714906 h 2714906"/>
              <a:gd name="connsiteX4" fmla="*/ 406347 w 5495844"/>
              <a:gd name="connsiteY4" fmla="*/ 2714906 h 2714906"/>
              <a:gd name="connsiteX5" fmla="*/ 0 w 5495844"/>
              <a:gd name="connsiteY5" fmla="*/ 2308559 h 2714906"/>
              <a:gd name="connsiteX6" fmla="*/ 0 w 5495844"/>
              <a:gd name="connsiteY6" fmla="*/ 406347 h 2714906"/>
              <a:gd name="connsiteX7" fmla="*/ 406347 w 5495844"/>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2714906">
                <a:moveTo>
                  <a:pt x="5089498" y="0"/>
                </a:moveTo>
                <a:cubicBezTo>
                  <a:pt x="5313917" y="0"/>
                  <a:pt x="5495845" y="181928"/>
                  <a:pt x="5495845" y="406347"/>
                </a:cubicBezTo>
                <a:lnTo>
                  <a:pt x="5495845" y="2308559"/>
                </a:lnTo>
                <a:cubicBezTo>
                  <a:pt x="5495845" y="2532978"/>
                  <a:pt x="5313917" y="2714906"/>
                  <a:pt x="5089498" y="2714906"/>
                </a:cubicBezTo>
                <a:lnTo>
                  <a:pt x="406347" y="2714906"/>
                </a:lnTo>
                <a:cubicBezTo>
                  <a:pt x="181928" y="2714906"/>
                  <a:pt x="0" y="2532978"/>
                  <a:pt x="0" y="2308559"/>
                </a:cubicBezTo>
                <a:lnTo>
                  <a:pt x="0" y="406347"/>
                </a:lnTo>
                <a:cubicBezTo>
                  <a:pt x="0" y="181928"/>
                  <a:pt x="181928" y="0"/>
                  <a:pt x="406347" y="0"/>
                </a:cubicBezTo>
                <a:close/>
              </a:path>
            </a:pathLst>
          </a:custGeom>
          <a:solidFill>
            <a:schemeClr val="accent2"/>
          </a:solidFill>
          <a:ln w="12695"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1384D1F0-3E04-E7D4-49CC-B31A042AF7BA}"/>
              </a:ext>
            </a:extLst>
          </p:cNvPr>
          <p:cNvSpPr/>
          <p:nvPr/>
        </p:nvSpPr>
        <p:spPr>
          <a:xfrm>
            <a:off x="6522416" y="9861201"/>
            <a:ext cx="5495844" cy="2714906"/>
          </a:xfrm>
          <a:custGeom>
            <a:avLst/>
            <a:gdLst>
              <a:gd name="connsiteX0" fmla="*/ 5089498 w 5495844"/>
              <a:gd name="connsiteY0" fmla="*/ 0 h 2714906"/>
              <a:gd name="connsiteX1" fmla="*/ 5495845 w 5495844"/>
              <a:gd name="connsiteY1" fmla="*/ 406347 h 2714906"/>
              <a:gd name="connsiteX2" fmla="*/ 5495845 w 5495844"/>
              <a:gd name="connsiteY2" fmla="*/ 2308559 h 2714906"/>
              <a:gd name="connsiteX3" fmla="*/ 5089498 w 5495844"/>
              <a:gd name="connsiteY3" fmla="*/ 2714907 h 2714906"/>
              <a:gd name="connsiteX4" fmla="*/ 406347 w 5495844"/>
              <a:gd name="connsiteY4" fmla="*/ 2714907 h 2714906"/>
              <a:gd name="connsiteX5" fmla="*/ 0 w 5495844"/>
              <a:gd name="connsiteY5" fmla="*/ 2308559 h 2714906"/>
              <a:gd name="connsiteX6" fmla="*/ 0 w 5495844"/>
              <a:gd name="connsiteY6" fmla="*/ 406347 h 2714906"/>
              <a:gd name="connsiteX7" fmla="*/ 406347 w 5495844"/>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2714906">
                <a:moveTo>
                  <a:pt x="5089498" y="0"/>
                </a:moveTo>
                <a:cubicBezTo>
                  <a:pt x="5313917" y="0"/>
                  <a:pt x="5495845" y="181928"/>
                  <a:pt x="5495845" y="406347"/>
                </a:cubicBezTo>
                <a:lnTo>
                  <a:pt x="5495845" y="2308559"/>
                </a:lnTo>
                <a:cubicBezTo>
                  <a:pt x="5495845" y="2532979"/>
                  <a:pt x="5313917" y="2714907"/>
                  <a:pt x="5089498" y="2714907"/>
                </a:cubicBezTo>
                <a:lnTo>
                  <a:pt x="406347" y="2714907"/>
                </a:lnTo>
                <a:cubicBezTo>
                  <a:pt x="181928" y="2714907"/>
                  <a:pt x="0" y="2532979"/>
                  <a:pt x="0" y="2308559"/>
                </a:cubicBezTo>
                <a:lnTo>
                  <a:pt x="0" y="406347"/>
                </a:lnTo>
                <a:cubicBezTo>
                  <a:pt x="0" y="181928"/>
                  <a:pt x="181928" y="0"/>
                  <a:pt x="406347" y="0"/>
                </a:cubicBezTo>
                <a:close/>
              </a:path>
            </a:pathLst>
          </a:custGeom>
          <a:solidFill>
            <a:schemeClr val="accent2"/>
          </a:solidFill>
          <a:ln w="12695" cap="flat">
            <a:noFill/>
            <a:prstDash val="solid"/>
            <a:miter/>
          </a:ln>
        </p:spPr>
        <p:txBody>
          <a:bodyPr rtlCol="0" anchor="ctr"/>
          <a:lstStyle/>
          <a:p>
            <a:endParaRPr lang="en-US"/>
          </a:p>
        </p:txBody>
      </p:sp>
      <p:sp>
        <p:nvSpPr>
          <p:cNvPr id="2" name="Title 1"/>
          <p:cNvSpPr>
            <a:spLocks noGrp="1"/>
          </p:cNvSpPr>
          <p:nvPr>
            <p:ph type="title" hasCustomPrompt="1"/>
          </p:nvPr>
        </p:nvSpPr>
        <p:spPr>
          <a:xfrm>
            <a:off x="682627" y="2121408"/>
            <a:ext cx="5497512" cy="1169989"/>
          </a:xfrm>
        </p:spPr>
        <p:txBody>
          <a:bodyPr/>
          <a:lstStyle/>
          <a:p>
            <a:r>
              <a:rPr lang="en-US"/>
              <a:t>Click to edit title</a:t>
            </a:r>
          </a:p>
        </p:txBody>
      </p:sp>
      <p:sp>
        <p:nvSpPr>
          <p:cNvPr id="4" name="Content Placeholder 3"/>
          <p:cNvSpPr>
            <a:spLocks noGrp="1"/>
          </p:cNvSpPr>
          <p:nvPr>
            <p:ph sz="half" idx="2"/>
          </p:nvPr>
        </p:nvSpPr>
        <p:spPr>
          <a:xfrm>
            <a:off x="682625" y="3686807"/>
            <a:ext cx="5497513" cy="8879843"/>
          </a:xfrm>
        </p:spPr>
        <p:txBody>
          <a:bodyPr/>
          <a:lstStyle>
            <a:lvl1pPr>
              <a:lnSpc>
                <a:spcPts val="2200"/>
              </a:lnSpc>
              <a:spcAft>
                <a:spcPts val="0"/>
              </a:spcAft>
              <a:defRPr sz="1600"/>
            </a:lvl1pPr>
            <a:lvl2pPr>
              <a:lnSpc>
                <a:spcPts val="2200"/>
              </a:lnSpc>
              <a:spcAft>
                <a:spcPts val="0"/>
              </a:spcAft>
              <a:defRPr sz="1600"/>
            </a:lvl2pPr>
            <a:lvl3pPr>
              <a:lnSpc>
                <a:spcPts val="2200"/>
              </a:lnSpc>
              <a:spcAft>
                <a:spcPts val="0"/>
              </a:spcAft>
              <a:defRPr sz="1600"/>
            </a:lvl3pPr>
            <a:lvl4pPr>
              <a:lnSpc>
                <a:spcPts val="2200"/>
              </a:lnSpc>
              <a:spcAft>
                <a:spcPts val="0"/>
              </a:spcAft>
              <a:defRPr sz="1600"/>
            </a:lvl4pPr>
            <a:lvl5pPr>
              <a:lnSpc>
                <a:spcPts val="2200"/>
              </a:lnSpc>
              <a:spcAft>
                <a:spcPts val="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9" name="Text Placeholder 2">
            <a:extLst>
              <a:ext uri="{FF2B5EF4-FFF2-40B4-BE49-F238E27FC236}">
                <a16:creationId xmlns:a16="http://schemas.microsoft.com/office/drawing/2014/main" id="{E941F8DD-FE38-F4C8-3E29-00A6EF772DF9}"/>
              </a:ext>
            </a:extLst>
          </p:cNvPr>
          <p:cNvSpPr>
            <a:spLocks noGrp="1"/>
          </p:cNvSpPr>
          <p:nvPr>
            <p:ph type="body" idx="1" hasCustomPrompt="1"/>
          </p:nvPr>
        </p:nvSpPr>
        <p:spPr>
          <a:xfrm>
            <a:off x="6983669" y="4209458"/>
            <a:ext cx="4389120" cy="602703"/>
          </a:xfrm>
        </p:spPr>
        <p:txBody>
          <a:bodyPr anchor="t" anchorCtr="0"/>
          <a:lstStyle>
            <a:lvl1pPr marL="0" indent="0">
              <a:lnSpc>
                <a:spcPts val="3400"/>
              </a:lnSpc>
              <a:spcBef>
                <a:spcPts val="0"/>
              </a:spcBef>
              <a:spcAft>
                <a:spcPts val="0"/>
              </a:spcAft>
              <a:buNone/>
              <a:defRPr sz="26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0" name="Text Placeholder 2">
            <a:extLst>
              <a:ext uri="{FF2B5EF4-FFF2-40B4-BE49-F238E27FC236}">
                <a16:creationId xmlns:a16="http://schemas.microsoft.com/office/drawing/2014/main" id="{D99ED5DC-5925-8807-E47D-CC5D33B10810}"/>
              </a:ext>
            </a:extLst>
          </p:cNvPr>
          <p:cNvSpPr>
            <a:spLocks noGrp="1"/>
          </p:cNvSpPr>
          <p:nvPr>
            <p:ph type="body" idx="13" hasCustomPrompt="1"/>
          </p:nvPr>
        </p:nvSpPr>
        <p:spPr>
          <a:xfrm>
            <a:off x="6983669" y="7271698"/>
            <a:ext cx="4389120" cy="602703"/>
          </a:xfrm>
        </p:spPr>
        <p:txBody>
          <a:bodyPr anchor="t" anchorCtr="0"/>
          <a:lstStyle>
            <a:lvl1pPr marL="0" indent="0">
              <a:lnSpc>
                <a:spcPts val="3400"/>
              </a:lnSpc>
              <a:spcBef>
                <a:spcPts val="0"/>
              </a:spcBef>
              <a:spcAft>
                <a:spcPts val="0"/>
              </a:spcAft>
              <a:buNone/>
              <a:defRPr sz="26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1" name="Text Placeholder 2">
            <a:extLst>
              <a:ext uri="{FF2B5EF4-FFF2-40B4-BE49-F238E27FC236}">
                <a16:creationId xmlns:a16="http://schemas.microsoft.com/office/drawing/2014/main" id="{52D4C79C-A2C7-93A3-3AAB-7FE72E4CE1C0}"/>
              </a:ext>
            </a:extLst>
          </p:cNvPr>
          <p:cNvSpPr>
            <a:spLocks noGrp="1"/>
          </p:cNvSpPr>
          <p:nvPr>
            <p:ph type="body" idx="14" hasCustomPrompt="1"/>
          </p:nvPr>
        </p:nvSpPr>
        <p:spPr>
          <a:xfrm>
            <a:off x="6983669" y="10340481"/>
            <a:ext cx="4389120" cy="602703"/>
          </a:xfrm>
        </p:spPr>
        <p:txBody>
          <a:bodyPr anchor="t" anchorCtr="0"/>
          <a:lstStyle>
            <a:lvl1pPr marL="0" indent="0">
              <a:lnSpc>
                <a:spcPts val="3400"/>
              </a:lnSpc>
              <a:spcBef>
                <a:spcPts val="0"/>
              </a:spcBef>
              <a:spcAft>
                <a:spcPts val="0"/>
              </a:spcAft>
              <a:buNone/>
              <a:defRPr sz="26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2" name="Text Placeholder 3">
            <a:extLst>
              <a:ext uri="{FF2B5EF4-FFF2-40B4-BE49-F238E27FC236}">
                <a16:creationId xmlns:a16="http://schemas.microsoft.com/office/drawing/2014/main" id="{65C31B88-48B8-838C-231A-773817ED7EB6}"/>
              </a:ext>
            </a:extLst>
          </p:cNvPr>
          <p:cNvSpPr>
            <a:spLocks noGrp="1"/>
          </p:cNvSpPr>
          <p:nvPr>
            <p:ph type="body" sz="half" idx="15"/>
          </p:nvPr>
        </p:nvSpPr>
        <p:spPr>
          <a:xfrm>
            <a:off x="6983668" y="5155636"/>
            <a:ext cx="4389119" cy="1078909"/>
          </a:xfrm>
        </p:spPr>
        <p:txBody>
          <a:bodyPr/>
          <a:lstStyle>
            <a:lvl1pPr marL="0" indent="0">
              <a:lnSpc>
                <a:spcPts val="2200"/>
              </a:lnSpc>
              <a:spcAft>
                <a:spcPts val="0"/>
              </a:spcAft>
              <a:buNone/>
              <a:defRPr sz="1600">
                <a:solidFill>
                  <a:schemeClr val="bg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sp>
        <p:nvSpPr>
          <p:cNvPr id="23" name="Text Placeholder 3">
            <a:extLst>
              <a:ext uri="{FF2B5EF4-FFF2-40B4-BE49-F238E27FC236}">
                <a16:creationId xmlns:a16="http://schemas.microsoft.com/office/drawing/2014/main" id="{4EDFC070-30D2-C539-829F-804CCB94CDF2}"/>
              </a:ext>
            </a:extLst>
          </p:cNvPr>
          <p:cNvSpPr>
            <a:spLocks noGrp="1"/>
          </p:cNvSpPr>
          <p:nvPr>
            <p:ph type="body" sz="half" idx="16"/>
          </p:nvPr>
        </p:nvSpPr>
        <p:spPr>
          <a:xfrm>
            <a:off x="6983668" y="8233385"/>
            <a:ext cx="4389119" cy="1078909"/>
          </a:xfrm>
        </p:spPr>
        <p:txBody>
          <a:bodyPr/>
          <a:lstStyle>
            <a:lvl1pPr marL="0" indent="0">
              <a:lnSpc>
                <a:spcPts val="2200"/>
              </a:lnSpc>
              <a:spcAft>
                <a:spcPts val="0"/>
              </a:spcAft>
              <a:buNone/>
              <a:defRPr sz="1600">
                <a:solidFill>
                  <a:schemeClr val="bg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sp>
        <p:nvSpPr>
          <p:cNvPr id="24" name="Text Placeholder 3">
            <a:extLst>
              <a:ext uri="{FF2B5EF4-FFF2-40B4-BE49-F238E27FC236}">
                <a16:creationId xmlns:a16="http://schemas.microsoft.com/office/drawing/2014/main" id="{5028C904-11DC-5D61-7932-C58E602D6AD0}"/>
              </a:ext>
            </a:extLst>
          </p:cNvPr>
          <p:cNvSpPr>
            <a:spLocks noGrp="1"/>
          </p:cNvSpPr>
          <p:nvPr>
            <p:ph type="body" sz="half" idx="17" hasCustomPrompt="1"/>
          </p:nvPr>
        </p:nvSpPr>
        <p:spPr>
          <a:xfrm>
            <a:off x="6983668" y="11297269"/>
            <a:ext cx="4389119" cy="1078909"/>
          </a:xfrm>
        </p:spPr>
        <p:txBody>
          <a:bodyPr/>
          <a:lstStyle>
            <a:lvl1pPr marL="0" indent="0">
              <a:lnSpc>
                <a:spcPts val="2200"/>
              </a:lnSpc>
              <a:spcAft>
                <a:spcPts val="0"/>
              </a:spcAft>
              <a:buNone/>
              <a:defRPr sz="1600">
                <a:solidFill>
                  <a:schemeClr val="bg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err="1"/>
              <a:t>SClick</a:t>
            </a:r>
            <a:r>
              <a:rPr lang="en-US"/>
              <a:t> to edit Master text styles</a:t>
            </a:r>
          </a:p>
        </p:txBody>
      </p:sp>
      <p:sp>
        <p:nvSpPr>
          <p:cNvPr id="6" name="Text Placeholder 2">
            <a:extLst>
              <a:ext uri="{FF2B5EF4-FFF2-40B4-BE49-F238E27FC236}">
                <a16:creationId xmlns:a16="http://schemas.microsoft.com/office/drawing/2014/main" id="{A38E030C-8C38-6C39-2F45-1107E71F0BE9}"/>
              </a:ext>
            </a:extLst>
          </p:cNvPr>
          <p:cNvSpPr>
            <a:spLocks noGrp="1"/>
          </p:cNvSpPr>
          <p:nvPr>
            <p:ph type="body" idx="18" hasCustomPrompt="1"/>
          </p:nvPr>
        </p:nvSpPr>
        <p:spPr>
          <a:xfrm>
            <a:off x="14768566" y="4209458"/>
            <a:ext cx="3657600" cy="602703"/>
          </a:xfrm>
        </p:spPr>
        <p:txBody>
          <a:bodyPr anchor="t" anchorCtr="0"/>
          <a:lstStyle>
            <a:lvl1pPr marL="0" indent="0">
              <a:lnSpc>
                <a:spcPts val="3400"/>
              </a:lnSpc>
              <a:spcBef>
                <a:spcPts val="0"/>
              </a:spcBef>
              <a:spcAft>
                <a:spcPts val="0"/>
              </a:spcAft>
              <a:buNone/>
              <a:defRPr sz="2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7" name="Text Placeholder 2">
            <a:extLst>
              <a:ext uri="{FF2B5EF4-FFF2-40B4-BE49-F238E27FC236}">
                <a16:creationId xmlns:a16="http://schemas.microsoft.com/office/drawing/2014/main" id="{35DD8741-3437-8528-9381-CA5C48C51A79}"/>
              </a:ext>
            </a:extLst>
          </p:cNvPr>
          <p:cNvSpPr>
            <a:spLocks noGrp="1"/>
          </p:cNvSpPr>
          <p:nvPr>
            <p:ph type="body" idx="19" hasCustomPrompt="1"/>
          </p:nvPr>
        </p:nvSpPr>
        <p:spPr>
          <a:xfrm>
            <a:off x="14768566" y="7271698"/>
            <a:ext cx="3657600" cy="602703"/>
          </a:xfrm>
        </p:spPr>
        <p:txBody>
          <a:bodyPr anchor="t" anchorCtr="0"/>
          <a:lstStyle>
            <a:lvl1pPr marL="0" indent="0">
              <a:lnSpc>
                <a:spcPts val="3400"/>
              </a:lnSpc>
              <a:spcBef>
                <a:spcPts val="0"/>
              </a:spcBef>
              <a:spcAft>
                <a:spcPts val="0"/>
              </a:spcAft>
              <a:buNone/>
              <a:defRPr sz="2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0" name="Text Placeholder 2">
            <a:extLst>
              <a:ext uri="{FF2B5EF4-FFF2-40B4-BE49-F238E27FC236}">
                <a16:creationId xmlns:a16="http://schemas.microsoft.com/office/drawing/2014/main" id="{F8F1BCC4-DCC8-D5D9-EA3B-6FAAFFFD2544}"/>
              </a:ext>
            </a:extLst>
          </p:cNvPr>
          <p:cNvSpPr>
            <a:spLocks noGrp="1"/>
          </p:cNvSpPr>
          <p:nvPr>
            <p:ph type="body" idx="20" hasCustomPrompt="1"/>
          </p:nvPr>
        </p:nvSpPr>
        <p:spPr>
          <a:xfrm>
            <a:off x="14768566" y="10340481"/>
            <a:ext cx="3657600" cy="602703"/>
          </a:xfrm>
        </p:spPr>
        <p:txBody>
          <a:bodyPr anchor="t" anchorCtr="0"/>
          <a:lstStyle>
            <a:lvl1pPr marL="0" indent="0">
              <a:lnSpc>
                <a:spcPts val="3400"/>
              </a:lnSpc>
              <a:spcBef>
                <a:spcPts val="0"/>
              </a:spcBef>
              <a:spcAft>
                <a:spcPts val="0"/>
              </a:spcAft>
              <a:buNone/>
              <a:defRPr sz="2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1" name="Text Placeholder 3">
            <a:extLst>
              <a:ext uri="{FF2B5EF4-FFF2-40B4-BE49-F238E27FC236}">
                <a16:creationId xmlns:a16="http://schemas.microsoft.com/office/drawing/2014/main" id="{882863E0-D54C-3820-9571-4C6FE143A1AD}"/>
              </a:ext>
            </a:extLst>
          </p:cNvPr>
          <p:cNvSpPr>
            <a:spLocks noGrp="1"/>
          </p:cNvSpPr>
          <p:nvPr>
            <p:ph type="body" sz="half" idx="21"/>
          </p:nvPr>
        </p:nvSpPr>
        <p:spPr>
          <a:xfrm>
            <a:off x="14768564" y="5155636"/>
            <a:ext cx="3657600" cy="1078909"/>
          </a:xfrm>
        </p:spPr>
        <p:txBody>
          <a:bodyPr/>
          <a:lstStyle>
            <a:lvl1pPr marL="0" indent="0">
              <a:lnSpc>
                <a:spcPts val="2200"/>
              </a:lnSpc>
              <a:spcAft>
                <a:spcPts val="0"/>
              </a:spcAft>
              <a:buNone/>
              <a:defRPr sz="1600">
                <a:solidFill>
                  <a:schemeClr val="accent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sp>
        <p:nvSpPr>
          <p:cNvPr id="12" name="Text Placeholder 3">
            <a:extLst>
              <a:ext uri="{FF2B5EF4-FFF2-40B4-BE49-F238E27FC236}">
                <a16:creationId xmlns:a16="http://schemas.microsoft.com/office/drawing/2014/main" id="{51DF4290-D4A3-4A03-215C-4313F9F77156}"/>
              </a:ext>
            </a:extLst>
          </p:cNvPr>
          <p:cNvSpPr>
            <a:spLocks noGrp="1"/>
          </p:cNvSpPr>
          <p:nvPr>
            <p:ph type="body" sz="half" idx="22"/>
          </p:nvPr>
        </p:nvSpPr>
        <p:spPr>
          <a:xfrm>
            <a:off x="14768564" y="8233385"/>
            <a:ext cx="3657600" cy="1078909"/>
          </a:xfrm>
        </p:spPr>
        <p:txBody>
          <a:bodyPr/>
          <a:lstStyle>
            <a:lvl1pPr marL="0" indent="0">
              <a:lnSpc>
                <a:spcPts val="2200"/>
              </a:lnSpc>
              <a:spcAft>
                <a:spcPts val="0"/>
              </a:spcAft>
              <a:buNone/>
              <a:defRPr sz="1600">
                <a:solidFill>
                  <a:schemeClr val="accent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sp>
        <p:nvSpPr>
          <p:cNvPr id="13" name="Text Placeholder 3">
            <a:extLst>
              <a:ext uri="{FF2B5EF4-FFF2-40B4-BE49-F238E27FC236}">
                <a16:creationId xmlns:a16="http://schemas.microsoft.com/office/drawing/2014/main" id="{2C898A51-1770-B352-3BE1-89D2641824B8}"/>
              </a:ext>
            </a:extLst>
          </p:cNvPr>
          <p:cNvSpPr>
            <a:spLocks noGrp="1"/>
          </p:cNvSpPr>
          <p:nvPr>
            <p:ph type="body" sz="half" idx="23" hasCustomPrompt="1"/>
          </p:nvPr>
        </p:nvSpPr>
        <p:spPr>
          <a:xfrm>
            <a:off x="14768564" y="11297269"/>
            <a:ext cx="3657600" cy="1078909"/>
          </a:xfrm>
        </p:spPr>
        <p:txBody>
          <a:bodyPr/>
          <a:lstStyle>
            <a:lvl1pPr marL="0" indent="0">
              <a:lnSpc>
                <a:spcPts val="2200"/>
              </a:lnSpc>
              <a:spcAft>
                <a:spcPts val="0"/>
              </a:spcAft>
              <a:buNone/>
              <a:defRPr sz="1600">
                <a:solidFill>
                  <a:schemeClr val="accent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err="1"/>
              <a:t>SClick</a:t>
            </a:r>
            <a:r>
              <a:rPr lang="en-US"/>
              <a:t> to edit Master text styles</a:t>
            </a:r>
          </a:p>
        </p:txBody>
      </p:sp>
      <p:sp>
        <p:nvSpPr>
          <p:cNvPr id="29" name="Text Placeholder 2">
            <a:extLst>
              <a:ext uri="{FF2B5EF4-FFF2-40B4-BE49-F238E27FC236}">
                <a16:creationId xmlns:a16="http://schemas.microsoft.com/office/drawing/2014/main" id="{7FC00318-13AF-3F9B-6410-FE48169A3B89}"/>
              </a:ext>
            </a:extLst>
          </p:cNvPr>
          <p:cNvSpPr>
            <a:spLocks noGrp="1"/>
          </p:cNvSpPr>
          <p:nvPr>
            <p:ph type="body" idx="24" hasCustomPrompt="1"/>
          </p:nvPr>
        </p:nvSpPr>
        <p:spPr>
          <a:xfrm>
            <a:off x="19640111" y="4209458"/>
            <a:ext cx="3657600" cy="602703"/>
          </a:xfrm>
        </p:spPr>
        <p:txBody>
          <a:bodyPr anchor="t" anchorCtr="0"/>
          <a:lstStyle>
            <a:lvl1pPr marL="0" indent="0">
              <a:lnSpc>
                <a:spcPts val="3400"/>
              </a:lnSpc>
              <a:spcBef>
                <a:spcPts val="0"/>
              </a:spcBef>
              <a:spcAft>
                <a:spcPts val="0"/>
              </a:spcAft>
              <a:buNone/>
              <a:defRPr sz="2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0" name="Text Placeholder 2">
            <a:extLst>
              <a:ext uri="{FF2B5EF4-FFF2-40B4-BE49-F238E27FC236}">
                <a16:creationId xmlns:a16="http://schemas.microsoft.com/office/drawing/2014/main" id="{A50FEA82-5448-77AF-9031-4516525F11C6}"/>
              </a:ext>
            </a:extLst>
          </p:cNvPr>
          <p:cNvSpPr>
            <a:spLocks noGrp="1"/>
          </p:cNvSpPr>
          <p:nvPr>
            <p:ph type="body" idx="25" hasCustomPrompt="1"/>
          </p:nvPr>
        </p:nvSpPr>
        <p:spPr>
          <a:xfrm>
            <a:off x="19640111" y="7271698"/>
            <a:ext cx="3657600" cy="602703"/>
          </a:xfrm>
        </p:spPr>
        <p:txBody>
          <a:bodyPr anchor="t" anchorCtr="0"/>
          <a:lstStyle>
            <a:lvl1pPr marL="0" indent="0">
              <a:lnSpc>
                <a:spcPts val="3400"/>
              </a:lnSpc>
              <a:spcBef>
                <a:spcPts val="0"/>
              </a:spcBef>
              <a:spcAft>
                <a:spcPts val="0"/>
              </a:spcAft>
              <a:buNone/>
              <a:defRPr sz="2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1" name="Text Placeholder 2">
            <a:extLst>
              <a:ext uri="{FF2B5EF4-FFF2-40B4-BE49-F238E27FC236}">
                <a16:creationId xmlns:a16="http://schemas.microsoft.com/office/drawing/2014/main" id="{841BEF36-F64D-1B5D-B66B-72EBBD5B2F40}"/>
              </a:ext>
            </a:extLst>
          </p:cNvPr>
          <p:cNvSpPr>
            <a:spLocks noGrp="1"/>
          </p:cNvSpPr>
          <p:nvPr>
            <p:ph type="body" idx="26" hasCustomPrompt="1"/>
          </p:nvPr>
        </p:nvSpPr>
        <p:spPr>
          <a:xfrm>
            <a:off x="19640111" y="10340481"/>
            <a:ext cx="3657600" cy="602703"/>
          </a:xfrm>
        </p:spPr>
        <p:txBody>
          <a:bodyPr anchor="t" anchorCtr="0"/>
          <a:lstStyle>
            <a:lvl1pPr marL="0" indent="0">
              <a:lnSpc>
                <a:spcPts val="3400"/>
              </a:lnSpc>
              <a:spcBef>
                <a:spcPts val="0"/>
              </a:spcBef>
              <a:spcAft>
                <a:spcPts val="0"/>
              </a:spcAft>
              <a:buNone/>
              <a:defRPr sz="2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2" name="Text Placeholder 3">
            <a:extLst>
              <a:ext uri="{FF2B5EF4-FFF2-40B4-BE49-F238E27FC236}">
                <a16:creationId xmlns:a16="http://schemas.microsoft.com/office/drawing/2014/main" id="{A9F2F815-F035-EA0D-3933-CCEC3B6D1CC4}"/>
              </a:ext>
            </a:extLst>
          </p:cNvPr>
          <p:cNvSpPr>
            <a:spLocks noGrp="1"/>
          </p:cNvSpPr>
          <p:nvPr>
            <p:ph type="body" sz="half" idx="27"/>
          </p:nvPr>
        </p:nvSpPr>
        <p:spPr>
          <a:xfrm>
            <a:off x="19640109" y="5155636"/>
            <a:ext cx="3657600" cy="1078909"/>
          </a:xfrm>
        </p:spPr>
        <p:txBody>
          <a:bodyPr/>
          <a:lstStyle>
            <a:lvl1pPr marL="0" indent="0">
              <a:lnSpc>
                <a:spcPts val="2200"/>
              </a:lnSpc>
              <a:spcAft>
                <a:spcPts val="0"/>
              </a:spcAft>
              <a:buNone/>
              <a:defRPr sz="1600">
                <a:solidFill>
                  <a:schemeClr val="accent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sp>
        <p:nvSpPr>
          <p:cNvPr id="33" name="Text Placeholder 3">
            <a:extLst>
              <a:ext uri="{FF2B5EF4-FFF2-40B4-BE49-F238E27FC236}">
                <a16:creationId xmlns:a16="http://schemas.microsoft.com/office/drawing/2014/main" id="{4074FB6F-57BA-1869-2DCF-72702777B6F7}"/>
              </a:ext>
            </a:extLst>
          </p:cNvPr>
          <p:cNvSpPr>
            <a:spLocks noGrp="1"/>
          </p:cNvSpPr>
          <p:nvPr>
            <p:ph type="body" sz="half" idx="28"/>
          </p:nvPr>
        </p:nvSpPr>
        <p:spPr>
          <a:xfrm>
            <a:off x="19640109" y="8233385"/>
            <a:ext cx="3657600" cy="1078909"/>
          </a:xfrm>
        </p:spPr>
        <p:txBody>
          <a:bodyPr/>
          <a:lstStyle>
            <a:lvl1pPr marL="0" indent="0">
              <a:lnSpc>
                <a:spcPts val="2200"/>
              </a:lnSpc>
              <a:spcAft>
                <a:spcPts val="0"/>
              </a:spcAft>
              <a:buNone/>
              <a:defRPr sz="1600">
                <a:solidFill>
                  <a:schemeClr val="accent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sp>
        <p:nvSpPr>
          <p:cNvPr id="34" name="Text Placeholder 3">
            <a:extLst>
              <a:ext uri="{FF2B5EF4-FFF2-40B4-BE49-F238E27FC236}">
                <a16:creationId xmlns:a16="http://schemas.microsoft.com/office/drawing/2014/main" id="{8121FAF4-3A01-FB2B-F133-49B98845B792}"/>
              </a:ext>
            </a:extLst>
          </p:cNvPr>
          <p:cNvSpPr>
            <a:spLocks noGrp="1"/>
          </p:cNvSpPr>
          <p:nvPr>
            <p:ph type="body" sz="half" idx="29" hasCustomPrompt="1"/>
          </p:nvPr>
        </p:nvSpPr>
        <p:spPr>
          <a:xfrm>
            <a:off x="19640109" y="11297269"/>
            <a:ext cx="3657600" cy="1078909"/>
          </a:xfrm>
        </p:spPr>
        <p:txBody>
          <a:bodyPr/>
          <a:lstStyle>
            <a:lvl1pPr marL="0" indent="0">
              <a:lnSpc>
                <a:spcPts val="2200"/>
              </a:lnSpc>
              <a:spcAft>
                <a:spcPts val="0"/>
              </a:spcAft>
              <a:buNone/>
              <a:defRPr sz="1600">
                <a:solidFill>
                  <a:schemeClr val="accent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err="1"/>
              <a:t>SClick</a:t>
            </a:r>
            <a:r>
              <a:rPr lang="en-US"/>
              <a:t> to edit Master text styles</a:t>
            </a:r>
          </a:p>
        </p:txBody>
      </p:sp>
      <p:sp>
        <p:nvSpPr>
          <p:cNvPr id="35" name="Text Placeholder 3">
            <a:extLst>
              <a:ext uri="{FF2B5EF4-FFF2-40B4-BE49-F238E27FC236}">
                <a16:creationId xmlns:a16="http://schemas.microsoft.com/office/drawing/2014/main" id="{CF606B35-D1C0-37CA-5243-59FFCF9B7F91}"/>
              </a:ext>
            </a:extLst>
          </p:cNvPr>
          <p:cNvSpPr>
            <a:spLocks noGrp="1"/>
          </p:cNvSpPr>
          <p:nvPr>
            <p:ph type="body" sz="half" idx="30"/>
          </p:nvPr>
        </p:nvSpPr>
        <p:spPr>
          <a:xfrm>
            <a:off x="6526911" y="2167051"/>
            <a:ext cx="4389119" cy="674139"/>
          </a:xfrm>
        </p:spPr>
        <p:txBody>
          <a:bodyPr/>
          <a:lstStyle>
            <a:lvl1pPr marL="0" indent="0">
              <a:lnSpc>
                <a:spcPts val="2200"/>
              </a:lnSpc>
              <a:spcAft>
                <a:spcPts val="0"/>
              </a:spcAft>
              <a:buNone/>
              <a:defRPr sz="1600">
                <a:solidFill>
                  <a:schemeClr val="accent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sp>
        <p:nvSpPr>
          <p:cNvPr id="36" name="Text Placeholder 3">
            <a:extLst>
              <a:ext uri="{FF2B5EF4-FFF2-40B4-BE49-F238E27FC236}">
                <a16:creationId xmlns:a16="http://schemas.microsoft.com/office/drawing/2014/main" id="{76D5D5DC-040A-389C-3F7C-EA7D5BA61A05}"/>
              </a:ext>
            </a:extLst>
          </p:cNvPr>
          <p:cNvSpPr>
            <a:spLocks noGrp="1"/>
          </p:cNvSpPr>
          <p:nvPr>
            <p:ph type="body" sz="half" idx="31"/>
          </p:nvPr>
        </p:nvSpPr>
        <p:spPr>
          <a:xfrm>
            <a:off x="14311807" y="2167051"/>
            <a:ext cx="3657600" cy="674139"/>
          </a:xfrm>
        </p:spPr>
        <p:txBody>
          <a:bodyPr/>
          <a:lstStyle>
            <a:lvl1pPr marL="0" indent="0">
              <a:lnSpc>
                <a:spcPts val="2200"/>
              </a:lnSpc>
              <a:spcAft>
                <a:spcPts val="0"/>
              </a:spcAft>
              <a:buNone/>
              <a:defRPr sz="1600">
                <a:solidFill>
                  <a:schemeClr val="accent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sp>
        <p:nvSpPr>
          <p:cNvPr id="37" name="Text Placeholder 3">
            <a:extLst>
              <a:ext uri="{FF2B5EF4-FFF2-40B4-BE49-F238E27FC236}">
                <a16:creationId xmlns:a16="http://schemas.microsoft.com/office/drawing/2014/main" id="{D584588C-1800-895D-F4B0-DF94D41366E5}"/>
              </a:ext>
            </a:extLst>
          </p:cNvPr>
          <p:cNvSpPr>
            <a:spLocks noGrp="1"/>
          </p:cNvSpPr>
          <p:nvPr>
            <p:ph type="body" sz="half" idx="32"/>
          </p:nvPr>
        </p:nvSpPr>
        <p:spPr>
          <a:xfrm>
            <a:off x="19183352" y="2167051"/>
            <a:ext cx="3657600" cy="674139"/>
          </a:xfrm>
        </p:spPr>
        <p:txBody>
          <a:bodyPr/>
          <a:lstStyle>
            <a:lvl1pPr marL="0" indent="0">
              <a:lnSpc>
                <a:spcPts val="2200"/>
              </a:lnSpc>
              <a:spcAft>
                <a:spcPts val="0"/>
              </a:spcAft>
              <a:buNone/>
              <a:defRPr sz="1600">
                <a:solidFill>
                  <a:schemeClr val="accent1"/>
                </a:solidFill>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Master text styles</a:t>
            </a:r>
          </a:p>
        </p:txBody>
      </p:sp>
      <p:cxnSp>
        <p:nvCxnSpPr>
          <p:cNvPr id="64" name="Straight Arrow Connector 63">
            <a:extLst>
              <a:ext uri="{FF2B5EF4-FFF2-40B4-BE49-F238E27FC236}">
                <a16:creationId xmlns:a16="http://schemas.microsoft.com/office/drawing/2014/main" id="{208E8837-E793-4D09-9824-584FFF7970A2}"/>
              </a:ext>
            </a:extLst>
          </p:cNvPr>
          <p:cNvCxnSpPr/>
          <p:nvPr userDrawn="1"/>
        </p:nvCxnSpPr>
        <p:spPr>
          <a:xfrm>
            <a:off x="12359846" y="5155636"/>
            <a:ext cx="1603801" cy="0"/>
          </a:xfrm>
          <a:prstGeom prst="straightConnector1">
            <a:avLst/>
          </a:prstGeom>
          <a:ln w="12700">
            <a:headEnd w="med" len="sm"/>
            <a:tailEnd type="triangle" w="sm" len="lg"/>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F8999CF6-8EB8-0E87-4D1B-A1835ACC3DD5}"/>
              </a:ext>
            </a:extLst>
          </p:cNvPr>
          <p:cNvCxnSpPr/>
          <p:nvPr userDrawn="1"/>
        </p:nvCxnSpPr>
        <p:spPr>
          <a:xfrm>
            <a:off x="12359846" y="8186797"/>
            <a:ext cx="1603801" cy="0"/>
          </a:xfrm>
          <a:prstGeom prst="straightConnector1">
            <a:avLst/>
          </a:prstGeom>
          <a:ln w="12700">
            <a:headEnd w="med" len="sm"/>
            <a:tailEnd type="triangle" w="sm" len="lg"/>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AD36A5D7-8BBC-FC33-D414-3498D9B97BCD}"/>
              </a:ext>
            </a:extLst>
          </p:cNvPr>
          <p:cNvCxnSpPr/>
          <p:nvPr userDrawn="1"/>
        </p:nvCxnSpPr>
        <p:spPr>
          <a:xfrm>
            <a:off x="12359846" y="11297269"/>
            <a:ext cx="1603801" cy="0"/>
          </a:xfrm>
          <a:prstGeom prst="straightConnector1">
            <a:avLst/>
          </a:prstGeom>
          <a:ln w="12700">
            <a:headEnd w="med" len="sm"/>
            <a:tailEnd type="triangle" w="sm" len="lg"/>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754CAF8-17E4-7F82-AD18-E10B94F0D819}"/>
              </a:ext>
            </a:extLst>
          </p:cNvPr>
          <p:cNvCxnSpPr>
            <a:cxnSpLocks/>
          </p:cNvCxnSpPr>
          <p:nvPr userDrawn="1"/>
        </p:nvCxnSpPr>
        <p:spPr>
          <a:xfrm>
            <a:off x="6522416" y="3080284"/>
            <a:ext cx="5494574"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CA6A1F29-479E-5065-8AFF-2B705FB8343F}"/>
              </a:ext>
            </a:extLst>
          </p:cNvPr>
          <p:cNvCxnSpPr>
            <a:cxnSpLocks/>
          </p:cNvCxnSpPr>
          <p:nvPr userDrawn="1"/>
        </p:nvCxnSpPr>
        <p:spPr>
          <a:xfrm>
            <a:off x="14306502" y="3080284"/>
            <a:ext cx="4535849"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372219C-D659-C6DC-845D-0EAB121C1EB8}"/>
              </a:ext>
            </a:extLst>
          </p:cNvPr>
          <p:cNvCxnSpPr>
            <a:cxnSpLocks/>
          </p:cNvCxnSpPr>
          <p:nvPr userDrawn="1"/>
        </p:nvCxnSpPr>
        <p:spPr>
          <a:xfrm>
            <a:off x="19170602" y="3080284"/>
            <a:ext cx="4535849"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705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_Agenda">
    <p:bg>
      <p:bgPr>
        <a:solidFill>
          <a:schemeClr val="accent2"/>
        </a:solidFill>
        <a:effectLst/>
      </p:bgPr>
    </p:bg>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lvl1pPr>
              <a:defRPr>
                <a:solidFill>
                  <a:schemeClr val="bg1"/>
                </a:solidFill>
              </a:defRPr>
            </a:lvl1pPr>
          </a:lstStyle>
          <a:p>
            <a:r>
              <a:rPr lang="en-US"/>
              <a:t>Add Team Name Here</a:t>
            </a:r>
          </a:p>
        </p:txBody>
      </p:sp>
      <p:sp>
        <p:nvSpPr>
          <p:cNvPr id="7" name="Slide Number Placeholder 6"/>
          <p:cNvSpPr>
            <a:spLocks noGrp="1"/>
          </p:cNvSpPr>
          <p:nvPr>
            <p:ph type="sldNum" sz="quarter" idx="12"/>
          </p:nvPr>
        </p:nvSpPr>
        <p:spPr/>
        <p:txBody>
          <a:bodyPr/>
          <a:lstStyle>
            <a:lvl1pPr>
              <a:defRPr>
                <a:solidFill>
                  <a:schemeClr val="bg1"/>
                </a:solidFill>
              </a:defRPr>
            </a:lvl1pPr>
          </a:lstStyle>
          <a:p>
            <a:fld id="{E7E83E8E-4C8F-494C-96FC-84A57D31552C}" type="slidenum">
              <a:rPr lang="en-US" smtClean="0"/>
              <a:pPr/>
              <a:t>‹#›</a:t>
            </a:fld>
            <a:endParaRPr lang="en-US"/>
          </a:p>
        </p:txBody>
      </p:sp>
      <p:sp>
        <p:nvSpPr>
          <p:cNvPr id="2" name="Text Placeholder 3">
            <a:extLst>
              <a:ext uri="{FF2B5EF4-FFF2-40B4-BE49-F238E27FC236}">
                <a16:creationId xmlns:a16="http://schemas.microsoft.com/office/drawing/2014/main" id="{964A5442-AB87-6991-373C-70605724B4CE}"/>
              </a:ext>
            </a:extLst>
          </p:cNvPr>
          <p:cNvSpPr>
            <a:spLocks noGrp="1"/>
          </p:cNvSpPr>
          <p:nvPr>
            <p:ph type="body" sz="half" idx="2" hasCustomPrompt="1"/>
          </p:nvPr>
        </p:nvSpPr>
        <p:spPr>
          <a:xfrm>
            <a:off x="694939" y="2167372"/>
            <a:ext cx="7434649" cy="10400865"/>
          </a:xfrm>
        </p:spPr>
        <p:txBody>
          <a:bodyPr/>
          <a:lstStyle>
            <a:lvl1pPr marL="0" indent="0">
              <a:lnSpc>
                <a:spcPts val="2600"/>
              </a:lnSpc>
              <a:spcBef>
                <a:spcPts val="0"/>
              </a:spcBef>
              <a:spcAft>
                <a:spcPts val="0"/>
              </a:spcAft>
              <a:buNone/>
              <a:tabLst>
                <a:tab pos="906463" algn="l"/>
              </a:tabLst>
              <a:defRPr sz="1800">
                <a:solidFill>
                  <a:schemeClr val="accent4"/>
                </a:solidFill>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1	Click to edit Master text styles</a:t>
            </a:r>
          </a:p>
        </p:txBody>
      </p:sp>
      <p:sp>
        <p:nvSpPr>
          <p:cNvPr id="3" name="Text Placeholder 3">
            <a:extLst>
              <a:ext uri="{FF2B5EF4-FFF2-40B4-BE49-F238E27FC236}">
                <a16:creationId xmlns:a16="http://schemas.microsoft.com/office/drawing/2014/main" id="{CB78D37D-AE25-60DD-5645-D4329BF164DA}"/>
              </a:ext>
            </a:extLst>
          </p:cNvPr>
          <p:cNvSpPr>
            <a:spLocks noGrp="1"/>
          </p:cNvSpPr>
          <p:nvPr>
            <p:ph type="body" sz="half" idx="19" hasCustomPrompt="1"/>
          </p:nvPr>
        </p:nvSpPr>
        <p:spPr>
          <a:xfrm>
            <a:off x="5779008" y="2322576"/>
            <a:ext cx="15087600" cy="10972800"/>
          </a:xfrm>
        </p:spPr>
        <p:txBody>
          <a:bodyPr/>
          <a:lstStyle>
            <a:lvl1pPr marL="0" indent="0" algn="r">
              <a:lnSpc>
                <a:spcPts val="104800"/>
              </a:lnSpc>
              <a:spcBef>
                <a:spcPts val="0"/>
              </a:spcBef>
              <a:buNone/>
              <a:defRPr sz="106700" b="0" i="0">
                <a:solidFill>
                  <a:schemeClr val="bg1"/>
                </a:solidFill>
                <a:latin typeface="Everyday Sans Light" pitchFamily="2" charset="77"/>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a:t>
            </a:r>
          </a:p>
        </p:txBody>
      </p:sp>
      <p:sp>
        <p:nvSpPr>
          <p:cNvPr id="4" name="TextBox 3">
            <a:extLst>
              <a:ext uri="{FF2B5EF4-FFF2-40B4-BE49-F238E27FC236}">
                <a16:creationId xmlns:a16="http://schemas.microsoft.com/office/drawing/2014/main" id="{F00C8D1F-F9B6-EF28-D702-EDB1CFD876EE}"/>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chemeClr val="bg1"/>
                </a:solidFill>
                <a:latin typeface="EverydaySans-Regular"/>
                <a:sym typeface="EverydaySans-Regular"/>
                <a:rtl val="0"/>
              </a:rPr>
              <a:t>PRIVATE AND CONFIDENTIAL</a:t>
            </a:r>
          </a:p>
        </p:txBody>
      </p:sp>
      <p:sp>
        <p:nvSpPr>
          <p:cNvPr id="5" name="Freeform 4">
            <a:extLst>
              <a:ext uri="{FF2B5EF4-FFF2-40B4-BE49-F238E27FC236}">
                <a16:creationId xmlns:a16="http://schemas.microsoft.com/office/drawing/2014/main" id="{26C9108B-F72F-4365-9330-40F92AC7E4DE}"/>
              </a:ext>
            </a:extLst>
          </p:cNvPr>
          <p:cNvSpPr/>
          <p:nvPr userDrawn="1"/>
        </p:nvSpPr>
        <p:spPr>
          <a:xfrm>
            <a:off x="23336162" y="590412"/>
            <a:ext cx="380546" cy="425614"/>
          </a:xfrm>
          <a:custGeom>
            <a:avLst/>
            <a:gdLst>
              <a:gd name="connsiteX0" fmla="*/ 97891 w 195782"/>
              <a:gd name="connsiteY0" fmla="*/ 141952 h 218997"/>
              <a:gd name="connsiteX1" fmla="*/ 110088 w 195782"/>
              <a:gd name="connsiteY1" fmla="*/ 151219 h 218997"/>
              <a:gd name="connsiteX2" fmla="*/ 115370 w 195782"/>
              <a:gd name="connsiteY2" fmla="*/ 204301 h 218997"/>
              <a:gd name="connsiteX3" fmla="*/ 97891 w 195782"/>
              <a:gd name="connsiteY3" fmla="*/ 218997 h 218997"/>
              <a:gd name="connsiteX4" fmla="*/ 80411 w 195782"/>
              <a:gd name="connsiteY4" fmla="*/ 204301 h 218997"/>
              <a:gd name="connsiteX5" fmla="*/ 85694 w 195782"/>
              <a:gd name="connsiteY5" fmla="*/ 151219 h 218997"/>
              <a:gd name="connsiteX6" fmla="*/ 97891 w 195782"/>
              <a:gd name="connsiteY6" fmla="*/ 141952 h 218997"/>
              <a:gd name="connsiteX7" fmla="*/ 140192 w 195782"/>
              <a:gd name="connsiteY7" fmla="*/ 119812 h 218997"/>
              <a:gd name="connsiteX8" fmla="*/ 188901 w 195782"/>
              <a:gd name="connsiteY8" fmla="*/ 141797 h 218997"/>
              <a:gd name="connsiteX9" fmla="*/ 192902 w 195782"/>
              <a:gd name="connsiteY9" fmla="*/ 164247 h 218997"/>
              <a:gd name="connsiteX10" fmla="*/ 171421 w 195782"/>
              <a:gd name="connsiteY10" fmla="*/ 172002 h 218997"/>
              <a:gd name="connsiteX11" fmla="*/ 127995 w 195782"/>
              <a:gd name="connsiteY11" fmla="*/ 140866 h 218997"/>
              <a:gd name="connsiteX12" fmla="*/ 126053 w 195782"/>
              <a:gd name="connsiteY12" fmla="*/ 125705 h 218997"/>
              <a:gd name="connsiteX13" fmla="*/ 140192 w 195782"/>
              <a:gd name="connsiteY13" fmla="*/ 119812 h 218997"/>
              <a:gd name="connsiteX14" fmla="*/ 55590 w 195782"/>
              <a:gd name="connsiteY14" fmla="*/ 119812 h 218997"/>
              <a:gd name="connsiteX15" fmla="*/ 69729 w 195782"/>
              <a:gd name="connsiteY15" fmla="*/ 125706 h 218997"/>
              <a:gd name="connsiteX16" fmla="*/ 67787 w 195782"/>
              <a:gd name="connsiteY16" fmla="*/ 140867 h 218997"/>
              <a:gd name="connsiteX17" fmla="*/ 24361 w 195782"/>
              <a:gd name="connsiteY17" fmla="*/ 172003 h 218997"/>
              <a:gd name="connsiteX18" fmla="*/ 2880 w 195782"/>
              <a:gd name="connsiteY18" fmla="*/ 164248 h 218997"/>
              <a:gd name="connsiteX19" fmla="*/ 6881 w 195782"/>
              <a:gd name="connsiteY19" fmla="*/ 141797 h 218997"/>
              <a:gd name="connsiteX20" fmla="*/ 55590 w 195782"/>
              <a:gd name="connsiteY20" fmla="*/ 119812 h 218997"/>
              <a:gd name="connsiteX21" fmla="*/ 183618 w 195782"/>
              <a:gd name="connsiteY21" fmla="*/ 46219 h 218997"/>
              <a:gd name="connsiteX22" fmla="*/ 192902 w 195782"/>
              <a:gd name="connsiteY22" fmla="*/ 54749 h 218997"/>
              <a:gd name="connsiteX23" fmla="*/ 188901 w 195782"/>
              <a:gd name="connsiteY23" fmla="*/ 77161 h 218997"/>
              <a:gd name="connsiteX24" fmla="*/ 140192 w 195782"/>
              <a:gd name="connsiteY24" fmla="*/ 99146 h 218997"/>
              <a:gd name="connsiteX25" fmla="*/ 126053 w 195782"/>
              <a:gd name="connsiteY25" fmla="*/ 93252 h 218997"/>
              <a:gd name="connsiteX26" fmla="*/ 127995 w 195782"/>
              <a:gd name="connsiteY26" fmla="*/ 78091 h 218997"/>
              <a:gd name="connsiteX27" fmla="*/ 171421 w 195782"/>
              <a:gd name="connsiteY27" fmla="*/ 46994 h 218997"/>
              <a:gd name="connsiteX28" fmla="*/ 183618 w 195782"/>
              <a:gd name="connsiteY28" fmla="*/ 46219 h 218997"/>
              <a:gd name="connsiteX29" fmla="*/ 12179 w 195782"/>
              <a:gd name="connsiteY29" fmla="*/ 46219 h 218997"/>
              <a:gd name="connsiteX30" fmla="*/ 24361 w 195782"/>
              <a:gd name="connsiteY30" fmla="*/ 46994 h 218997"/>
              <a:gd name="connsiteX31" fmla="*/ 67787 w 195782"/>
              <a:gd name="connsiteY31" fmla="*/ 78130 h 218997"/>
              <a:gd name="connsiteX32" fmla="*/ 69729 w 195782"/>
              <a:gd name="connsiteY32" fmla="*/ 93291 h 218997"/>
              <a:gd name="connsiteX33" fmla="*/ 55590 w 195782"/>
              <a:gd name="connsiteY33" fmla="*/ 99185 h 218997"/>
              <a:gd name="connsiteX34" fmla="*/ 6881 w 195782"/>
              <a:gd name="connsiteY34" fmla="*/ 77200 h 218997"/>
              <a:gd name="connsiteX35" fmla="*/ 2880 w 195782"/>
              <a:gd name="connsiteY35" fmla="*/ 54749 h 218997"/>
              <a:gd name="connsiteX36" fmla="*/ 12179 w 195782"/>
              <a:gd name="connsiteY36" fmla="*/ 46219 h 218997"/>
              <a:gd name="connsiteX37" fmla="*/ 97891 w 195782"/>
              <a:gd name="connsiteY37" fmla="*/ 0 h 218997"/>
              <a:gd name="connsiteX38" fmla="*/ 115370 w 195782"/>
              <a:gd name="connsiteY38" fmla="*/ 14695 h 218997"/>
              <a:gd name="connsiteX39" fmla="*/ 110088 w 195782"/>
              <a:gd name="connsiteY39" fmla="*/ 67778 h 218997"/>
              <a:gd name="connsiteX40" fmla="*/ 97891 w 195782"/>
              <a:gd name="connsiteY40" fmla="*/ 77045 h 218997"/>
              <a:gd name="connsiteX41" fmla="*/ 85694 w 195782"/>
              <a:gd name="connsiteY41" fmla="*/ 67778 h 218997"/>
              <a:gd name="connsiteX42" fmla="*/ 80411 w 195782"/>
              <a:gd name="connsiteY42" fmla="*/ 14695 h 218997"/>
              <a:gd name="connsiteX43" fmla="*/ 97891 w 195782"/>
              <a:gd name="connsiteY43" fmla="*/ 0 h 218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5782" h="218997">
                <a:moveTo>
                  <a:pt x="97891" y="141952"/>
                </a:moveTo>
                <a:cubicBezTo>
                  <a:pt x="105193" y="141952"/>
                  <a:pt x="109233" y="146838"/>
                  <a:pt x="110088" y="151219"/>
                </a:cubicBezTo>
                <a:cubicBezTo>
                  <a:pt x="112651" y="164208"/>
                  <a:pt x="115487" y="184100"/>
                  <a:pt x="115370" y="204301"/>
                </a:cubicBezTo>
                <a:cubicBezTo>
                  <a:pt x="115331" y="213840"/>
                  <a:pt x="106747" y="218997"/>
                  <a:pt x="97891" y="218997"/>
                </a:cubicBezTo>
                <a:cubicBezTo>
                  <a:pt x="89035" y="218997"/>
                  <a:pt x="80489" y="213840"/>
                  <a:pt x="80411" y="204301"/>
                </a:cubicBezTo>
                <a:cubicBezTo>
                  <a:pt x="80295" y="184100"/>
                  <a:pt x="83130" y="164208"/>
                  <a:pt x="85694" y="151219"/>
                </a:cubicBezTo>
                <a:cubicBezTo>
                  <a:pt x="86549" y="146838"/>
                  <a:pt x="90588" y="141952"/>
                  <a:pt x="97891" y="141952"/>
                </a:cubicBezTo>
                <a:close/>
                <a:moveTo>
                  <a:pt x="140192" y="119812"/>
                </a:moveTo>
                <a:cubicBezTo>
                  <a:pt x="152738" y="124116"/>
                  <a:pt x="171421" y="131599"/>
                  <a:pt x="188901" y="141797"/>
                </a:cubicBezTo>
                <a:cubicBezTo>
                  <a:pt x="197135" y="146605"/>
                  <a:pt x="197330" y="156570"/>
                  <a:pt x="192902" y="164247"/>
                </a:cubicBezTo>
                <a:cubicBezTo>
                  <a:pt x="188473" y="171925"/>
                  <a:pt x="179695" y="176733"/>
                  <a:pt x="171421" y="172002"/>
                </a:cubicBezTo>
                <a:cubicBezTo>
                  <a:pt x="153825" y="161998"/>
                  <a:pt x="137977" y="149552"/>
                  <a:pt x="127995" y="140866"/>
                </a:cubicBezTo>
                <a:cubicBezTo>
                  <a:pt x="124654" y="137958"/>
                  <a:pt x="122401" y="132026"/>
                  <a:pt x="126053" y="125705"/>
                </a:cubicBezTo>
                <a:cubicBezTo>
                  <a:pt x="129704" y="119424"/>
                  <a:pt x="135958" y="118377"/>
                  <a:pt x="140192" y="119812"/>
                </a:cubicBezTo>
                <a:close/>
                <a:moveTo>
                  <a:pt x="55590" y="119812"/>
                </a:moveTo>
                <a:cubicBezTo>
                  <a:pt x="59824" y="118378"/>
                  <a:pt x="66078" y="119386"/>
                  <a:pt x="69729" y="125706"/>
                </a:cubicBezTo>
                <a:cubicBezTo>
                  <a:pt x="73381" y="131988"/>
                  <a:pt x="71128" y="137959"/>
                  <a:pt x="67787" y="140867"/>
                </a:cubicBezTo>
                <a:cubicBezTo>
                  <a:pt x="57805" y="149591"/>
                  <a:pt x="41957" y="161999"/>
                  <a:pt x="24361" y="172003"/>
                </a:cubicBezTo>
                <a:cubicBezTo>
                  <a:pt x="16048" y="176733"/>
                  <a:pt x="7309" y="171925"/>
                  <a:pt x="2880" y="164248"/>
                </a:cubicBezTo>
                <a:cubicBezTo>
                  <a:pt x="-1548" y="156609"/>
                  <a:pt x="-1353" y="146605"/>
                  <a:pt x="6881" y="141797"/>
                </a:cubicBezTo>
                <a:cubicBezTo>
                  <a:pt x="24361" y="131600"/>
                  <a:pt x="43044" y="124116"/>
                  <a:pt x="55590" y="119812"/>
                </a:cubicBezTo>
                <a:close/>
                <a:moveTo>
                  <a:pt x="183618" y="46219"/>
                </a:moveTo>
                <a:cubicBezTo>
                  <a:pt x="187395" y="47789"/>
                  <a:pt x="190687" y="50911"/>
                  <a:pt x="192902" y="54749"/>
                </a:cubicBezTo>
                <a:cubicBezTo>
                  <a:pt x="197330" y="62426"/>
                  <a:pt x="197135" y="72391"/>
                  <a:pt x="188901" y="77161"/>
                </a:cubicBezTo>
                <a:cubicBezTo>
                  <a:pt x="171421" y="87358"/>
                  <a:pt x="152738" y="94842"/>
                  <a:pt x="140192" y="99146"/>
                </a:cubicBezTo>
                <a:cubicBezTo>
                  <a:pt x="135958" y="100580"/>
                  <a:pt x="129704" y="99572"/>
                  <a:pt x="126053" y="93252"/>
                </a:cubicBezTo>
                <a:cubicBezTo>
                  <a:pt x="122401" y="86971"/>
                  <a:pt x="124654" y="80999"/>
                  <a:pt x="127995" y="78091"/>
                </a:cubicBezTo>
                <a:cubicBezTo>
                  <a:pt x="137977" y="69406"/>
                  <a:pt x="153825" y="56998"/>
                  <a:pt x="171421" y="46994"/>
                </a:cubicBezTo>
                <a:cubicBezTo>
                  <a:pt x="175578" y="44629"/>
                  <a:pt x="179841" y="44648"/>
                  <a:pt x="183618" y="46219"/>
                </a:cubicBezTo>
                <a:close/>
                <a:moveTo>
                  <a:pt x="12179" y="46219"/>
                </a:moveTo>
                <a:cubicBezTo>
                  <a:pt x="15961" y="44648"/>
                  <a:pt x="20224" y="44629"/>
                  <a:pt x="24361" y="46994"/>
                </a:cubicBezTo>
                <a:cubicBezTo>
                  <a:pt x="41957" y="56998"/>
                  <a:pt x="57805" y="69406"/>
                  <a:pt x="67787" y="78130"/>
                </a:cubicBezTo>
                <a:cubicBezTo>
                  <a:pt x="71128" y="81038"/>
                  <a:pt x="73381" y="86971"/>
                  <a:pt x="69729" y="93291"/>
                </a:cubicBezTo>
                <a:cubicBezTo>
                  <a:pt x="66078" y="99572"/>
                  <a:pt x="59824" y="100619"/>
                  <a:pt x="55590" y="99185"/>
                </a:cubicBezTo>
                <a:cubicBezTo>
                  <a:pt x="43044" y="94881"/>
                  <a:pt x="24361" y="87397"/>
                  <a:pt x="6881" y="77200"/>
                </a:cubicBezTo>
                <a:cubicBezTo>
                  <a:pt x="-1353" y="72391"/>
                  <a:pt x="-1548" y="62426"/>
                  <a:pt x="2880" y="54749"/>
                </a:cubicBezTo>
                <a:cubicBezTo>
                  <a:pt x="5095" y="50911"/>
                  <a:pt x="8396" y="47789"/>
                  <a:pt x="12179" y="46219"/>
                </a:cubicBezTo>
                <a:close/>
                <a:moveTo>
                  <a:pt x="97891" y="0"/>
                </a:moveTo>
                <a:cubicBezTo>
                  <a:pt x="106747" y="0"/>
                  <a:pt x="115331" y="5157"/>
                  <a:pt x="115370" y="14695"/>
                </a:cubicBezTo>
                <a:cubicBezTo>
                  <a:pt x="115487" y="34897"/>
                  <a:pt x="112651" y="54788"/>
                  <a:pt x="110088" y="67778"/>
                </a:cubicBezTo>
                <a:cubicBezTo>
                  <a:pt x="109233" y="72159"/>
                  <a:pt x="105193" y="77045"/>
                  <a:pt x="97891" y="77045"/>
                </a:cubicBezTo>
                <a:cubicBezTo>
                  <a:pt x="90588" y="77045"/>
                  <a:pt x="86549" y="72159"/>
                  <a:pt x="85694" y="67778"/>
                </a:cubicBezTo>
                <a:cubicBezTo>
                  <a:pt x="83130" y="54788"/>
                  <a:pt x="80295" y="34897"/>
                  <a:pt x="80411" y="14695"/>
                </a:cubicBezTo>
                <a:cubicBezTo>
                  <a:pt x="80489" y="5157"/>
                  <a:pt x="89035" y="0"/>
                  <a:pt x="97891" y="0"/>
                </a:cubicBezTo>
                <a:close/>
              </a:path>
            </a:pathLst>
          </a:custGeom>
          <a:solidFill>
            <a:schemeClr val="accent5"/>
          </a:solidFill>
          <a:ln w="378" cap="flat">
            <a:noFill/>
            <a:prstDash val="solid"/>
            <a:miter/>
          </a:ln>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endParaRPr lang="en-US" sz="7200"/>
          </a:p>
        </p:txBody>
      </p:sp>
    </p:spTree>
    <p:extLst>
      <p:ext uri="{BB962C8B-B14F-4D97-AF65-F5344CB8AC3E}">
        <p14:creationId xmlns:p14="http://schemas.microsoft.com/office/powerpoint/2010/main" val="2745729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Section Header">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08823" y="2025180"/>
            <a:ext cx="16002000" cy="7040880"/>
          </a:xfrm>
        </p:spPr>
        <p:txBody>
          <a:bodyPr anchor="t" anchorCtr="0"/>
          <a:lstStyle>
            <a:lvl1pPr algn="l" defTabSz="1828800" rtl="0" eaLnBrk="1" latinLnBrk="0" hangingPunct="1">
              <a:lnSpc>
                <a:spcPts val="12400"/>
              </a:lnSpc>
              <a:spcBef>
                <a:spcPct val="0"/>
              </a:spcBef>
              <a:buNone/>
              <a:defRPr lang="en-US" sz="11000" b="0" i="0" kern="1200" dirty="0">
                <a:solidFill>
                  <a:srgbClr val="001E60"/>
                </a:solidFill>
                <a:latin typeface="Everyday Sans Light" pitchFamily="2" charset="77"/>
                <a:ea typeface="+mj-ea"/>
                <a:cs typeface="+mj-cs"/>
              </a:defRPr>
            </a:lvl1pPr>
          </a:lstStyle>
          <a:p>
            <a:r>
              <a:rPr lang="en-US"/>
              <a:t>Click to edit</a:t>
            </a:r>
            <a:br>
              <a:rPr lang="en-US"/>
            </a:br>
            <a:r>
              <a:rPr lang="en-US"/>
              <a:t>title style</a:t>
            </a:r>
          </a:p>
        </p:txBody>
      </p:sp>
      <p:sp>
        <p:nvSpPr>
          <p:cNvPr id="5" name="Footer Placeholder 4"/>
          <p:cNvSpPr>
            <a:spLocks noGrp="1"/>
          </p:cNvSpPr>
          <p:nvPr>
            <p:ph type="ftr" sz="quarter" idx="11"/>
          </p:nvPr>
        </p:nvSpPr>
        <p:spPr/>
        <p:txBody>
          <a:bodyPr/>
          <a:lstStyle/>
          <a:p>
            <a:r>
              <a:rPr lang="en-US"/>
              <a:t>Add Team Name Here</a:t>
            </a:r>
          </a:p>
        </p:txBody>
      </p:sp>
      <p:sp>
        <p:nvSpPr>
          <p:cNvPr id="10" name="Text Placeholder 2">
            <a:extLst>
              <a:ext uri="{FF2B5EF4-FFF2-40B4-BE49-F238E27FC236}">
                <a16:creationId xmlns:a16="http://schemas.microsoft.com/office/drawing/2014/main" id="{5E5C5D13-6125-860E-C299-FCEE8ACF2ADC}"/>
              </a:ext>
            </a:extLst>
          </p:cNvPr>
          <p:cNvSpPr>
            <a:spLocks noGrp="1"/>
          </p:cNvSpPr>
          <p:nvPr>
            <p:ph type="body" idx="1" hasCustomPrompt="1"/>
          </p:nvPr>
        </p:nvSpPr>
        <p:spPr>
          <a:xfrm>
            <a:off x="643061" y="2025180"/>
            <a:ext cx="4519396" cy="3000374"/>
          </a:xfrm>
        </p:spPr>
        <p:txBody>
          <a:bodyPr/>
          <a:lstStyle>
            <a:lvl1pPr marL="0" indent="0" algn="l" defTabSz="1828800" rtl="0" eaLnBrk="1" latinLnBrk="0" hangingPunct="1">
              <a:lnSpc>
                <a:spcPts val="12400"/>
              </a:lnSpc>
              <a:spcBef>
                <a:spcPct val="0"/>
              </a:spcBef>
              <a:spcAft>
                <a:spcPts val="0"/>
              </a:spcAft>
              <a:buNone/>
              <a:defRPr lang="en-US" sz="11000" b="0" i="0" kern="1200" dirty="0">
                <a:solidFill>
                  <a:srgbClr val="001E60"/>
                </a:solidFill>
                <a:latin typeface="Everyday Sans Light" pitchFamily="2" charset="77"/>
                <a:ea typeface="+mj-ea"/>
                <a:cs typeface="+mj-cs"/>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n-US"/>
              <a:t>##</a:t>
            </a:r>
          </a:p>
        </p:txBody>
      </p:sp>
      <p:sp>
        <p:nvSpPr>
          <p:cNvPr id="6" name="TextBox 5">
            <a:extLst>
              <a:ext uri="{FF2B5EF4-FFF2-40B4-BE49-F238E27FC236}">
                <a16:creationId xmlns:a16="http://schemas.microsoft.com/office/drawing/2014/main" id="{F3A404DB-8019-0A0C-A842-340B83172399}"/>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chemeClr val="accent1"/>
                </a:solidFill>
                <a:latin typeface="EverydaySans-Regular"/>
                <a:sym typeface="EverydaySans-Regular"/>
                <a:rtl val="0"/>
              </a:rPr>
              <a:t>PRIVATE AND CONFIDENTIAL</a:t>
            </a:r>
          </a:p>
        </p:txBody>
      </p:sp>
      <p:sp>
        <p:nvSpPr>
          <p:cNvPr id="11" name="Slide Number Placeholder 6">
            <a:extLst>
              <a:ext uri="{FF2B5EF4-FFF2-40B4-BE49-F238E27FC236}">
                <a16:creationId xmlns:a16="http://schemas.microsoft.com/office/drawing/2014/main" id="{9BBA36C0-1B20-8B02-D16F-2C59A352D0CB}"/>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t>‹#›</a:t>
            </a:fld>
            <a:endParaRPr lang="en-US"/>
          </a:p>
        </p:txBody>
      </p:sp>
    </p:spTree>
    <p:extLst>
      <p:ext uri="{BB962C8B-B14F-4D97-AF65-F5344CB8AC3E}">
        <p14:creationId xmlns:p14="http://schemas.microsoft.com/office/powerpoint/2010/main" val="540862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Only">
    <p:spTree>
      <p:nvGrpSpPr>
        <p:cNvPr id="1" name=""/>
        <p:cNvGrpSpPr/>
        <p:nvPr/>
      </p:nvGrpSpPr>
      <p:grpSpPr>
        <a:xfrm>
          <a:off x="0" y="0"/>
          <a:ext cx="0" cy="0"/>
          <a:chOff x="0" y="0"/>
          <a:chExt cx="0" cy="0"/>
        </a:xfrm>
      </p:grpSpPr>
      <p:sp>
        <p:nvSpPr>
          <p:cNvPr id="3" name="Picture Placeholder 2"/>
          <p:cNvSpPr>
            <a:spLocks noGrp="1" noChangeAspect="1"/>
          </p:cNvSpPr>
          <p:nvPr>
            <p:ph type="pic" idx="1" hasCustomPrompt="1"/>
          </p:nvPr>
        </p:nvSpPr>
        <p:spPr>
          <a:xfrm>
            <a:off x="6527315" y="2033528"/>
            <a:ext cx="16214747" cy="10332720"/>
          </a:xfrm>
        </p:spPr>
        <p:txBody>
          <a:bodyPr anchor="t"/>
          <a:lstStyle>
            <a:lvl1pPr marL="0" indent="0">
              <a:lnSpc>
                <a:spcPts val="9400"/>
              </a:lnSpc>
              <a:spcAft>
                <a:spcPts val="0"/>
              </a:spcAft>
              <a:buNone/>
              <a:defRPr sz="8000" b="0" i="0">
                <a:latin typeface="Everyday Sans Light" pitchFamily="2" charset="77"/>
              </a:defRPr>
            </a:lvl1pPr>
            <a:lvl2pPr marL="914171" indent="0">
              <a:buNone/>
              <a:defRPr sz="5599"/>
            </a:lvl2pPr>
            <a:lvl3pPr marL="1828343" indent="0">
              <a:buNone/>
              <a:defRPr sz="4799"/>
            </a:lvl3pPr>
            <a:lvl4pPr marL="2742514" indent="0">
              <a:buNone/>
              <a:defRPr sz="3999"/>
            </a:lvl4pPr>
            <a:lvl5pPr marL="3656686" indent="0">
              <a:buNone/>
              <a:defRPr sz="3999"/>
            </a:lvl5pPr>
            <a:lvl6pPr marL="4570857" indent="0">
              <a:buNone/>
              <a:defRPr sz="3999"/>
            </a:lvl6pPr>
            <a:lvl7pPr marL="5485028" indent="0">
              <a:buNone/>
              <a:defRPr sz="3999"/>
            </a:lvl7pPr>
            <a:lvl8pPr marL="6399200" indent="0">
              <a:buNone/>
              <a:defRPr sz="3999"/>
            </a:lvl8pPr>
            <a:lvl9pPr marL="7313371" indent="0">
              <a:buNone/>
              <a:defRPr sz="3999"/>
            </a:lvl9pPr>
          </a:lstStyle>
          <a:p>
            <a:r>
              <a:rPr lang="en-US"/>
              <a:t>Click to edit text styles</a:t>
            </a:r>
          </a:p>
        </p:txBody>
      </p:sp>
      <p:sp>
        <p:nvSpPr>
          <p:cNvPr id="6" name="Footer Placeholder 5"/>
          <p:cNvSpPr>
            <a:spLocks noGrp="1"/>
          </p:cNvSpPr>
          <p:nvPr>
            <p:ph type="ftr" sz="quarter" idx="11"/>
          </p:nvPr>
        </p:nvSpPr>
        <p:spPr/>
        <p:txBody>
          <a:bodyPr/>
          <a:lstStyle/>
          <a:p>
            <a:r>
              <a:rPr lang="en-US"/>
              <a:t>Add Team Name Here</a:t>
            </a:r>
          </a:p>
        </p:txBody>
      </p:sp>
      <p:sp>
        <p:nvSpPr>
          <p:cNvPr id="7" name="Slide Number Placeholder 6"/>
          <p:cNvSpPr>
            <a:spLocks noGrp="1"/>
          </p:cNvSpPr>
          <p:nvPr>
            <p:ph type="sldNum" sz="quarter" idx="12"/>
          </p:nvPr>
        </p:nvSpPr>
        <p:spPr/>
        <p:txBody>
          <a:bodyPr/>
          <a:lstStyle/>
          <a:p>
            <a:fld id="{E7E83E8E-4C8F-494C-96FC-84A57D31552C}" type="slidenum">
              <a:rPr lang="en-US" smtClean="0"/>
              <a:t>‹#›</a:t>
            </a:fld>
            <a:endParaRPr lang="en-US"/>
          </a:p>
        </p:txBody>
      </p:sp>
      <p:sp>
        <p:nvSpPr>
          <p:cNvPr id="10" name="Title 9">
            <a:extLst>
              <a:ext uri="{FF2B5EF4-FFF2-40B4-BE49-F238E27FC236}">
                <a16:creationId xmlns:a16="http://schemas.microsoft.com/office/drawing/2014/main" id="{9F156A45-064F-B144-5434-4B0BAA21AE87}"/>
              </a:ext>
            </a:extLst>
          </p:cNvPr>
          <p:cNvSpPr>
            <a:spLocks noGrp="1"/>
          </p:cNvSpPr>
          <p:nvPr>
            <p:ph type="title" hasCustomPrompt="1"/>
          </p:nvPr>
        </p:nvSpPr>
        <p:spPr>
          <a:xfrm>
            <a:off x="682626" y="2121408"/>
            <a:ext cx="5486400" cy="2286000"/>
          </a:xfrm>
        </p:spPr>
        <p:txBody>
          <a:bodyPr/>
          <a:lstStyle/>
          <a:p>
            <a:r>
              <a:rPr lang="en-US"/>
              <a:t>Click to edit title</a:t>
            </a:r>
          </a:p>
        </p:txBody>
      </p:sp>
    </p:spTree>
    <p:extLst>
      <p:ext uri="{BB962C8B-B14F-4D97-AF65-F5344CB8AC3E}">
        <p14:creationId xmlns:p14="http://schemas.microsoft.com/office/powerpoint/2010/main" val="2858124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ext Only">
    <p:spTree>
      <p:nvGrpSpPr>
        <p:cNvPr id="1" name=""/>
        <p:cNvGrpSpPr/>
        <p:nvPr/>
      </p:nvGrpSpPr>
      <p:grpSpPr>
        <a:xfrm>
          <a:off x="0" y="0"/>
          <a:ext cx="0" cy="0"/>
          <a:chOff x="0" y="0"/>
          <a:chExt cx="0" cy="0"/>
        </a:xfrm>
      </p:grpSpPr>
      <p:sp>
        <p:nvSpPr>
          <p:cNvPr id="3" name="Picture Placeholder 2"/>
          <p:cNvSpPr>
            <a:spLocks noGrp="1" noChangeAspect="1"/>
          </p:cNvSpPr>
          <p:nvPr>
            <p:ph type="pic" idx="1" hasCustomPrompt="1"/>
          </p:nvPr>
        </p:nvSpPr>
        <p:spPr>
          <a:xfrm>
            <a:off x="686601" y="2032970"/>
            <a:ext cx="21056600" cy="10355262"/>
          </a:xfrm>
        </p:spPr>
        <p:txBody>
          <a:bodyPr anchor="t"/>
          <a:lstStyle>
            <a:lvl1pPr marL="0" indent="0">
              <a:lnSpc>
                <a:spcPts val="9400"/>
              </a:lnSpc>
              <a:spcAft>
                <a:spcPts val="0"/>
              </a:spcAft>
              <a:buNone/>
              <a:defRPr sz="8000" b="0" i="0">
                <a:latin typeface="Everyday Sans Light" pitchFamily="2" charset="77"/>
              </a:defRPr>
            </a:lvl1pPr>
            <a:lvl2pPr marL="914171" indent="0">
              <a:buNone/>
              <a:defRPr sz="5599"/>
            </a:lvl2pPr>
            <a:lvl3pPr marL="1828343" indent="0">
              <a:buNone/>
              <a:defRPr sz="4799"/>
            </a:lvl3pPr>
            <a:lvl4pPr marL="2742514" indent="0">
              <a:buNone/>
              <a:defRPr sz="3999"/>
            </a:lvl4pPr>
            <a:lvl5pPr marL="3656686" indent="0">
              <a:buNone/>
              <a:defRPr sz="3999"/>
            </a:lvl5pPr>
            <a:lvl6pPr marL="4570857" indent="0">
              <a:buNone/>
              <a:defRPr sz="3999"/>
            </a:lvl6pPr>
            <a:lvl7pPr marL="5485028" indent="0">
              <a:buNone/>
              <a:defRPr sz="3999"/>
            </a:lvl7pPr>
            <a:lvl8pPr marL="6399200" indent="0">
              <a:buNone/>
              <a:defRPr sz="3999"/>
            </a:lvl8pPr>
            <a:lvl9pPr marL="7313371" indent="0">
              <a:buNone/>
              <a:defRPr sz="3999"/>
            </a:lvl9pPr>
          </a:lstStyle>
          <a:p>
            <a:r>
              <a:rPr lang="en-US"/>
              <a:t>Click to edit text styles</a:t>
            </a:r>
          </a:p>
        </p:txBody>
      </p:sp>
      <p:sp>
        <p:nvSpPr>
          <p:cNvPr id="6" name="Footer Placeholder 5"/>
          <p:cNvSpPr>
            <a:spLocks noGrp="1"/>
          </p:cNvSpPr>
          <p:nvPr>
            <p:ph type="ftr" sz="quarter" idx="11"/>
          </p:nvPr>
        </p:nvSpPr>
        <p:spPr/>
        <p:txBody>
          <a:bodyPr/>
          <a:lstStyle/>
          <a:p>
            <a:r>
              <a:rPr lang="en-US"/>
              <a:t>Add Team Name Here</a:t>
            </a:r>
          </a:p>
        </p:txBody>
      </p:sp>
      <p:sp>
        <p:nvSpPr>
          <p:cNvPr id="7" name="Slide Number Placeholder 6"/>
          <p:cNvSpPr>
            <a:spLocks noGrp="1"/>
          </p:cNvSpPr>
          <p:nvPr>
            <p:ph type="sldNum" sz="quarter" idx="12"/>
          </p:nvPr>
        </p:nvSpPr>
        <p:spPr/>
        <p:txBody>
          <a:bodyPr/>
          <a:lstStyle/>
          <a:p>
            <a:fld id="{E7E83E8E-4C8F-494C-96FC-84A57D31552C}" type="slidenum">
              <a:rPr lang="en-US" smtClean="0"/>
              <a:t>‹#›</a:t>
            </a:fld>
            <a:endParaRPr lang="en-US"/>
          </a:p>
        </p:txBody>
      </p:sp>
    </p:spTree>
    <p:extLst>
      <p:ext uri="{BB962C8B-B14F-4D97-AF65-F5344CB8AC3E}">
        <p14:creationId xmlns:p14="http://schemas.microsoft.com/office/powerpoint/2010/main" val="34044872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ext Only">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686670" y="2023987"/>
            <a:ext cx="21031200" cy="10583427"/>
          </a:xfrm>
        </p:spPr>
        <p:txBody>
          <a:bodyPr anchor="t"/>
          <a:lstStyle>
            <a:lvl1pPr marL="0" indent="0">
              <a:lnSpc>
                <a:spcPts val="12400"/>
              </a:lnSpc>
              <a:spcAft>
                <a:spcPts val="0"/>
              </a:spcAft>
              <a:buNone/>
              <a:defRPr sz="11000" b="0" i="0">
                <a:latin typeface="Everyday Sans Light" pitchFamily="2" charset="77"/>
              </a:defRPr>
            </a:lvl1pPr>
            <a:lvl2pPr marL="914171" indent="0">
              <a:buNone/>
              <a:defRPr sz="5599"/>
            </a:lvl2pPr>
            <a:lvl3pPr marL="1828343" indent="0">
              <a:buNone/>
              <a:defRPr sz="4799"/>
            </a:lvl3pPr>
            <a:lvl4pPr marL="2742514" indent="0">
              <a:buNone/>
              <a:defRPr sz="3999"/>
            </a:lvl4pPr>
            <a:lvl5pPr marL="3656686" indent="0">
              <a:buNone/>
              <a:defRPr sz="3999"/>
            </a:lvl5pPr>
            <a:lvl6pPr marL="4570857" indent="0">
              <a:buNone/>
              <a:defRPr sz="3999"/>
            </a:lvl6pPr>
            <a:lvl7pPr marL="5485028" indent="0">
              <a:buNone/>
              <a:defRPr sz="3999"/>
            </a:lvl7pPr>
            <a:lvl8pPr marL="6399200" indent="0">
              <a:buNone/>
              <a:defRPr sz="3999"/>
            </a:lvl8pPr>
            <a:lvl9pPr marL="7313371" indent="0">
              <a:buNone/>
              <a:defRPr sz="3999"/>
            </a:lvl9pPr>
          </a:lstStyle>
          <a:p>
            <a:r>
              <a:rPr lang="en-US"/>
              <a:t>Click to edit text styles</a:t>
            </a:r>
          </a:p>
        </p:txBody>
      </p:sp>
      <p:sp>
        <p:nvSpPr>
          <p:cNvPr id="6" name="Footer Placeholder 5"/>
          <p:cNvSpPr>
            <a:spLocks noGrp="1"/>
          </p:cNvSpPr>
          <p:nvPr>
            <p:ph type="ftr" sz="quarter" idx="11"/>
          </p:nvPr>
        </p:nvSpPr>
        <p:spPr/>
        <p:txBody>
          <a:bodyPr/>
          <a:lstStyle/>
          <a:p>
            <a:r>
              <a:rPr lang="en-US"/>
              <a:t>Add Team Name Here</a:t>
            </a:r>
          </a:p>
        </p:txBody>
      </p:sp>
      <p:sp>
        <p:nvSpPr>
          <p:cNvPr id="7" name="Slide Number Placeholder 6"/>
          <p:cNvSpPr>
            <a:spLocks noGrp="1"/>
          </p:cNvSpPr>
          <p:nvPr>
            <p:ph type="sldNum" sz="quarter" idx="12"/>
          </p:nvPr>
        </p:nvSpPr>
        <p:spPr/>
        <p:txBody>
          <a:bodyPr/>
          <a:lstStyle/>
          <a:p>
            <a:fld id="{E7E83E8E-4C8F-494C-96FC-84A57D31552C}" type="slidenum">
              <a:rPr lang="en-US" smtClean="0"/>
              <a:t>‹#›</a:t>
            </a:fld>
            <a:endParaRPr lang="en-US"/>
          </a:p>
        </p:txBody>
      </p:sp>
    </p:spTree>
    <p:extLst>
      <p:ext uri="{BB962C8B-B14F-4D97-AF65-F5344CB8AC3E}">
        <p14:creationId xmlns:p14="http://schemas.microsoft.com/office/powerpoint/2010/main" val="3973307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ext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82626" y="3767328"/>
            <a:ext cx="13274674" cy="8877247"/>
          </a:xfrm>
        </p:spPr>
        <p:txBody>
          <a:bodyPr/>
          <a:lstStyle>
            <a:lvl1pPr>
              <a:spcAft>
                <a:spcPts val="3000"/>
              </a:spcAft>
              <a:defRPr/>
            </a:lvl1pPr>
            <a:lvl2pPr>
              <a:spcAft>
                <a:spcPts val="3000"/>
              </a:spcAft>
              <a:defRPr/>
            </a:lvl2pPr>
            <a:lvl3pPr>
              <a:spcAft>
                <a:spcPts val="3000"/>
              </a:spcAft>
              <a:defRPr/>
            </a:lvl3pPr>
            <a:lvl4pPr>
              <a:spcAft>
                <a:spcPts val="3000"/>
              </a:spcAft>
              <a:defRPr/>
            </a:lvl4pPr>
            <a:lvl5pPr>
              <a:spcAft>
                <a:spcPts val="30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Team Name Here</a:t>
            </a:r>
          </a:p>
        </p:txBody>
      </p:sp>
      <p:sp>
        <p:nvSpPr>
          <p:cNvPr id="6" name="Slide Number Placeholder 5"/>
          <p:cNvSpPr>
            <a:spLocks noGrp="1"/>
          </p:cNvSpPr>
          <p:nvPr>
            <p:ph type="sldNum" sz="quarter" idx="12"/>
          </p:nvPr>
        </p:nvSpPr>
        <p:spPr/>
        <p:txBody>
          <a:bodyPr anchor="ctr" anchorCtr="0"/>
          <a:lstStyle/>
          <a:p>
            <a:fld id="{E7E83E8E-4C8F-494C-96FC-84A57D31552C}" type="slidenum">
              <a:rPr lang="en-US" smtClean="0"/>
              <a:t>‹#›</a:t>
            </a:fld>
            <a:endParaRPr lang="en-US"/>
          </a:p>
        </p:txBody>
      </p:sp>
    </p:spTree>
    <p:extLst>
      <p:ext uri="{BB962C8B-B14F-4D97-AF65-F5344CB8AC3E}">
        <p14:creationId xmlns:p14="http://schemas.microsoft.com/office/powerpoint/2010/main" val="3257532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_Text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82626" y="3767328"/>
            <a:ext cx="13274674" cy="8877247"/>
          </a:xfrm>
        </p:spPr>
        <p:txBody>
          <a:bodyPr/>
          <a:lstStyle>
            <a:lvl1pPr>
              <a:spcAft>
                <a:spcPts val="3000"/>
              </a:spcAft>
              <a:defRPr/>
            </a:lvl1pPr>
            <a:lvl2pPr marL="747713" indent="-728663">
              <a:spcAft>
                <a:spcPts val="3000"/>
              </a:spcAft>
              <a:buFont typeface="+mj-lt"/>
              <a:buAutoNum type="arabicPeriod"/>
              <a:tabLst/>
              <a:defRPr/>
            </a:lvl2pPr>
            <a:lvl3pPr marL="1225550" indent="-742950">
              <a:spcAft>
                <a:spcPts val="3000"/>
              </a:spcAft>
              <a:buFont typeface="+mj-lt"/>
              <a:buAutoNum type="arabicPeriod"/>
              <a:defRPr/>
            </a:lvl3pPr>
            <a:lvl4pPr marL="1811338" indent="-742950">
              <a:spcAft>
                <a:spcPts val="3000"/>
              </a:spcAft>
              <a:buFont typeface="+mj-lt"/>
              <a:buAutoNum type="arabicPeriod"/>
              <a:defRPr/>
            </a:lvl4pPr>
            <a:lvl5pPr marL="2293938" indent="-742950">
              <a:spcAft>
                <a:spcPts val="3000"/>
              </a:spcAft>
              <a:buFont typeface="+mj-lt"/>
              <a:buAutoNum type="arabicPeriod"/>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Team Name Here</a:t>
            </a:r>
          </a:p>
        </p:txBody>
      </p:sp>
      <p:sp>
        <p:nvSpPr>
          <p:cNvPr id="6" name="Slide Number Placeholder 5"/>
          <p:cNvSpPr>
            <a:spLocks noGrp="1"/>
          </p:cNvSpPr>
          <p:nvPr>
            <p:ph type="sldNum" sz="quarter" idx="12"/>
          </p:nvPr>
        </p:nvSpPr>
        <p:spPr/>
        <p:txBody>
          <a:bodyPr anchor="ctr" anchorCtr="0"/>
          <a:lstStyle/>
          <a:p>
            <a:fld id="{E7E83E8E-4C8F-494C-96FC-84A57D31552C}" type="slidenum">
              <a:rPr lang="en-US" smtClean="0"/>
              <a:t>‹#›</a:t>
            </a:fld>
            <a:endParaRPr lang="en-US"/>
          </a:p>
        </p:txBody>
      </p:sp>
    </p:spTree>
    <p:extLst>
      <p:ext uri="{BB962C8B-B14F-4D97-AF65-F5344CB8AC3E}">
        <p14:creationId xmlns:p14="http://schemas.microsoft.com/office/powerpoint/2010/main" val="33358945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6_Text Only">
    <p:spTree>
      <p:nvGrpSpPr>
        <p:cNvPr id="1" name=""/>
        <p:cNvGrpSpPr/>
        <p:nvPr/>
      </p:nvGrpSpPr>
      <p:grpSpPr>
        <a:xfrm>
          <a:off x="0" y="0"/>
          <a:ext cx="0" cy="0"/>
          <a:chOff x="0" y="0"/>
          <a:chExt cx="0" cy="0"/>
        </a:xfrm>
      </p:grpSpPr>
      <p:sp>
        <p:nvSpPr>
          <p:cNvPr id="2" name="Title 1"/>
          <p:cNvSpPr>
            <a:spLocks noGrp="1"/>
          </p:cNvSpPr>
          <p:nvPr>
            <p:ph type="title"/>
          </p:nvPr>
        </p:nvSpPr>
        <p:spPr>
          <a:xfrm>
            <a:off x="682626" y="2121408"/>
            <a:ext cx="23010812" cy="1187450"/>
          </a:xfrm>
        </p:spPr>
        <p:txBody>
          <a:bodyPr/>
          <a:lstStyle>
            <a:lvl1pPr>
              <a:lnSpc>
                <a:spcPts val="4600"/>
              </a:lnSpc>
              <a:spcAft>
                <a:spcPts val="0"/>
              </a:spcAft>
              <a:defRPr sz="3600"/>
            </a:lvl1pPr>
          </a:lstStyle>
          <a:p>
            <a:r>
              <a:rPr lang="en-US"/>
              <a:t>Click to edit Master title style</a:t>
            </a:r>
          </a:p>
        </p:txBody>
      </p:sp>
      <p:sp>
        <p:nvSpPr>
          <p:cNvPr id="3" name="Content Placeholder 2"/>
          <p:cNvSpPr>
            <a:spLocks noGrp="1"/>
          </p:cNvSpPr>
          <p:nvPr>
            <p:ph idx="1"/>
          </p:nvPr>
        </p:nvSpPr>
        <p:spPr>
          <a:xfrm>
            <a:off x="682624" y="3785616"/>
            <a:ext cx="17556480" cy="8877247"/>
          </a:xfrm>
        </p:spPr>
        <p:txBody>
          <a:bodyPr/>
          <a:lstStyle>
            <a:lvl1pPr>
              <a:lnSpc>
                <a:spcPts val="7600"/>
              </a:lnSpc>
              <a:spcAft>
                <a:spcPts val="2000"/>
              </a:spcAft>
              <a:defRPr sz="6000" b="0" i="0">
                <a:latin typeface="Everyday Sans Light" pitchFamily="2" charset="77"/>
              </a:defRPr>
            </a:lvl1pPr>
            <a:lvl2pPr marL="920750" indent="-901700">
              <a:lnSpc>
                <a:spcPts val="7600"/>
              </a:lnSpc>
              <a:spcAft>
                <a:spcPts val="2000"/>
              </a:spcAft>
              <a:buFont typeface="+mj-lt"/>
              <a:buAutoNum type="arabicPeriod"/>
              <a:tabLst/>
              <a:defRPr sz="6000" b="0" i="0">
                <a:latin typeface="Everyday Sans Light" pitchFamily="2" charset="77"/>
              </a:defRPr>
            </a:lvl2pPr>
            <a:lvl3pPr marL="1371600" indent="-889000">
              <a:lnSpc>
                <a:spcPts val="7600"/>
              </a:lnSpc>
              <a:spcAft>
                <a:spcPts val="2000"/>
              </a:spcAft>
              <a:buFont typeface="+mj-lt"/>
              <a:buAutoNum type="arabicPeriod"/>
              <a:tabLst/>
              <a:defRPr sz="6000" b="0" i="0">
                <a:latin typeface="Everyday Sans Light" pitchFamily="2" charset="77"/>
              </a:defRPr>
            </a:lvl3pPr>
            <a:lvl4pPr marL="2105025" indent="-1036638">
              <a:lnSpc>
                <a:spcPts val="7600"/>
              </a:lnSpc>
              <a:spcAft>
                <a:spcPts val="2000"/>
              </a:spcAft>
              <a:buFont typeface="+mj-lt"/>
              <a:buAutoNum type="arabicPeriod"/>
              <a:tabLst/>
              <a:defRPr sz="6000" b="0" i="0">
                <a:latin typeface="Everyday Sans Light" pitchFamily="2" charset="77"/>
              </a:defRPr>
            </a:lvl4pPr>
            <a:lvl5pPr marL="2454275" indent="-903288">
              <a:lnSpc>
                <a:spcPts val="7600"/>
              </a:lnSpc>
              <a:spcAft>
                <a:spcPts val="2000"/>
              </a:spcAft>
              <a:buFont typeface="+mj-lt"/>
              <a:buAutoNum type="arabicPeriod"/>
              <a:tabLst/>
              <a:defRPr sz="6000" b="0" i="0">
                <a:latin typeface="Everyday Sans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Team Name Here</a:t>
            </a:r>
          </a:p>
        </p:txBody>
      </p:sp>
      <p:sp>
        <p:nvSpPr>
          <p:cNvPr id="6" name="Slide Number Placeholder 5"/>
          <p:cNvSpPr>
            <a:spLocks noGrp="1"/>
          </p:cNvSpPr>
          <p:nvPr>
            <p:ph type="sldNum" sz="quarter" idx="12"/>
          </p:nvPr>
        </p:nvSpPr>
        <p:spPr/>
        <p:txBody>
          <a:bodyPr anchor="ctr" anchorCtr="0"/>
          <a:lstStyle/>
          <a:p>
            <a:fld id="{E7E83E8E-4C8F-494C-96FC-84A57D31552C}" type="slidenum">
              <a:rPr lang="en-US" smtClean="0"/>
              <a:t>‹#›</a:t>
            </a:fld>
            <a:endParaRPr lang="en-US"/>
          </a:p>
        </p:txBody>
      </p:sp>
    </p:spTree>
    <p:extLst>
      <p:ext uri="{BB962C8B-B14F-4D97-AF65-F5344CB8AC3E}">
        <p14:creationId xmlns:p14="http://schemas.microsoft.com/office/powerpoint/2010/main" val="1199454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7_Text Only">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2626" y="2121408"/>
            <a:ext cx="23010812" cy="1187450"/>
          </a:xfrm>
        </p:spPr>
        <p:txBody>
          <a:bodyPr vert="horz" lIns="0" tIns="0" rIns="0" bIns="0" rtlCol="0" anchor="t" anchorCtr="0">
            <a:noAutofit/>
          </a:bodyPr>
          <a:lstStyle>
            <a:lvl1pPr>
              <a:defRPr lang="en-US" dirty="0"/>
            </a:lvl1pPr>
          </a:lstStyle>
          <a:p>
            <a:pPr lvl="0">
              <a:spcAft>
                <a:spcPts val="0"/>
              </a:spcAft>
            </a:pPr>
            <a:r>
              <a:rPr lang="en-US"/>
              <a:t>Click to edit Master title style</a:t>
            </a:r>
          </a:p>
        </p:txBody>
      </p:sp>
      <p:sp>
        <p:nvSpPr>
          <p:cNvPr id="3" name="Content Placeholder 2"/>
          <p:cNvSpPr>
            <a:spLocks noGrp="1"/>
          </p:cNvSpPr>
          <p:nvPr>
            <p:ph idx="1"/>
          </p:nvPr>
        </p:nvSpPr>
        <p:spPr>
          <a:xfrm>
            <a:off x="682626" y="3785616"/>
            <a:ext cx="17556480" cy="8877247"/>
          </a:xfrm>
        </p:spPr>
        <p:txBody>
          <a:bodyPr/>
          <a:lstStyle>
            <a:lvl1pPr>
              <a:lnSpc>
                <a:spcPts val="7600"/>
              </a:lnSpc>
              <a:spcAft>
                <a:spcPts val="2000"/>
              </a:spcAft>
              <a:defRPr sz="6000" b="0" i="0">
                <a:latin typeface="Everyday Sans Light" pitchFamily="2" charset="77"/>
              </a:defRPr>
            </a:lvl1pPr>
            <a:lvl2pPr marL="917575" indent="-898525">
              <a:lnSpc>
                <a:spcPts val="7600"/>
              </a:lnSpc>
              <a:spcAft>
                <a:spcPts val="2000"/>
              </a:spcAft>
              <a:buFont typeface="System Font Regular"/>
              <a:buChar char="—"/>
              <a:tabLst/>
              <a:defRPr sz="6000" b="0" i="0">
                <a:latin typeface="Everyday Sans Light" pitchFamily="2" charset="77"/>
              </a:defRPr>
            </a:lvl2pPr>
            <a:lvl3pPr marL="1549400" indent="-1066800">
              <a:lnSpc>
                <a:spcPts val="7600"/>
              </a:lnSpc>
              <a:spcAft>
                <a:spcPts val="2000"/>
              </a:spcAft>
              <a:buFont typeface="System Font Regular"/>
              <a:buChar char="—"/>
              <a:tabLst/>
              <a:defRPr sz="6000" b="0" i="0">
                <a:latin typeface="Everyday Sans Light" pitchFamily="2" charset="77"/>
              </a:defRPr>
            </a:lvl3pPr>
            <a:lvl4pPr marL="2058988" indent="-990600">
              <a:lnSpc>
                <a:spcPts val="7600"/>
              </a:lnSpc>
              <a:spcAft>
                <a:spcPts val="2000"/>
              </a:spcAft>
              <a:buFont typeface="System Font Regular"/>
              <a:buChar char="—"/>
              <a:tabLst/>
              <a:defRPr sz="6000" b="0" i="0">
                <a:latin typeface="Everyday Sans Light" pitchFamily="2" charset="77"/>
              </a:defRPr>
            </a:lvl4pPr>
            <a:lvl5pPr marL="2571750" indent="-1020763">
              <a:lnSpc>
                <a:spcPts val="7600"/>
              </a:lnSpc>
              <a:spcAft>
                <a:spcPts val="2000"/>
              </a:spcAft>
              <a:buFont typeface="System Font Regular"/>
              <a:buChar char="—"/>
              <a:tabLst/>
              <a:defRPr sz="6000" b="0" i="0">
                <a:latin typeface="Everyday Sans Ligh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Team Name Here</a:t>
            </a:r>
          </a:p>
        </p:txBody>
      </p:sp>
      <p:sp>
        <p:nvSpPr>
          <p:cNvPr id="6" name="Slide Number Placeholder 5"/>
          <p:cNvSpPr>
            <a:spLocks noGrp="1"/>
          </p:cNvSpPr>
          <p:nvPr>
            <p:ph type="sldNum" sz="quarter" idx="12"/>
          </p:nvPr>
        </p:nvSpPr>
        <p:spPr/>
        <p:txBody>
          <a:bodyPr anchor="ctr" anchorCtr="0"/>
          <a:lstStyle/>
          <a:p>
            <a:fld id="{E7E83E8E-4C8F-494C-96FC-84A57D31552C}" type="slidenum">
              <a:rPr lang="en-US" smtClean="0"/>
              <a:t>‹#›</a:t>
            </a:fld>
            <a:endParaRPr lang="en-US"/>
          </a:p>
        </p:txBody>
      </p:sp>
    </p:spTree>
    <p:extLst>
      <p:ext uri="{BB962C8B-B14F-4D97-AF65-F5344CB8AC3E}">
        <p14:creationId xmlns:p14="http://schemas.microsoft.com/office/powerpoint/2010/main" val="890953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5" y="2121408"/>
            <a:ext cx="23034083" cy="1169989"/>
          </a:xfrm>
        </p:spPr>
        <p:txBody>
          <a:bodyPr/>
          <a:lstStyle/>
          <a:p>
            <a:r>
              <a:rPr lang="en-US"/>
              <a:t>Click to edit title</a:t>
            </a:r>
          </a:p>
        </p:txBody>
      </p:sp>
      <p:sp>
        <p:nvSpPr>
          <p:cNvPr id="3" name="Text Placeholder 2"/>
          <p:cNvSpPr>
            <a:spLocks noGrp="1"/>
          </p:cNvSpPr>
          <p:nvPr>
            <p:ph type="body" idx="1" hasCustomPrompt="1"/>
          </p:nvPr>
        </p:nvSpPr>
        <p:spPr>
          <a:xfrm>
            <a:off x="682625" y="5285946"/>
            <a:ext cx="7442200" cy="635027"/>
          </a:xfrm>
        </p:spPr>
        <p:txBody>
          <a:bodyPr anchor="t" anchorCtr="0"/>
          <a:lstStyle>
            <a:lvl1pPr marL="0" indent="0">
              <a:lnSpc>
                <a:spcPts val="3400"/>
              </a:lnSpc>
              <a:spcBef>
                <a:spcPts val="0"/>
              </a:spcBef>
              <a:spcAft>
                <a:spcPts val="0"/>
              </a:spcAft>
              <a:buNone/>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 name="Content Placeholder 3"/>
          <p:cNvSpPr>
            <a:spLocks noGrp="1"/>
          </p:cNvSpPr>
          <p:nvPr>
            <p:ph sz="half" idx="2"/>
          </p:nvPr>
        </p:nvSpPr>
        <p:spPr>
          <a:xfrm>
            <a:off x="682625" y="6143920"/>
            <a:ext cx="7442200" cy="6477101"/>
          </a:xfrm>
        </p:spPr>
        <p:txBody>
          <a:bodyPr/>
          <a:lstStyle>
            <a:lvl1pPr>
              <a:lnSpc>
                <a:spcPts val="3400"/>
              </a:lnSpc>
              <a:spcAft>
                <a:spcPts val="0"/>
              </a:spcAft>
              <a:defRPr sz="2600"/>
            </a:lvl1pPr>
            <a:lvl2pPr>
              <a:lnSpc>
                <a:spcPts val="3400"/>
              </a:lnSpc>
              <a:spcAft>
                <a:spcPts val="0"/>
              </a:spcAft>
              <a:defRPr sz="2600"/>
            </a:lvl2pPr>
            <a:lvl3pPr>
              <a:lnSpc>
                <a:spcPts val="3400"/>
              </a:lnSpc>
              <a:spcAft>
                <a:spcPts val="0"/>
              </a:spcAft>
              <a:defRPr sz="2600"/>
            </a:lvl3pPr>
            <a:lvl4pPr>
              <a:lnSpc>
                <a:spcPts val="3400"/>
              </a:lnSpc>
              <a:spcAft>
                <a:spcPts val="0"/>
              </a:spcAft>
              <a:defRPr sz="2600"/>
            </a:lvl4pPr>
            <a:lvl5pPr>
              <a:lnSpc>
                <a:spcPts val="3400"/>
              </a:lnSpc>
              <a:spcAft>
                <a:spcPts val="0"/>
              </a:spcAft>
              <a:defRPr sz="2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8461375" y="5285946"/>
            <a:ext cx="7442200" cy="635027"/>
          </a:xfrm>
        </p:spPr>
        <p:txBody>
          <a:bodyPr anchor="t" anchorCtr="0"/>
          <a:lstStyle>
            <a:lvl1pPr marL="0" indent="0">
              <a:lnSpc>
                <a:spcPts val="3400"/>
              </a:lnSpc>
              <a:spcBef>
                <a:spcPts val="0"/>
              </a:spcBef>
              <a:spcAft>
                <a:spcPts val="0"/>
              </a:spcAft>
              <a:buNone/>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6" name="Content Placeholder 5"/>
          <p:cNvSpPr>
            <a:spLocks noGrp="1"/>
          </p:cNvSpPr>
          <p:nvPr>
            <p:ph sz="quarter" idx="4"/>
          </p:nvPr>
        </p:nvSpPr>
        <p:spPr>
          <a:xfrm>
            <a:off x="8461375" y="6143921"/>
            <a:ext cx="7442200" cy="6477100"/>
          </a:xfrm>
        </p:spPr>
        <p:txBody>
          <a:bodyPr/>
          <a:lstStyle>
            <a:lvl1pPr>
              <a:lnSpc>
                <a:spcPts val="3400"/>
              </a:lnSpc>
              <a:spcAft>
                <a:spcPts val="0"/>
              </a:spcAft>
              <a:defRPr sz="2600"/>
            </a:lvl1pPr>
            <a:lvl2pPr>
              <a:lnSpc>
                <a:spcPts val="3400"/>
              </a:lnSpc>
              <a:spcAft>
                <a:spcPts val="0"/>
              </a:spcAft>
              <a:defRPr sz="2600"/>
            </a:lvl2pPr>
            <a:lvl3pPr>
              <a:lnSpc>
                <a:spcPts val="3400"/>
              </a:lnSpc>
              <a:spcAft>
                <a:spcPts val="0"/>
              </a:spcAft>
              <a:defRPr sz="2600"/>
            </a:lvl3pPr>
            <a:lvl4pPr>
              <a:lnSpc>
                <a:spcPts val="3400"/>
              </a:lnSpc>
              <a:spcAft>
                <a:spcPts val="0"/>
              </a:spcAft>
              <a:defRPr sz="2600"/>
            </a:lvl4pPr>
            <a:lvl5pPr>
              <a:lnSpc>
                <a:spcPts val="3400"/>
              </a:lnSpc>
              <a:spcAft>
                <a:spcPts val="0"/>
              </a:spcAft>
              <a:defRPr sz="2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3" name="Text Placeholder 4">
            <a:extLst>
              <a:ext uri="{FF2B5EF4-FFF2-40B4-BE49-F238E27FC236}">
                <a16:creationId xmlns:a16="http://schemas.microsoft.com/office/drawing/2014/main" id="{448E252E-4556-6C5B-5694-7CCAB80F9767}"/>
              </a:ext>
            </a:extLst>
          </p:cNvPr>
          <p:cNvSpPr>
            <a:spLocks noGrp="1"/>
          </p:cNvSpPr>
          <p:nvPr>
            <p:ph type="body" sz="quarter" idx="19" hasCustomPrompt="1"/>
          </p:nvPr>
        </p:nvSpPr>
        <p:spPr>
          <a:xfrm>
            <a:off x="16254556" y="5285946"/>
            <a:ext cx="7442200" cy="635027"/>
          </a:xfrm>
        </p:spPr>
        <p:txBody>
          <a:bodyPr anchor="t" anchorCtr="0"/>
          <a:lstStyle>
            <a:lvl1pPr marL="0" indent="0">
              <a:lnSpc>
                <a:spcPts val="3400"/>
              </a:lnSpc>
              <a:spcBef>
                <a:spcPts val="0"/>
              </a:spcBef>
              <a:spcAft>
                <a:spcPts val="0"/>
              </a:spcAft>
              <a:buNone/>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4" name="Content Placeholder 5">
            <a:extLst>
              <a:ext uri="{FF2B5EF4-FFF2-40B4-BE49-F238E27FC236}">
                <a16:creationId xmlns:a16="http://schemas.microsoft.com/office/drawing/2014/main" id="{C98BC574-7658-83B2-6D26-AF0FA42F52CD}"/>
              </a:ext>
            </a:extLst>
          </p:cNvPr>
          <p:cNvSpPr>
            <a:spLocks noGrp="1"/>
          </p:cNvSpPr>
          <p:nvPr>
            <p:ph sz="quarter" idx="20"/>
          </p:nvPr>
        </p:nvSpPr>
        <p:spPr>
          <a:xfrm>
            <a:off x="16254556" y="6143921"/>
            <a:ext cx="7442200" cy="6477100"/>
          </a:xfrm>
        </p:spPr>
        <p:txBody>
          <a:bodyPr/>
          <a:lstStyle>
            <a:lvl1pPr>
              <a:lnSpc>
                <a:spcPts val="3400"/>
              </a:lnSpc>
              <a:spcAft>
                <a:spcPts val="0"/>
              </a:spcAft>
              <a:defRPr sz="2600"/>
            </a:lvl1pPr>
            <a:lvl2pPr>
              <a:lnSpc>
                <a:spcPts val="3400"/>
              </a:lnSpc>
              <a:spcAft>
                <a:spcPts val="0"/>
              </a:spcAft>
              <a:defRPr sz="2600"/>
            </a:lvl2pPr>
            <a:lvl3pPr>
              <a:lnSpc>
                <a:spcPts val="3400"/>
              </a:lnSpc>
              <a:spcAft>
                <a:spcPts val="0"/>
              </a:spcAft>
              <a:defRPr sz="2600"/>
            </a:lvl3pPr>
            <a:lvl4pPr>
              <a:lnSpc>
                <a:spcPts val="3400"/>
              </a:lnSpc>
              <a:spcAft>
                <a:spcPts val="0"/>
              </a:spcAft>
              <a:defRPr sz="2600"/>
            </a:lvl4pPr>
            <a:lvl5pPr>
              <a:lnSpc>
                <a:spcPts val="3400"/>
              </a:lnSpc>
              <a:spcAft>
                <a:spcPts val="0"/>
              </a:spcAft>
              <a:defRPr sz="2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id="{18BDE369-5E79-156D-EF29-BD81B289C39B}"/>
              </a:ext>
            </a:extLst>
          </p:cNvPr>
          <p:cNvSpPr txBox="1"/>
          <p:nvPr userDrawn="1"/>
        </p:nvSpPr>
        <p:spPr>
          <a:xfrm>
            <a:off x="1704109" y="13154891"/>
            <a:ext cx="0" cy="0"/>
          </a:xfrm>
          <a:prstGeom prst="rect">
            <a:avLst/>
          </a:prstGeom>
          <a:noFill/>
        </p:spPr>
        <p:txBody>
          <a:bodyPr wrap="none" lIns="0" tIns="0" rIns="0" bIns="0" rtlCol="0">
            <a:noAutofit/>
          </a:bodyPr>
          <a:lstStyle/>
          <a:p>
            <a:pPr algn="l"/>
            <a:endParaRPr lang="en-US" err="1">
              <a:solidFill>
                <a:schemeClr val="accent1"/>
              </a:solidFill>
            </a:endParaRPr>
          </a:p>
        </p:txBody>
      </p:sp>
      <p:sp>
        <p:nvSpPr>
          <p:cNvPr id="10" name="Rectangle 9">
            <a:extLst>
              <a:ext uri="{FF2B5EF4-FFF2-40B4-BE49-F238E27FC236}">
                <a16:creationId xmlns:a16="http://schemas.microsoft.com/office/drawing/2014/main" id="{9630580E-F829-0B5D-3E02-85D24FD37FB1}"/>
              </a:ext>
            </a:extLst>
          </p:cNvPr>
          <p:cNvSpPr/>
          <p:nvPr userDrawn="1"/>
        </p:nvSpPr>
        <p:spPr>
          <a:xfrm>
            <a:off x="436418" y="12933107"/>
            <a:ext cx="2826327"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4795639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Comparison with boxes">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9C561892-F6C2-25D8-8303-DF5E3BFAA592}"/>
              </a:ext>
            </a:extLst>
          </p:cNvPr>
          <p:cNvSpPr/>
          <p:nvPr/>
        </p:nvSpPr>
        <p:spPr>
          <a:xfrm>
            <a:off x="685621" y="4965275"/>
            <a:ext cx="7440261" cy="7642139"/>
          </a:xfrm>
          <a:custGeom>
            <a:avLst/>
            <a:gdLst>
              <a:gd name="connsiteX0" fmla="*/ 7033968 w 7440261"/>
              <a:gd name="connsiteY0" fmla="*/ 0 h 7642139"/>
              <a:gd name="connsiteX1" fmla="*/ 7440262 w 7440261"/>
              <a:gd name="connsiteY1" fmla="*/ 406294 h 7642139"/>
              <a:gd name="connsiteX2" fmla="*/ 7440262 w 7440261"/>
              <a:gd name="connsiteY2" fmla="*/ 7235846 h 7642139"/>
              <a:gd name="connsiteX3" fmla="*/ 7033968 w 7440261"/>
              <a:gd name="connsiteY3" fmla="*/ 7642140 h 7642139"/>
              <a:gd name="connsiteX4" fmla="*/ 406294 w 7440261"/>
              <a:gd name="connsiteY4" fmla="*/ 7642140 h 7642139"/>
              <a:gd name="connsiteX5" fmla="*/ 0 w 7440261"/>
              <a:gd name="connsiteY5" fmla="*/ 7235846 h 7642139"/>
              <a:gd name="connsiteX6" fmla="*/ 0 w 7440261"/>
              <a:gd name="connsiteY6" fmla="*/ 406294 h 7642139"/>
              <a:gd name="connsiteX7" fmla="*/ 406294 w 7440261"/>
              <a:gd name="connsiteY7" fmla="*/ 0 h 7642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40261" h="7642139">
                <a:moveTo>
                  <a:pt x="7033968" y="0"/>
                </a:moveTo>
                <a:cubicBezTo>
                  <a:pt x="7258358" y="0"/>
                  <a:pt x="7440262" y="181904"/>
                  <a:pt x="7440262" y="406294"/>
                </a:cubicBezTo>
                <a:lnTo>
                  <a:pt x="7440262" y="7235846"/>
                </a:lnTo>
                <a:cubicBezTo>
                  <a:pt x="7440262" y="7460236"/>
                  <a:pt x="7258358" y="7642140"/>
                  <a:pt x="7033968" y="7642140"/>
                </a:cubicBezTo>
                <a:lnTo>
                  <a:pt x="406294" y="7642140"/>
                </a:lnTo>
                <a:cubicBezTo>
                  <a:pt x="181904" y="7642140"/>
                  <a:pt x="0" y="7460236"/>
                  <a:pt x="0" y="7235846"/>
                </a:cubicBezTo>
                <a:lnTo>
                  <a:pt x="0" y="406294"/>
                </a:lnTo>
                <a:cubicBezTo>
                  <a:pt x="0" y="181904"/>
                  <a:pt x="181904" y="0"/>
                  <a:pt x="406294" y="0"/>
                </a:cubicBezTo>
                <a:close/>
              </a:path>
            </a:pathLst>
          </a:custGeom>
          <a:solidFill>
            <a:schemeClr val="accent4"/>
          </a:solidFill>
          <a:ln w="1269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2BD457E9-1C19-62B3-5752-C752A7F03635}"/>
              </a:ext>
            </a:extLst>
          </p:cNvPr>
          <p:cNvSpPr/>
          <p:nvPr/>
        </p:nvSpPr>
        <p:spPr>
          <a:xfrm>
            <a:off x="8468694" y="4965275"/>
            <a:ext cx="7440261" cy="7642139"/>
          </a:xfrm>
          <a:custGeom>
            <a:avLst/>
            <a:gdLst>
              <a:gd name="connsiteX0" fmla="*/ 7033968 w 7440261"/>
              <a:gd name="connsiteY0" fmla="*/ 0 h 7642139"/>
              <a:gd name="connsiteX1" fmla="*/ 7440262 w 7440261"/>
              <a:gd name="connsiteY1" fmla="*/ 406294 h 7642139"/>
              <a:gd name="connsiteX2" fmla="*/ 7440262 w 7440261"/>
              <a:gd name="connsiteY2" fmla="*/ 7235846 h 7642139"/>
              <a:gd name="connsiteX3" fmla="*/ 7033968 w 7440261"/>
              <a:gd name="connsiteY3" fmla="*/ 7642140 h 7642139"/>
              <a:gd name="connsiteX4" fmla="*/ 406294 w 7440261"/>
              <a:gd name="connsiteY4" fmla="*/ 7642140 h 7642139"/>
              <a:gd name="connsiteX5" fmla="*/ 0 w 7440261"/>
              <a:gd name="connsiteY5" fmla="*/ 7235846 h 7642139"/>
              <a:gd name="connsiteX6" fmla="*/ 0 w 7440261"/>
              <a:gd name="connsiteY6" fmla="*/ 406294 h 7642139"/>
              <a:gd name="connsiteX7" fmla="*/ 406294 w 7440261"/>
              <a:gd name="connsiteY7" fmla="*/ 0 h 7642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40261" h="7642139">
                <a:moveTo>
                  <a:pt x="7033968" y="0"/>
                </a:moveTo>
                <a:cubicBezTo>
                  <a:pt x="7258358" y="0"/>
                  <a:pt x="7440262" y="181904"/>
                  <a:pt x="7440262" y="406294"/>
                </a:cubicBezTo>
                <a:lnTo>
                  <a:pt x="7440262" y="7235846"/>
                </a:lnTo>
                <a:cubicBezTo>
                  <a:pt x="7440262" y="7460236"/>
                  <a:pt x="7258358" y="7642140"/>
                  <a:pt x="7033968" y="7642140"/>
                </a:cubicBezTo>
                <a:lnTo>
                  <a:pt x="406294" y="7642140"/>
                </a:lnTo>
                <a:cubicBezTo>
                  <a:pt x="181904" y="7642140"/>
                  <a:pt x="0" y="7460236"/>
                  <a:pt x="0" y="7235846"/>
                </a:cubicBezTo>
                <a:lnTo>
                  <a:pt x="0" y="406294"/>
                </a:lnTo>
                <a:cubicBezTo>
                  <a:pt x="0" y="181904"/>
                  <a:pt x="181904" y="0"/>
                  <a:pt x="406294" y="0"/>
                </a:cubicBezTo>
                <a:close/>
              </a:path>
            </a:pathLst>
          </a:custGeom>
          <a:solidFill>
            <a:schemeClr val="accent4"/>
          </a:solidFill>
          <a:ln w="1269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0D05ECE5-8AFE-5664-D351-A7E05B6C2C03}"/>
              </a:ext>
            </a:extLst>
          </p:cNvPr>
          <p:cNvSpPr/>
          <p:nvPr/>
        </p:nvSpPr>
        <p:spPr>
          <a:xfrm>
            <a:off x="16251766" y="4965275"/>
            <a:ext cx="7440261" cy="7642139"/>
          </a:xfrm>
          <a:custGeom>
            <a:avLst/>
            <a:gdLst>
              <a:gd name="connsiteX0" fmla="*/ 7033968 w 7440261"/>
              <a:gd name="connsiteY0" fmla="*/ 0 h 7642139"/>
              <a:gd name="connsiteX1" fmla="*/ 7440262 w 7440261"/>
              <a:gd name="connsiteY1" fmla="*/ 406294 h 7642139"/>
              <a:gd name="connsiteX2" fmla="*/ 7440262 w 7440261"/>
              <a:gd name="connsiteY2" fmla="*/ 7235846 h 7642139"/>
              <a:gd name="connsiteX3" fmla="*/ 7033968 w 7440261"/>
              <a:gd name="connsiteY3" fmla="*/ 7642140 h 7642139"/>
              <a:gd name="connsiteX4" fmla="*/ 406294 w 7440261"/>
              <a:gd name="connsiteY4" fmla="*/ 7642140 h 7642139"/>
              <a:gd name="connsiteX5" fmla="*/ 0 w 7440261"/>
              <a:gd name="connsiteY5" fmla="*/ 7235846 h 7642139"/>
              <a:gd name="connsiteX6" fmla="*/ 0 w 7440261"/>
              <a:gd name="connsiteY6" fmla="*/ 406294 h 7642139"/>
              <a:gd name="connsiteX7" fmla="*/ 406294 w 7440261"/>
              <a:gd name="connsiteY7" fmla="*/ 0 h 7642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40261" h="7642139">
                <a:moveTo>
                  <a:pt x="7033968" y="0"/>
                </a:moveTo>
                <a:cubicBezTo>
                  <a:pt x="7258358" y="0"/>
                  <a:pt x="7440262" y="181904"/>
                  <a:pt x="7440262" y="406294"/>
                </a:cubicBezTo>
                <a:lnTo>
                  <a:pt x="7440262" y="7235846"/>
                </a:lnTo>
                <a:cubicBezTo>
                  <a:pt x="7440262" y="7460236"/>
                  <a:pt x="7258358" y="7642140"/>
                  <a:pt x="7033968" y="7642140"/>
                </a:cubicBezTo>
                <a:lnTo>
                  <a:pt x="406294" y="7642140"/>
                </a:lnTo>
                <a:cubicBezTo>
                  <a:pt x="181904" y="7642140"/>
                  <a:pt x="0" y="7460236"/>
                  <a:pt x="0" y="7235846"/>
                </a:cubicBezTo>
                <a:lnTo>
                  <a:pt x="0" y="406294"/>
                </a:lnTo>
                <a:cubicBezTo>
                  <a:pt x="0" y="181904"/>
                  <a:pt x="181904" y="0"/>
                  <a:pt x="406294" y="0"/>
                </a:cubicBezTo>
                <a:close/>
              </a:path>
            </a:pathLst>
          </a:custGeom>
          <a:solidFill>
            <a:schemeClr val="accent4"/>
          </a:solidFill>
          <a:ln w="12695" cap="flat">
            <a:noFill/>
            <a:prstDash val="solid"/>
            <a:miter/>
          </a:ln>
        </p:spPr>
        <p:txBody>
          <a:bodyPr rtlCol="0" anchor="ctr"/>
          <a:lstStyle/>
          <a:p>
            <a:endParaRPr lang="en-US"/>
          </a:p>
        </p:txBody>
      </p:sp>
      <p:sp>
        <p:nvSpPr>
          <p:cNvPr id="2" name="Title 1"/>
          <p:cNvSpPr>
            <a:spLocks noGrp="1"/>
          </p:cNvSpPr>
          <p:nvPr>
            <p:ph type="title" hasCustomPrompt="1"/>
          </p:nvPr>
        </p:nvSpPr>
        <p:spPr>
          <a:xfrm>
            <a:off x="682625" y="2121408"/>
            <a:ext cx="23034083" cy="1169989"/>
          </a:xfrm>
        </p:spPr>
        <p:txBody>
          <a:bodyPr/>
          <a:lstStyle/>
          <a:p>
            <a:r>
              <a:rPr lang="en-US"/>
              <a:t>Click to edit title</a:t>
            </a:r>
          </a:p>
        </p:txBody>
      </p:sp>
      <p:sp>
        <p:nvSpPr>
          <p:cNvPr id="3" name="Text Placeholder 2"/>
          <p:cNvSpPr>
            <a:spLocks noGrp="1"/>
          </p:cNvSpPr>
          <p:nvPr>
            <p:ph type="body" idx="1" hasCustomPrompt="1"/>
          </p:nvPr>
        </p:nvSpPr>
        <p:spPr>
          <a:xfrm>
            <a:off x="1368867" y="5627388"/>
            <a:ext cx="6400800" cy="635027"/>
          </a:xfrm>
        </p:spPr>
        <p:txBody>
          <a:bodyPr anchor="t" anchorCtr="0"/>
          <a:lstStyle>
            <a:lvl1pPr marL="0" indent="0">
              <a:lnSpc>
                <a:spcPts val="3400"/>
              </a:lnSpc>
              <a:spcBef>
                <a:spcPts val="0"/>
              </a:spcBef>
              <a:spcAft>
                <a:spcPts val="0"/>
              </a:spcAft>
              <a:buNone/>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 name="Content Placeholder 3"/>
          <p:cNvSpPr>
            <a:spLocks noGrp="1"/>
          </p:cNvSpPr>
          <p:nvPr>
            <p:ph sz="half" idx="2"/>
          </p:nvPr>
        </p:nvSpPr>
        <p:spPr>
          <a:xfrm>
            <a:off x="1368867" y="6356197"/>
            <a:ext cx="6400800" cy="5943600"/>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9147617" y="5627388"/>
            <a:ext cx="6400800" cy="635027"/>
          </a:xfrm>
        </p:spPr>
        <p:txBody>
          <a:bodyPr anchor="t" anchorCtr="0"/>
          <a:lstStyle>
            <a:lvl1pPr marL="0" indent="0">
              <a:lnSpc>
                <a:spcPts val="3400"/>
              </a:lnSpc>
              <a:spcBef>
                <a:spcPts val="0"/>
              </a:spcBef>
              <a:spcAft>
                <a:spcPts val="0"/>
              </a:spcAft>
              <a:buNone/>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6" name="Content Placeholder 5"/>
          <p:cNvSpPr>
            <a:spLocks noGrp="1"/>
          </p:cNvSpPr>
          <p:nvPr>
            <p:ph sz="quarter" idx="4"/>
          </p:nvPr>
        </p:nvSpPr>
        <p:spPr>
          <a:xfrm>
            <a:off x="9147617" y="6356197"/>
            <a:ext cx="6400800" cy="5943600"/>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3" name="Text Placeholder 4">
            <a:extLst>
              <a:ext uri="{FF2B5EF4-FFF2-40B4-BE49-F238E27FC236}">
                <a16:creationId xmlns:a16="http://schemas.microsoft.com/office/drawing/2014/main" id="{448E252E-4556-6C5B-5694-7CCAB80F9767}"/>
              </a:ext>
            </a:extLst>
          </p:cNvPr>
          <p:cNvSpPr>
            <a:spLocks noGrp="1"/>
          </p:cNvSpPr>
          <p:nvPr>
            <p:ph type="body" sz="quarter" idx="19" hasCustomPrompt="1"/>
          </p:nvPr>
        </p:nvSpPr>
        <p:spPr>
          <a:xfrm>
            <a:off x="16940798" y="5627388"/>
            <a:ext cx="6400800" cy="635027"/>
          </a:xfrm>
        </p:spPr>
        <p:txBody>
          <a:bodyPr anchor="t" anchorCtr="0"/>
          <a:lstStyle>
            <a:lvl1pPr marL="0" indent="0">
              <a:lnSpc>
                <a:spcPts val="3400"/>
              </a:lnSpc>
              <a:spcBef>
                <a:spcPts val="0"/>
              </a:spcBef>
              <a:spcAft>
                <a:spcPts val="0"/>
              </a:spcAft>
              <a:buNone/>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4" name="Content Placeholder 5">
            <a:extLst>
              <a:ext uri="{FF2B5EF4-FFF2-40B4-BE49-F238E27FC236}">
                <a16:creationId xmlns:a16="http://schemas.microsoft.com/office/drawing/2014/main" id="{C98BC574-7658-83B2-6D26-AF0FA42F52CD}"/>
              </a:ext>
            </a:extLst>
          </p:cNvPr>
          <p:cNvSpPr>
            <a:spLocks noGrp="1"/>
          </p:cNvSpPr>
          <p:nvPr>
            <p:ph sz="quarter" idx="20"/>
          </p:nvPr>
        </p:nvSpPr>
        <p:spPr>
          <a:xfrm>
            <a:off x="16940798" y="6356197"/>
            <a:ext cx="6400800" cy="5943600"/>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18713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Comparis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5" y="2121408"/>
            <a:ext cx="23034083" cy="1169989"/>
          </a:xfrm>
        </p:spPr>
        <p:txBody>
          <a:bodyPr/>
          <a:lstStyle/>
          <a:p>
            <a:r>
              <a:rPr lang="en-US"/>
              <a:t>Click to edit title</a:t>
            </a:r>
          </a:p>
        </p:txBody>
      </p:sp>
      <p:sp>
        <p:nvSpPr>
          <p:cNvPr id="3" name="Text Placeholder 2"/>
          <p:cNvSpPr>
            <a:spLocks noGrp="1"/>
          </p:cNvSpPr>
          <p:nvPr>
            <p:ph type="body" idx="1" hasCustomPrompt="1"/>
          </p:nvPr>
        </p:nvSpPr>
        <p:spPr>
          <a:xfrm>
            <a:off x="682625" y="5289514"/>
            <a:ext cx="5497513" cy="635027"/>
          </a:xfrm>
        </p:spPr>
        <p:txBody>
          <a:bodyPr anchor="t" anchorCtr="0"/>
          <a:lstStyle>
            <a:lvl1pPr marL="495300" indent="-495300">
              <a:lnSpc>
                <a:spcPts val="3400"/>
              </a:lnSpc>
              <a:spcBef>
                <a:spcPts val="0"/>
              </a:spcBef>
              <a:spcAft>
                <a:spcPts val="0"/>
              </a:spcAft>
              <a:buNone/>
              <a:tabLst/>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 name="Content Placeholder 3"/>
          <p:cNvSpPr>
            <a:spLocks noGrp="1"/>
          </p:cNvSpPr>
          <p:nvPr>
            <p:ph sz="half" idx="2" hasCustomPrompt="1"/>
          </p:nvPr>
        </p:nvSpPr>
        <p:spPr>
          <a:xfrm>
            <a:off x="682625" y="6133170"/>
            <a:ext cx="5497513" cy="6433479"/>
          </a:xfrm>
        </p:spPr>
        <p:txBody>
          <a:bodyPr/>
          <a:lstStyle>
            <a:lvl1pPr>
              <a:lnSpc>
                <a:spcPts val="3400"/>
              </a:lnSpc>
              <a:spcAft>
                <a:spcPts val="0"/>
              </a:spcAft>
              <a:defRPr sz="2600">
                <a:latin typeface="+mn-lt"/>
              </a:defRPr>
            </a:lvl1pPr>
            <a:lvl2pPr>
              <a:lnSpc>
                <a:spcPts val="3400"/>
              </a:lnSpc>
              <a:spcAft>
                <a:spcPts val="0"/>
              </a:spcAft>
              <a:defRPr sz="2600">
                <a:latin typeface="+mn-lt"/>
              </a:defRPr>
            </a:lvl2pPr>
            <a:lvl3pPr>
              <a:lnSpc>
                <a:spcPts val="3400"/>
              </a:lnSpc>
              <a:spcAft>
                <a:spcPts val="0"/>
              </a:spcAft>
              <a:defRPr sz="2600">
                <a:latin typeface="+mn-lt"/>
              </a:defRPr>
            </a:lvl3pPr>
            <a:lvl4pPr>
              <a:lnSpc>
                <a:spcPts val="3400"/>
              </a:lnSpc>
              <a:spcAft>
                <a:spcPts val="0"/>
              </a:spcAft>
              <a:defRPr sz="2600">
                <a:latin typeface="+mn-lt"/>
              </a:defRPr>
            </a:lvl4pPr>
            <a:lvl5pPr>
              <a:lnSpc>
                <a:spcPts val="3400"/>
              </a:lnSpc>
              <a:spcAft>
                <a:spcPts val="0"/>
              </a:spcAft>
              <a:defRPr sz="26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529945" y="5289514"/>
            <a:ext cx="5326062" cy="635027"/>
          </a:xfrm>
        </p:spPr>
        <p:txBody>
          <a:bodyPr anchor="t" anchorCtr="0"/>
          <a:lstStyle>
            <a:lvl1pPr marL="485775" indent="-485775">
              <a:lnSpc>
                <a:spcPts val="3400"/>
              </a:lnSpc>
              <a:spcBef>
                <a:spcPts val="0"/>
              </a:spcBef>
              <a:spcAft>
                <a:spcPts val="0"/>
              </a:spcAft>
              <a:buNone/>
              <a:tabLst/>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6" name="Content Placeholder 5"/>
          <p:cNvSpPr>
            <a:spLocks noGrp="1"/>
          </p:cNvSpPr>
          <p:nvPr>
            <p:ph sz="quarter" idx="4" hasCustomPrompt="1"/>
          </p:nvPr>
        </p:nvSpPr>
        <p:spPr>
          <a:xfrm>
            <a:off x="6529945" y="6133171"/>
            <a:ext cx="5326062" cy="6433478"/>
          </a:xfrm>
        </p:spPr>
        <p:txBody>
          <a:bodyPr/>
          <a:lstStyle>
            <a:lvl1pPr>
              <a:lnSpc>
                <a:spcPts val="3400"/>
              </a:lnSpc>
              <a:spcAft>
                <a:spcPts val="0"/>
              </a:spcAft>
              <a:defRPr sz="2600">
                <a:latin typeface="+mn-lt"/>
              </a:defRPr>
            </a:lvl1pPr>
            <a:lvl2pPr>
              <a:lnSpc>
                <a:spcPts val="3400"/>
              </a:lnSpc>
              <a:spcAft>
                <a:spcPts val="0"/>
              </a:spcAft>
              <a:defRPr sz="2600">
                <a:latin typeface="+mn-lt"/>
              </a:defRPr>
            </a:lvl2pPr>
            <a:lvl3pPr>
              <a:lnSpc>
                <a:spcPts val="3400"/>
              </a:lnSpc>
              <a:spcAft>
                <a:spcPts val="0"/>
              </a:spcAft>
              <a:defRPr sz="2600">
                <a:latin typeface="+mn-lt"/>
              </a:defRPr>
            </a:lvl3pPr>
            <a:lvl4pPr>
              <a:lnSpc>
                <a:spcPts val="3400"/>
              </a:lnSpc>
              <a:spcAft>
                <a:spcPts val="0"/>
              </a:spcAft>
              <a:defRPr sz="2600">
                <a:latin typeface="+mn-lt"/>
              </a:defRPr>
            </a:lvl4pPr>
            <a:lvl5pPr>
              <a:lnSpc>
                <a:spcPts val="3400"/>
              </a:lnSpc>
              <a:spcAft>
                <a:spcPts val="0"/>
              </a:spcAft>
              <a:defRPr sz="26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3" name="Text Placeholder 4">
            <a:extLst>
              <a:ext uri="{FF2B5EF4-FFF2-40B4-BE49-F238E27FC236}">
                <a16:creationId xmlns:a16="http://schemas.microsoft.com/office/drawing/2014/main" id="{448E252E-4556-6C5B-5694-7CCAB80F9767}"/>
              </a:ext>
            </a:extLst>
          </p:cNvPr>
          <p:cNvSpPr>
            <a:spLocks noGrp="1"/>
          </p:cNvSpPr>
          <p:nvPr>
            <p:ph type="body" sz="quarter" idx="19" hasCustomPrompt="1"/>
          </p:nvPr>
        </p:nvSpPr>
        <p:spPr>
          <a:xfrm>
            <a:off x="12360277" y="5289514"/>
            <a:ext cx="5495923" cy="635027"/>
          </a:xfrm>
        </p:spPr>
        <p:txBody>
          <a:bodyPr anchor="t" anchorCtr="0"/>
          <a:lstStyle>
            <a:lvl1pPr marL="481013" indent="-481013">
              <a:lnSpc>
                <a:spcPts val="3400"/>
              </a:lnSpc>
              <a:spcBef>
                <a:spcPts val="0"/>
              </a:spcBef>
              <a:spcAft>
                <a:spcPts val="0"/>
              </a:spcAft>
              <a:buNone/>
              <a:tabLst/>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4" name="Content Placeholder 5">
            <a:extLst>
              <a:ext uri="{FF2B5EF4-FFF2-40B4-BE49-F238E27FC236}">
                <a16:creationId xmlns:a16="http://schemas.microsoft.com/office/drawing/2014/main" id="{C98BC574-7658-83B2-6D26-AF0FA42F52CD}"/>
              </a:ext>
            </a:extLst>
          </p:cNvPr>
          <p:cNvSpPr>
            <a:spLocks noGrp="1"/>
          </p:cNvSpPr>
          <p:nvPr>
            <p:ph sz="quarter" idx="20" hasCustomPrompt="1"/>
          </p:nvPr>
        </p:nvSpPr>
        <p:spPr>
          <a:xfrm>
            <a:off x="12360277" y="6133171"/>
            <a:ext cx="5495923" cy="6433478"/>
          </a:xfrm>
        </p:spPr>
        <p:txBody>
          <a:bodyPr/>
          <a:lstStyle>
            <a:lvl1pPr>
              <a:lnSpc>
                <a:spcPts val="3400"/>
              </a:lnSpc>
              <a:spcAft>
                <a:spcPts val="0"/>
              </a:spcAft>
              <a:defRPr sz="2600">
                <a:latin typeface="+mn-lt"/>
              </a:defRPr>
            </a:lvl1pPr>
            <a:lvl2pPr>
              <a:lnSpc>
                <a:spcPts val="3400"/>
              </a:lnSpc>
              <a:spcAft>
                <a:spcPts val="0"/>
              </a:spcAft>
              <a:defRPr sz="2600">
                <a:latin typeface="+mn-lt"/>
              </a:defRPr>
            </a:lvl2pPr>
            <a:lvl3pPr>
              <a:lnSpc>
                <a:spcPts val="3400"/>
              </a:lnSpc>
              <a:spcAft>
                <a:spcPts val="0"/>
              </a:spcAft>
              <a:defRPr sz="2600">
                <a:latin typeface="+mn-lt"/>
              </a:defRPr>
            </a:lvl3pPr>
            <a:lvl4pPr>
              <a:lnSpc>
                <a:spcPts val="3400"/>
              </a:lnSpc>
              <a:spcAft>
                <a:spcPts val="0"/>
              </a:spcAft>
              <a:defRPr sz="2600">
                <a:latin typeface="+mn-lt"/>
              </a:defRPr>
            </a:lvl4pPr>
            <a:lvl5pPr>
              <a:lnSpc>
                <a:spcPts val="3400"/>
              </a:lnSpc>
              <a:spcAft>
                <a:spcPts val="0"/>
              </a:spcAft>
              <a:defRPr sz="26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a:extLst>
              <a:ext uri="{FF2B5EF4-FFF2-40B4-BE49-F238E27FC236}">
                <a16:creationId xmlns:a16="http://schemas.microsoft.com/office/drawing/2014/main" id="{443B52ED-E254-CDEF-F4AC-825B6E3D3E65}"/>
              </a:ext>
            </a:extLst>
          </p:cNvPr>
          <p:cNvSpPr>
            <a:spLocks noGrp="1"/>
          </p:cNvSpPr>
          <p:nvPr>
            <p:ph type="body" sz="quarter" idx="21" hasCustomPrompt="1"/>
          </p:nvPr>
        </p:nvSpPr>
        <p:spPr>
          <a:xfrm>
            <a:off x="18220785" y="5289514"/>
            <a:ext cx="5495923" cy="635027"/>
          </a:xfrm>
        </p:spPr>
        <p:txBody>
          <a:bodyPr anchor="t" anchorCtr="0"/>
          <a:lstStyle>
            <a:lvl1pPr marL="469900" indent="-469900">
              <a:lnSpc>
                <a:spcPts val="3400"/>
              </a:lnSpc>
              <a:spcBef>
                <a:spcPts val="0"/>
              </a:spcBef>
              <a:spcAft>
                <a:spcPts val="0"/>
              </a:spcAft>
              <a:buNone/>
              <a:tabLst/>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5" name="Content Placeholder 5">
            <a:extLst>
              <a:ext uri="{FF2B5EF4-FFF2-40B4-BE49-F238E27FC236}">
                <a16:creationId xmlns:a16="http://schemas.microsoft.com/office/drawing/2014/main" id="{CC98DA8C-836B-5CA7-420D-A17544A19D63}"/>
              </a:ext>
            </a:extLst>
          </p:cNvPr>
          <p:cNvSpPr>
            <a:spLocks noGrp="1"/>
          </p:cNvSpPr>
          <p:nvPr>
            <p:ph sz="quarter" idx="22" hasCustomPrompt="1"/>
          </p:nvPr>
        </p:nvSpPr>
        <p:spPr>
          <a:xfrm>
            <a:off x="18220785" y="6133171"/>
            <a:ext cx="5495923" cy="6433478"/>
          </a:xfrm>
        </p:spPr>
        <p:txBody>
          <a:bodyPr/>
          <a:lstStyle>
            <a:lvl1pPr>
              <a:lnSpc>
                <a:spcPts val="3400"/>
              </a:lnSpc>
              <a:spcAft>
                <a:spcPts val="0"/>
              </a:spcAft>
              <a:defRPr sz="2600">
                <a:latin typeface="+mn-lt"/>
              </a:defRPr>
            </a:lvl1pPr>
            <a:lvl2pPr>
              <a:lnSpc>
                <a:spcPts val="3400"/>
              </a:lnSpc>
              <a:spcAft>
                <a:spcPts val="0"/>
              </a:spcAft>
              <a:defRPr sz="2600">
                <a:latin typeface="+mn-lt"/>
              </a:defRPr>
            </a:lvl2pPr>
            <a:lvl3pPr>
              <a:lnSpc>
                <a:spcPts val="3400"/>
              </a:lnSpc>
              <a:spcAft>
                <a:spcPts val="0"/>
              </a:spcAft>
              <a:defRPr sz="2600">
                <a:latin typeface="+mn-lt"/>
              </a:defRPr>
            </a:lvl3pPr>
            <a:lvl4pPr>
              <a:lnSpc>
                <a:spcPts val="3400"/>
              </a:lnSpc>
              <a:spcAft>
                <a:spcPts val="0"/>
              </a:spcAft>
              <a:defRPr sz="2600">
                <a:latin typeface="+mn-lt"/>
              </a:defRPr>
            </a:lvl4pPr>
            <a:lvl5pPr>
              <a:lnSpc>
                <a:spcPts val="3400"/>
              </a:lnSpc>
              <a:spcAft>
                <a:spcPts val="0"/>
              </a:spcAft>
              <a:defRPr sz="26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48540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Comparison with boxes">
    <p:bg>
      <p:bgPr>
        <a:solidFill>
          <a:schemeClr val="bg1"/>
        </a:solidFill>
        <a:effectLst/>
      </p:bgPr>
    </p:bg>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8080BF00-A5BF-8372-9E08-74D760CB8C05}"/>
              </a:ext>
            </a:extLst>
          </p:cNvPr>
          <p:cNvSpPr/>
          <p:nvPr/>
        </p:nvSpPr>
        <p:spPr>
          <a:xfrm>
            <a:off x="690789" y="4903550"/>
            <a:ext cx="5495844" cy="7643134"/>
          </a:xfrm>
          <a:custGeom>
            <a:avLst/>
            <a:gdLst>
              <a:gd name="connsiteX0" fmla="*/ 5089498 w 5495844"/>
              <a:gd name="connsiteY0" fmla="*/ 0 h 7643134"/>
              <a:gd name="connsiteX1" fmla="*/ 5495845 w 5495844"/>
              <a:gd name="connsiteY1" fmla="*/ 406347 h 7643134"/>
              <a:gd name="connsiteX2" fmla="*/ 5495845 w 5495844"/>
              <a:gd name="connsiteY2" fmla="*/ 7236788 h 7643134"/>
              <a:gd name="connsiteX3" fmla="*/ 5089498 w 5495844"/>
              <a:gd name="connsiteY3" fmla="*/ 7643135 h 7643134"/>
              <a:gd name="connsiteX4" fmla="*/ 406347 w 5495844"/>
              <a:gd name="connsiteY4" fmla="*/ 7643135 h 7643134"/>
              <a:gd name="connsiteX5" fmla="*/ 0 w 5495844"/>
              <a:gd name="connsiteY5" fmla="*/ 7236788 h 7643134"/>
              <a:gd name="connsiteX6" fmla="*/ 0 w 5495844"/>
              <a:gd name="connsiteY6" fmla="*/ 406347 h 7643134"/>
              <a:gd name="connsiteX7" fmla="*/ 406347 w 5495844"/>
              <a:gd name="connsiteY7" fmla="*/ 0 h 764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7643134">
                <a:moveTo>
                  <a:pt x="5089498" y="0"/>
                </a:moveTo>
                <a:cubicBezTo>
                  <a:pt x="5313917" y="0"/>
                  <a:pt x="5495845" y="181928"/>
                  <a:pt x="5495845" y="406347"/>
                </a:cubicBezTo>
                <a:lnTo>
                  <a:pt x="5495845" y="7236788"/>
                </a:lnTo>
                <a:cubicBezTo>
                  <a:pt x="5495845" y="7461207"/>
                  <a:pt x="5313917" y="7643135"/>
                  <a:pt x="5089498" y="7643135"/>
                </a:cubicBezTo>
                <a:lnTo>
                  <a:pt x="406347" y="7643135"/>
                </a:lnTo>
                <a:cubicBezTo>
                  <a:pt x="181928" y="7643135"/>
                  <a:pt x="0" y="7461207"/>
                  <a:pt x="0" y="7236788"/>
                </a:cubicBezTo>
                <a:lnTo>
                  <a:pt x="0" y="406347"/>
                </a:lnTo>
                <a:cubicBezTo>
                  <a:pt x="0" y="181928"/>
                  <a:pt x="181928" y="0"/>
                  <a:pt x="406347" y="0"/>
                </a:cubicBezTo>
                <a:close/>
              </a:path>
            </a:pathLst>
          </a:custGeom>
          <a:solidFill>
            <a:schemeClr val="accent4"/>
          </a:solidFill>
          <a:ln w="1269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4CE8A471-8BA8-5427-D047-5D58F72BC7E8}"/>
              </a:ext>
            </a:extLst>
          </p:cNvPr>
          <p:cNvSpPr/>
          <p:nvPr/>
        </p:nvSpPr>
        <p:spPr>
          <a:xfrm>
            <a:off x="6529488" y="4903550"/>
            <a:ext cx="5495844" cy="7643134"/>
          </a:xfrm>
          <a:custGeom>
            <a:avLst/>
            <a:gdLst>
              <a:gd name="connsiteX0" fmla="*/ 5089497 w 5495844"/>
              <a:gd name="connsiteY0" fmla="*/ 0 h 7643134"/>
              <a:gd name="connsiteX1" fmla="*/ 5495845 w 5495844"/>
              <a:gd name="connsiteY1" fmla="*/ 406347 h 7643134"/>
              <a:gd name="connsiteX2" fmla="*/ 5495845 w 5495844"/>
              <a:gd name="connsiteY2" fmla="*/ 7236788 h 7643134"/>
              <a:gd name="connsiteX3" fmla="*/ 5089497 w 5495844"/>
              <a:gd name="connsiteY3" fmla="*/ 7643135 h 7643134"/>
              <a:gd name="connsiteX4" fmla="*/ 406347 w 5495844"/>
              <a:gd name="connsiteY4" fmla="*/ 7643135 h 7643134"/>
              <a:gd name="connsiteX5" fmla="*/ 0 w 5495844"/>
              <a:gd name="connsiteY5" fmla="*/ 7236788 h 7643134"/>
              <a:gd name="connsiteX6" fmla="*/ 0 w 5495844"/>
              <a:gd name="connsiteY6" fmla="*/ 406347 h 7643134"/>
              <a:gd name="connsiteX7" fmla="*/ 406347 w 5495844"/>
              <a:gd name="connsiteY7" fmla="*/ 0 h 764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7643134">
                <a:moveTo>
                  <a:pt x="5089497" y="0"/>
                </a:moveTo>
                <a:cubicBezTo>
                  <a:pt x="5313917" y="0"/>
                  <a:pt x="5495845" y="181928"/>
                  <a:pt x="5495845" y="406347"/>
                </a:cubicBezTo>
                <a:lnTo>
                  <a:pt x="5495845" y="7236788"/>
                </a:lnTo>
                <a:cubicBezTo>
                  <a:pt x="5495845" y="7461207"/>
                  <a:pt x="5313917" y="7643135"/>
                  <a:pt x="5089497" y="7643135"/>
                </a:cubicBezTo>
                <a:lnTo>
                  <a:pt x="406347" y="7643135"/>
                </a:lnTo>
                <a:cubicBezTo>
                  <a:pt x="181928" y="7643135"/>
                  <a:pt x="0" y="7461207"/>
                  <a:pt x="0" y="7236788"/>
                </a:cubicBezTo>
                <a:lnTo>
                  <a:pt x="0" y="406347"/>
                </a:lnTo>
                <a:cubicBezTo>
                  <a:pt x="0" y="181928"/>
                  <a:pt x="181928" y="0"/>
                  <a:pt x="406347" y="0"/>
                </a:cubicBezTo>
                <a:close/>
              </a:path>
            </a:pathLst>
          </a:custGeom>
          <a:solidFill>
            <a:schemeClr val="accent4"/>
          </a:solidFill>
          <a:ln w="1269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D4FC0369-5469-3BA3-9A76-11846FE189EA}"/>
              </a:ext>
            </a:extLst>
          </p:cNvPr>
          <p:cNvSpPr/>
          <p:nvPr/>
        </p:nvSpPr>
        <p:spPr>
          <a:xfrm>
            <a:off x="12366918" y="4903550"/>
            <a:ext cx="5495844" cy="7643134"/>
          </a:xfrm>
          <a:custGeom>
            <a:avLst/>
            <a:gdLst>
              <a:gd name="connsiteX0" fmla="*/ 5089497 w 5495844"/>
              <a:gd name="connsiteY0" fmla="*/ 0 h 7643134"/>
              <a:gd name="connsiteX1" fmla="*/ 5495844 w 5495844"/>
              <a:gd name="connsiteY1" fmla="*/ 406347 h 7643134"/>
              <a:gd name="connsiteX2" fmla="*/ 5495844 w 5495844"/>
              <a:gd name="connsiteY2" fmla="*/ 7236788 h 7643134"/>
              <a:gd name="connsiteX3" fmla="*/ 5089497 w 5495844"/>
              <a:gd name="connsiteY3" fmla="*/ 7643135 h 7643134"/>
              <a:gd name="connsiteX4" fmla="*/ 406347 w 5495844"/>
              <a:gd name="connsiteY4" fmla="*/ 7643135 h 7643134"/>
              <a:gd name="connsiteX5" fmla="*/ 0 w 5495844"/>
              <a:gd name="connsiteY5" fmla="*/ 7236788 h 7643134"/>
              <a:gd name="connsiteX6" fmla="*/ 0 w 5495844"/>
              <a:gd name="connsiteY6" fmla="*/ 406347 h 7643134"/>
              <a:gd name="connsiteX7" fmla="*/ 406347 w 5495844"/>
              <a:gd name="connsiteY7" fmla="*/ 0 h 764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7643134">
                <a:moveTo>
                  <a:pt x="5089497" y="0"/>
                </a:moveTo>
                <a:cubicBezTo>
                  <a:pt x="5313916" y="0"/>
                  <a:pt x="5495844" y="181928"/>
                  <a:pt x="5495844" y="406347"/>
                </a:cubicBezTo>
                <a:lnTo>
                  <a:pt x="5495844" y="7236788"/>
                </a:lnTo>
                <a:cubicBezTo>
                  <a:pt x="5495844" y="7461207"/>
                  <a:pt x="5313916" y="7643135"/>
                  <a:pt x="5089497" y="7643135"/>
                </a:cubicBezTo>
                <a:lnTo>
                  <a:pt x="406347" y="7643135"/>
                </a:lnTo>
                <a:cubicBezTo>
                  <a:pt x="181928" y="7643135"/>
                  <a:pt x="0" y="7461207"/>
                  <a:pt x="0" y="7236788"/>
                </a:cubicBezTo>
                <a:lnTo>
                  <a:pt x="0" y="406347"/>
                </a:lnTo>
                <a:cubicBezTo>
                  <a:pt x="0" y="181928"/>
                  <a:pt x="181928" y="0"/>
                  <a:pt x="406347" y="0"/>
                </a:cubicBezTo>
                <a:close/>
              </a:path>
            </a:pathLst>
          </a:custGeom>
          <a:solidFill>
            <a:schemeClr val="accent4"/>
          </a:solidFill>
          <a:ln w="1269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8D880A0C-E567-B384-24D4-71ABC396FABB}"/>
              </a:ext>
            </a:extLst>
          </p:cNvPr>
          <p:cNvSpPr/>
          <p:nvPr/>
        </p:nvSpPr>
        <p:spPr>
          <a:xfrm>
            <a:off x="18205618" y="4903550"/>
            <a:ext cx="5495844" cy="7643134"/>
          </a:xfrm>
          <a:custGeom>
            <a:avLst/>
            <a:gdLst>
              <a:gd name="connsiteX0" fmla="*/ 5089497 w 5495844"/>
              <a:gd name="connsiteY0" fmla="*/ 0 h 7643134"/>
              <a:gd name="connsiteX1" fmla="*/ 5495845 w 5495844"/>
              <a:gd name="connsiteY1" fmla="*/ 406347 h 7643134"/>
              <a:gd name="connsiteX2" fmla="*/ 5495845 w 5495844"/>
              <a:gd name="connsiteY2" fmla="*/ 7236788 h 7643134"/>
              <a:gd name="connsiteX3" fmla="*/ 5089497 w 5495844"/>
              <a:gd name="connsiteY3" fmla="*/ 7643135 h 7643134"/>
              <a:gd name="connsiteX4" fmla="*/ 406346 w 5495844"/>
              <a:gd name="connsiteY4" fmla="*/ 7643135 h 7643134"/>
              <a:gd name="connsiteX5" fmla="*/ -1 w 5495844"/>
              <a:gd name="connsiteY5" fmla="*/ 7236788 h 7643134"/>
              <a:gd name="connsiteX6" fmla="*/ -1 w 5495844"/>
              <a:gd name="connsiteY6" fmla="*/ 406347 h 7643134"/>
              <a:gd name="connsiteX7" fmla="*/ 406346 w 5495844"/>
              <a:gd name="connsiteY7" fmla="*/ 0 h 764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7643134">
                <a:moveTo>
                  <a:pt x="5089497" y="0"/>
                </a:moveTo>
                <a:cubicBezTo>
                  <a:pt x="5313917" y="0"/>
                  <a:pt x="5495845" y="181928"/>
                  <a:pt x="5495845" y="406347"/>
                </a:cubicBezTo>
                <a:lnTo>
                  <a:pt x="5495845" y="7236788"/>
                </a:lnTo>
                <a:cubicBezTo>
                  <a:pt x="5495845" y="7461207"/>
                  <a:pt x="5313917" y="7643135"/>
                  <a:pt x="5089497" y="7643135"/>
                </a:cubicBezTo>
                <a:lnTo>
                  <a:pt x="406346" y="7643135"/>
                </a:lnTo>
                <a:cubicBezTo>
                  <a:pt x="181927" y="7643135"/>
                  <a:pt x="-1" y="7461207"/>
                  <a:pt x="-1" y="7236788"/>
                </a:cubicBezTo>
                <a:lnTo>
                  <a:pt x="-1" y="406347"/>
                </a:lnTo>
                <a:cubicBezTo>
                  <a:pt x="-1" y="181928"/>
                  <a:pt x="181927" y="0"/>
                  <a:pt x="406346" y="0"/>
                </a:cubicBezTo>
                <a:close/>
              </a:path>
            </a:pathLst>
          </a:custGeom>
          <a:solidFill>
            <a:schemeClr val="accent4"/>
          </a:solidFill>
          <a:ln w="12695" cap="flat">
            <a:noFill/>
            <a:prstDash val="solid"/>
            <a:miter/>
          </a:ln>
        </p:spPr>
        <p:txBody>
          <a:bodyPr rtlCol="0" anchor="ctr"/>
          <a:lstStyle/>
          <a:p>
            <a:endParaRPr lang="en-US"/>
          </a:p>
        </p:txBody>
      </p:sp>
      <p:sp>
        <p:nvSpPr>
          <p:cNvPr id="2" name="Title 1"/>
          <p:cNvSpPr>
            <a:spLocks noGrp="1"/>
          </p:cNvSpPr>
          <p:nvPr>
            <p:ph type="title" hasCustomPrompt="1"/>
          </p:nvPr>
        </p:nvSpPr>
        <p:spPr>
          <a:xfrm>
            <a:off x="682625" y="2121408"/>
            <a:ext cx="23034083" cy="1169989"/>
          </a:xfrm>
        </p:spPr>
        <p:txBody>
          <a:bodyPr/>
          <a:lstStyle/>
          <a:p>
            <a:r>
              <a:rPr lang="en-US"/>
              <a:t>Click to edit title</a:t>
            </a:r>
          </a:p>
        </p:txBody>
      </p:sp>
      <p:sp>
        <p:nvSpPr>
          <p:cNvPr id="3" name="Text Placeholder 2"/>
          <p:cNvSpPr>
            <a:spLocks noGrp="1"/>
          </p:cNvSpPr>
          <p:nvPr>
            <p:ph type="body" idx="1" hasCustomPrompt="1"/>
          </p:nvPr>
        </p:nvSpPr>
        <p:spPr>
          <a:xfrm>
            <a:off x="1211408" y="5447673"/>
            <a:ext cx="4754880" cy="635027"/>
          </a:xfrm>
        </p:spPr>
        <p:txBody>
          <a:bodyPr anchor="t" anchorCtr="0"/>
          <a:lstStyle>
            <a:lvl1pPr marL="481013" indent="-481013">
              <a:lnSpc>
                <a:spcPts val="2600"/>
              </a:lnSpc>
              <a:spcBef>
                <a:spcPts val="0"/>
              </a:spcBef>
              <a:spcAft>
                <a:spcPts val="0"/>
              </a:spcAft>
              <a:buNone/>
              <a:tabLst/>
              <a:defRPr sz="18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 name="Content Placeholder 3"/>
          <p:cNvSpPr>
            <a:spLocks noGrp="1"/>
          </p:cNvSpPr>
          <p:nvPr>
            <p:ph sz="half" idx="2" hasCustomPrompt="1"/>
          </p:nvPr>
        </p:nvSpPr>
        <p:spPr>
          <a:xfrm>
            <a:off x="1211408" y="6113205"/>
            <a:ext cx="4754880" cy="6433479"/>
          </a:xfrm>
        </p:spPr>
        <p:txBody>
          <a:bodyPr/>
          <a:lstStyle>
            <a:lvl1pPr>
              <a:lnSpc>
                <a:spcPts val="2600"/>
              </a:lnSpc>
              <a:spcAft>
                <a:spcPts val="0"/>
              </a:spcAft>
              <a:defRPr sz="1800">
                <a:latin typeface="+mn-lt"/>
              </a:defRPr>
            </a:lvl1pPr>
            <a:lvl2pPr>
              <a:lnSpc>
                <a:spcPts val="2600"/>
              </a:lnSpc>
              <a:spcAft>
                <a:spcPts val="0"/>
              </a:spcAft>
              <a:defRPr sz="1800">
                <a:latin typeface="+mn-lt"/>
              </a:defRPr>
            </a:lvl2pPr>
            <a:lvl3pPr>
              <a:lnSpc>
                <a:spcPts val="2600"/>
              </a:lnSpc>
              <a:spcAft>
                <a:spcPts val="0"/>
              </a:spcAft>
              <a:defRPr sz="1800">
                <a:latin typeface="+mn-lt"/>
              </a:defRPr>
            </a:lvl3pPr>
            <a:lvl4pPr>
              <a:lnSpc>
                <a:spcPts val="2600"/>
              </a:lnSpc>
              <a:spcAft>
                <a:spcPts val="0"/>
              </a:spcAft>
              <a:defRPr sz="1800">
                <a:latin typeface="+mn-lt"/>
              </a:defRPr>
            </a:lvl4pPr>
            <a:lvl5pPr>
              <a:lnSpc>
                <a:spcPts val="2600"/>
              </a:lnSpc>
              <a:spcAft>
                <a:spcPts val="0"/>
              </a:spcAft>
              <a:defRPr sz="18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7054770" y="5447673"/>
            <a:ext cx="4754880" cy="635027"/>
          </a:xfrm>
        </p:spPr>
        <p:txBody>
          <a:bodyPr anchor="t" anchorCtr="0"/>
          <a:lstStyle>
            <a:lvl1pPr marL="474663" indent="-474663">
              <a:lnSpc>
                <a:spcPts val="2600"/>
              </a:lnSpc>
              <a:spcBef>
                <a:spcPts val="0"/>
              </a:spcBef>
              <a:spcAft>
                <a:spcPts val="0"/>
              </a:spcAft>
              <a:buNone/>
              <a:tabLst/>
              <a:defRPr sz="18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6" name="Content Placeholder 5"/>
          <p:cNvSpPr>
            <a:spLocks noGrp="1"/>
          </p:cNvSpPr>
          <p:nvPr>
            <p:ph sz="quarter" idx="4" hasCustomPrompt="1"/>
          </p:nvPr>
        </p:nvSpPr>
        <p:spPr>
          <a:xfrm>
            <a:off x="7054770" y="6113206"/>
            <a:ext cx="4754880" cy="6433478"/>
          </a:xfrm>
        </p:spPr>
        <p:txBody>
          <a:bodyPr/>
          <a:lstStyle>
            <a:lvl1pPr>
              <a:lnSpc>
                <a:spcPts val="2600"/>
              </a:lnSpc>
              <a:spcAft>
                <a:spcPts val="0"/>
              </a:spcAft>
              <a:defRPr sz="1800">
                <a:latin typeface="+mn-lt"/>
              </a:defRPr>
            </a:lvl1pPr>
            <a:lvl2pPr>
              <a:lnSpc>
                <a:spcPts val="2600"/>
              </a:lnSpc>
              <a:spcAft>
                <a:spcPts val="0"/>
              </a:spcAft>
              <a:defRPr sz="1800">
                <a:latin typeface="+mn-lt"/>
              </a:defRPr>
            </a:lvl2pPr>
            <a:lvl3pPr>
              <a:lnSpc>
                <a:spcPts val="2600"/>
              </a:lnSpc>
              <a:spcAft>
                <a:spcPts val="0"/>
              </a:spcAft>
              <a:defRPr sz="1800">
                <a:latin typeface="+mn-lt"/>
              </a:defRPr>
            </a:lvl3pPr>
            <a:lvl4pPr>
              <a:lnSpc>
                <a:spcPts val="2600"/>
              </a:lnSpc>
              <a:spcAft>
                <a:spcPts val="0"/>
              </a:spcAft>
              <a:defRPr sz="1800">
                <a:latin typeface="+mn-lt"/>
              </a:defRPr>
            </a:lvl4pPr>
            <a:lvl5pPr>
              <a:lnSpc>
                <a:spcPts val="2600"/>
              </a:lnSpc>
              <a:spcAft>
                <a:spcPts val="0"/>
              </a:spcAft>
              <a:defRPr sz="18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3" name="Text Placeholder 4">
            <a:extLst>
              <a:ext uri="{FF2B5EF4-FFF2-40B4-BE49-F238E27FC236}">
                <a16:creationId xmlns:a16="http://schemas.microsoft.com/office/drawing/2014/main" id="{448E252E-4556-6C5B-5694-7CCAB80F9767}"/>
              </a:ext>
            </a:extLst>
          </p:cNvPr>
          <p:cNvSpPr>
            <a:spLocks noGrp="1"/>
          </p:cNvSpPr>
          <p:nvPr>
            <p:ph type="body" sz="quarter" idx="19" hasCustomPrompt="1"/>
          </p:nvPr>
        </p:nvSpPr>
        <p:spPr>
          <a:xfrm>
            <a:off x="12877186" y="5447673"/>
            <a:ext cx="4754880" cy="635027"/>
          </a:xfrm>
        </p:spPr>
        <p:txBody>
          <a:bodyPr anchor="t" anchorCtr="0"/>
          <a:lstStyle>
            <a:lvl1pPr marL="492125" indent="-492125">
              <a:lnSpc>
                <a:spcPts val="2600"/>
              </a:lnSpc>
              <a:spcBef>
                <a:spcPts val="0"/>
              </a:spcBef>
              <a:spcAft>
                <a:spcPts val="0"/>
              </a:spcAft>
              <a:buNone/>
              <a:tabLst/>
              <a:defRPr sz="18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4" name="Content Placeholder 5">
            <a:extLst>
              <a:ext uri="{FF2B5EF4-FFF2-40B4-BE49-F238E27FC236}">
                <a16:creationId xmlns:a16="http://schemas.microsoft.com/office/drawing/2014/main" id="{C98BC574-7658-83B2-6D26-AF0FA42F52CD}"/>
              </a:ext>
            </a:extLst>
          </p:cNvPr>
          <p:cNvSpPr>
            <a:spLocks noGrp="1"/>
          </p:cNvSpPr>
          <p:nvPr>
            <p:ph sz="quarter" idx="20" hasCustomPrompt="1"/>
          </p:nvPr>
        </p:nvSpPr>
        <p:spPr>
          <a:xfrm>
            <a:off x="12877186" y="6113206"/>
            <a:ext cx="4754880" cy="6433478"/>
          </a:xfrm>
        </p:spPr>
        <p:txBody>
          <a:bodyPr/>
          <a:lstStyle>
            <a:lvl1pPr>
              <a:lnSpc>
                <a:spcPts val="2600"/>
              </a:lnSpc>
              <a:spcAft>
                <a:spcPts val="0"/>
              </a:spcAft>
              <a:defRPr sz="1800">
                <a:latin typeface="+mn-lt"/>
              </a:defRPr>
            </a:lvl1pPr>
            <a:lvl2pPr>
              <a:lnSpc>
                <a:spcPts val="2600"/>
              </a:lnSpc>
              <a:spcAft>
                <a:spcPts val="0"/>
              </a:spcAft>
              <a:defRPr sz="1800">
                <a:latin typeface="+mn-lt"/>
              </a:defRPr>
            </a:lvl2pPr>
            <a:lvl3pPr>
              <a:lnSpc>
                <a:spcPts val="2600"/>
              </a:lnSpc>
              <a:spcAft>
                <a:spcPts val="0"/>
              </a:spcAft>
              <a:defRPr sz="1800">
                <a:latin typeface="+mn-lt"/>
              </a:defRPr>
            </a:lvl3pPr>
            <a:lvl4pPr>
              <a:lnSpc>
                <a:spcPts val="2600"/>
              </a:lnSpc>
              <a:spcAft>
                <a:spcPts val="0"/>
              </a:spcAft>
              <a:defRPr sz="1800">
                <a:latin typeface="+mn-lt"/>
              </a:defRPr>
            </a:lvl4pPr>
            <a:lvl5pPr>
              <a:lnSpc>
                <a:spcPts val="2600"/>
              </a:lnSpc>
              <a:spcAft>
                <a:spcPts val="0"/>
              </a:spcAft>
              <a:defRPr sz="18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a:extLst>
              <a:ext uri="{FF2B5EF4-FFF2-40B4-BE49-F238E27FC236}">
                <a16:creationId xmlns:a16="http://schemas.microsoft.com/office/drawing/2014/main" id="{443B52ED-E254-CDEF-F4AC-825B6E3D3E65}"/>
              </a:ext>
            </a:extLst>
          </p:cNvPr>
          <p:cNvSpPr>
            <a:spLocks noGrp="1"/>
          </p:cNvSpPr>
          <p:nvPr>
            <p:ph type="body" sz="quarter" idx="21" hasCustomPrompt="1"/>
          </p:nvPr>
        </p:nvSpPr>
        <p:spPr>
          <a:xfrm>
            <a:off x="18733736" y="5447673"/>
            <a:ext cx="4754880" cy="635027"/>
          </a:xfrm>
        </p:spPr>
        <p:txBody>
          <a:bodyPr anchor="t" anchorCtr="0"/>
          <a:lstStyle>
            <a:lvl1pPr marL="477838" indent="-477838">
              <a:lnSpc>
                <a:spcPts val="2600"/>
              </a:lnSpc>
              <a:spcBef>
                <a:spcPts val="0"/>
              </a:spcBef>
              <a:spcAft>
                <a:spcPts val="0"/>
              </a:spcAft>
              <a:buNone/>
              <a:tabLst/>
              <a:defRPr sz="18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5" name="Content Placeholder 5">
            <a:extLst>
              <a:ext uri="{FF2B5EF4-FFF2-40B4-BE49-F238E27FC236}">
                <a16:creationId xmlns:a16="http://schemas.microsoft.com/office/drawing/2014/main" id="{CC98DA8C-836B-5CA7-420D-A17544A19D63}"/>
              </a:ext>
            </a:extLst>
          </p:cNvPr>
          <p:cNvSpPr>
            <a:spLocks noGrp="1"/>
          </p:cNvSpPr>
          <p:nvPr>
            <p:ph sz="quarter" idx="22" hasCustomPrompt="1"/>
          </p:nvPr>
        </p:nvSpPr>
        <p:spPr>
          <a:xfrm>
            <a:off x="18733736" y="6113206"/>
            <a:ext cx="4754880" cy="6433478"/>
          </a:xfrm>
        </p:spPr>
        <p:txBody>
          <a:bodyPr/>
          <a:lstStyle>
            <a:lvl1pPr>
              <a:lnSpc>
                <a:spcPts val="2600"/>
              </a:lnSpc>
              <a:spcAft>
                <a:spcPts val="0"/>
              </a:spcAft>
              <a:defRPr sz="1800">
                <a:latin typeface="+mn-lt"/>
              </a:defRPr>
            </a:lvl1pPr>
            <a:lvl2pPr>
              <a:lnSpc>
                <a:spcPts val="2600"/>
              </a:lnSpc>
              <a:spcAft>
                <a:spcPts val="0"/>
              </a:spcAft>
              <a:defRPr sz="1800">
                <a:latin typeface="+mn-lt"/>
              </a:defRPr>
            </a:lvl2pPr>
            <a:lvl3pPr>
              <a:lnSpc>
                <a:spcPts val="2600"/>
              </a:lnSpc>
              <a:spcAft>
                <a:spcPts val="0"/>
              </a:spcAft>
              <a:defRPr sz="1800">
                <a:latin typeface="+mn-lt"/>
              </a:defRPr>
            </a:lvl3pPr>
            <a:lvl4pPr>
              <a:lnSpc>
                <a:spcPts val="2600"/>
              </a:lnSpc>
              <a:spcAft>
                <a:spcPts val="0"/>
              </a:spcAft>
              <a:defRPr sz="1800">
                <a:latin typeface="+mn-lt"/>
              </a:defRPr>
            </a:lvl4pPr>
            <a:lvl5pPr>
              <a:lnSpc>
                <a:spcPts val="2600"/>
              </a:lnSpc>
              <a:spcAft>
                <a:spcPts val="0"/>
              </a:spcAft>
              <a:defRPr sz="18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4261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Comparison with boxes 2">
    <p:bg>
      <p:bgPr>
        <a:solidFill>
          <a:schemeClr val="bg1"/>
        </a:solidFill>
        <a:effectLst/>
      </p:bgPr>
    </p:bg>
    <p:spTree>
      <p:nvGrpSpPr>
        <p:cNvPr id="1" name=""/>
        <p:cNvGrpSpPr/>
        <p:nvPr/>
      </p:nvGrpSpPr>
      <p:grpSpPr>
        <a:xfrm>
          <a:off x="0" y="0"/>
          <a:ext cx="0" cy="0"/>
          <a:chOff x="0" y="0"/>
          <a:chExt cx="0" cy="0"/>
        </a:xfrm>
      </p:grpSpPr>
      <p:sp>
        <p:nvSpPr>
          <p:cNvPr id="19" name="Freeform 18">
            <a:extLst>
              <a:ext uri="{FF2B5EF4-FFF2-40B4-BE49-F238E27FC236}">
                <a16:creationId xmlns:a16="http://schemas.microsoft.com/office/drawing/2014/main" id="{53972111-EADE-418A-7946-EF0AA5502417}"/>
              </a:ext>
            </a:extLst>
          </p:cNvPr>
          <p:cNvSpPr/>
          <p:nvPr/>
        </p:nvSpPr>
        <p:spPr>
          <a:xfrm>
            <a:off x="684476" y="3758360"/>
            <a:ext cx="11325449" cy="4230537"/>
          </a:xfrm>
          <a:custGeom>
            <a:avLst/>
            <a:gdLst>
              <a:gd name="connsiteX0" fmla="*/ 10919156 w 11325449"/>
              <a:gd name="connsiteY0" fmla="*/ 0 h 4230537"/>
              <a:gd name="connsiteX1" fmla="*/ 11325450 w 11325449"/>
              <a:gd name="connsiteY1" fmla="*/ 406294 h 4230537"/>
              <a:gd name="connsiteX2" fmla="*/ 11325450 w 11325449"/>
              <a:gd name="connsiteY2" fmla="*/ 3824244 h 4230537"/>
              <a:gd name="connsiteX3" fmla="*/ 10919156 w 11325449"/>
              <a:gd name="connsiteY3" fmla="*/ 4230539 h 4230537"/>
              <a:gd name="connsiteX4" fmla="*/ 406294 w 11325449"/>
              <a:gd name="connsiteY4" fmla="*/ 4230539 h 4230537"/>
              <a:gd name="connsiteX5" fmla="*/ 0 w 11325449"/>
              <a:gd name="connsiteY5" fmla="*/ 3824244 h 4230537"/>
              <a:gd name="connsiteX6" fmla="*/ 0 w 11325449"/>
              <a:gd name="connsiteY6" fmla="*/ 406295 h 4230537"/>
              <a:gd name="connsiteX7" fmla="*/ 406294 w 11325449"/>
              <a:gd name="connsiteY7" fmla="*/ 0 h 423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25449" h="4230537">
                <a:moveTo>
                  <a:pt x="10919156" y="0"/>
                </a:moveTo>
                <a:cubicBezTo>
                  <a:pt x="11143546" y="0"/>
                  <a:pt x="11325450" y="181904"/>
                  <a:pt x="11325450" y="406294"/>
                </a:cubicBezTo>
                <a:lnTo>
                  <a:pt x="11325450" y="3824244"/>
                </a:lnTo>
                <a:cubicBezTo>
                  <a:pt x="11325450" y="4048634"/>
                  <a:pt x="11143546" y="4230539"/>
                  <a:pt x="10919156" y="4230539"/>
                </a:cubicBezTo>
                <a:lnTo>
                  <a:pt x="406294" y="4230539"/>
                </a:lnTo>
                <a:cubicBezTo>
                  <a:pt x="181904" y="4230539"/>
                  <a:pt x="0" y="4048634"/>
                  <a:pt x="0" y="3824244"/>
                </a:cubicBezTo>
                <a:lnTo>
                  <a:pt x="0" y="406295"/>
                </a:lnTo>
                <a:cubicBezTo>
                  <a:pt x="0" y="181904"/>
                  <a:pt x="181904" y="0"/>
                  <a:pt x="406294" y="0"/>
                </a:cubicBezTo>
                <a:close/>
              </a:path>
            </a:pathLst>
          </a:custGeom>
          <a:solidFill>
            <a:schemeClr val="accent4"/>
          </a:solidFill>
          <a:ln w="1269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AB04FA57-9725-1518-BAE2-A512ABF8E555}"/>
              </a:ext>
            </a:extLst>
          </p:cNvPr>
          <p:cNvSpPr/>
          <p:nvPr/>
        </p:nvSpPr>
        <p:spPr>
          <a:xfrm>
            <a:off x="684476" y="8344405"/>
            <a:ext cx="11325449" cy="4230537"/>
          </a:xfrm>
          <a:custGeom>
            <a:avLst/>
            <a:gdLst>
              <a:gd name="connsiteX0" fmla="*/ 10919156 w 11325449"/>
              <a:gd name="connsiteY0" fmla="*/ 0 h 4230537"/>
              <a:gd name="connsiteX1" fmla="*/ 11325450 w 11325449"/>
              <a:gd name="connsiteY1" fmla="*/ 406294 h 4230537"/>
              <a:gd name="connsiteX2" fmla="*/ 11325450 w 11325449"/>
              <a:gd name="connsiteY2" fmla="*/ 3824244 h 4230537"/>
              <a:gd name="connsiteX3" fmla="*/ 10919156 w 11325449"/>
              <a:gd name="connsiteY3" fmla="*/ 4230539 h 4230537"/>
              <a:gd name="connsiteX4" fmla="*/ 406294 w 11325449"/>
              <a:gd name="connsiteY4" fmla="*/ 4230539 h 4230537"/>
              <a:gd name="connsiteX5" fmla="*/ 0 w 11325449"/>
              <a:gd name="connsiteY5" fmla="*/ 3824244 h 4230537"/>
              <a:gd name="connsiteX6" fmla="*/ 0 w 11325449"/>
              <a:gd name="connsiteY6" fmla="*/ 406294 h 4230537"/>
              <a:gd name="connsiteX7" fmla="*/ 406294 w 11325449"/>
              <a:gd name="connsiteY7" fmla="*/ 0 h 423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25449" h="4230537">
                <a:moveTo>
                  <a:pt x="10919156" y="0"/>
                </a:moveTo>
                <a:cubicBezTo>
                  <a:pt x="11143546" y="0"/>
                  <a:pt x="11325450" y="181905"/>
                  <a:pt x="11325450" y="406294"/>
                </a:cubicBezTo>
                <a:lnTo>
                  <a:pt x="11325450" y="3824244"/>
                </a:lnTo>
                <a:cubicBezTo>
                  <a:pt x="11325450" y="4048634"/>
                  <a:pt x="11143546" y="4230539"/>
                  <a:pt x="10919156" y="4230539"/>
                </a:cubicBezTo>
                <a:lnTo>
                  <a:pt x="406294" y="4230539"/>
                </a:lnTo>
                <a:cubicBezTo>
                  <a:pt x="181904" y="4230539"/>
                  <a:pt x="0" y="4048634"/>
                  <a:pt x="0" y="3824244"/>
                </a:cubicBezTo>
                <a:lnTo>
                  <a:pt x="0" y="406294"/>
                </a:lnTo>
                <a:cubicBezTo>
                  <a:pt x="0" y="181905"/>
                  <a:pt x="181904" y="0"/>
                  <a:pt x="406294" y="0"/>
                </a:cubicBezTo>
                <a:close/>
              </a:path>
            </a:pathLst>
          </a:custGeom>
          <a:solidFill>
            <a:schemeClr val="accent4"/>
          </a:solidFill>
          <a:ln w="1269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1CA378F3-648C-8325-F749-66DF1C0A60DC}"/>
              </a:ext>
            </a:extLst>
          </p:cNvPr>
          <p:cNvSpPr/>
          <p:nvPr/>
        </p:nvSpPr>
        <p:spPr>
          <a:xfrm>
            <a:off x="12365433" y="3758360"/>
            <a:ext cx="11325449" cy="4230537"/>
          </a:xfrm>
          <a:custGeom>
            <a:avLst/>
            <a:gdLst>
              <a:gd name="connsiteX0" fmla="*/ 10919156 w 11325449"/>
              <a:gd name="connsiteY0" fmla="*/ 0 h 4230537"/>
              <a:gd name="connsiteX1" fmla="*/ 11325450 w 11325449"/>
              <a:gd name="connsiteY1" fmla="*/ 406294 h 4230537"/>
              <a:gd name="connsiteX2" fmla="*/ 11325450 w 11325449"/>
              <a:gd name="connsiteY2" fmla="*/ 3824244 h 4230537"/>
              <a:gd name="connsiteX3" fmla="*/ 10919156 w 11325449"/>
              <a:gd name="connsiteY3" fmla="*/ 4230539 h 4230537"/>
              <a:gd name="connsiteX4" fmla="*/ 406294 w 11325449"/>
              <a:gd name="connsiteY4" fmla="*/ 4230539 h 4230537"/>
              <a:gd name="connsiteX5" fmla="*/ 0 w 11325449"/>
              <a:gd name="connsiteY5" fmla="*/ 3824244 h 4230537"/>
              <a:gd name="connsiteX6" fmla="*/ 0 w 11325449"/>
              <a:gd name="connsiteY6" fmla="*/ 406295 h 4230537"/>
              <a:gd name="connsiteX7" fmla="*/ 406294 w 11325449"/>
              <a:gd name="connsiteY7" fmla="*/ 0 h 423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25449" h="4230537">
                <a:moveTo>
                  <a:pt x="10919156" y="0"/>
                </a:moveTo>
                <a:cubicBezTo>
                  <a:pt x="11143546" y="0"/>
                  <a:pt x="11325450" y="181904"/>
                  <a:pt x="11325450" y="406294"/>
                </a:cubicBezTo>
                <a:lnTo>
                  <a:pt x="11325450" y="3824244"/>
                </a:lnTo>
                <a:cubicBezTo>
                  <a:pt x="11325450" y="4048634"/>
                  <a:pt x="11143546" y="4230539"/>
                  <a:pt x="10919156" y="4230539"/>
                </a:cubicBezTo>
                <a:lnTo>
                  <a:pt x="406294" y="4230539"/>
                </a:lnTo>
                <a:cubicBezTo>
                  <a:pt x="181905" y="4230539"/>
                  <a:pt x="0" y="4048634"/>
                  <a:pt x="0" y="3824244"/>
                </a:cubicBezTo>
                <a:lnTo>
                  <a:pt x="0" y="406295"/>
                </a:lnTo>
                <a:cubicBezTo>
                  <a:pt x="0" y="181904"/>
                  <a:pt x="181905" y="0"/>
                  <a:pt x="406294" y="0"/>
                </a:cubicBezTo>
                <a:close/>
              </a:path>
            </a:pathLst>
          </a:custGeom>
          <a:solidFill>
            <a:schemeClr val="accent4"/>
          </a:solidFill>
          <a:ln w="12695"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362DB753-734D-43E7-195E-9ED75B2C7C5D}"/>
              </a:ext>
            </a:extLst>
          </p:cNvPr>
          <p:cNvSpPr/>
          <p:nvPr/>
        </p:nvSpPr>
        <p:spPr>
          <a:xfrm>
            <a:off x="12365433" y="8344405"/>
            <a:ext cx="11325449" cy="4230537"/>
          </a:xfrm>
          <a:custGeom>
            <a:avLst/>
            <a:gdLst>
              <a:gd name="connsiteX0" fmla="*/ 10919156 w 11325449"/>
              <a:gd name="connsiteY0" fmla="*/ 0 h 4230537"/>
              <a:gd name="connsiteX1" fmla="*/ 11325450 w 11325449"/>
              <a:gd name="connsiteY1" fmla="*/ 406294 h 4230537"/>
              <a:gd name="connsiteX2" fmla="*/ 11325450 w 11325449"/>
              <a:gd name="connsiteY2" fmla="*/ 3824244 h 4230537"/>
              <a:gd name="connsiteX3" fmla="*/ 10919156 w 11325449"/>
              <a:gd name="connsiteY3" fmla="*/ 4230539 h 4230537"/>
              <a:gd name="connsiteX4" fmla="*/ 406294 w 11325449"/>
              <a:gd name="connsiteY4" fmla="*/ 4230539 h 4230537"/>
              <a:gd name="connsiteX5" fmla="*/ 0 w 11325449"/>
              <a:gd name="connsiteY5" fmla="*/ 3824244 h 4230537"/>
              <a:gd name="connsiteX6" fmla="*/ 0 w 11325449"/>
              <a:gd name="connsiteY6" fmla="*/ 406294 h 4230537"/>
              <a:gd name="connsiteX7" fmla="*/ 406294 w 11325449"/>
              <a:gd name="connsiteY7" fmla="*/ 0 h 423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25449" h="4230537">
                <a:moveTo>
                  <a:pt x="10919156" y="0"/>
                </a:moveTo>
                <a:cubicBezTo>
                  <a:pt x="11143546" y="0"/>
                  <a:pt x="11325450" y="181905"/>
                  <a:pt x="11325450" y="406294"/>
                </a:cubicBezTo>
                <a:lnTo>
                  <a:pt x="11325450" y="3824244"/>
                </a:lnTo>
                <a:cubicBezTo>
                  <a:pt x="11325450" y="4048634"/>
                  <a:pt x="11143546" y="4230539"/>
                  <a:pt x="10919156" y="4230539"/>
                </a:cubicBezTo>
                <a:lnTo>
                  <a:pt x="406294" y="4230539"/>
                </a:lnTo>
                <a:cubicBezTo>
                  <a:pt x="181905" y="4230539"/>
                  <a:pt x="0" y="4048634"/>
                  <a:pt x="0" y="3824244"/>
                </a:cubicBezTo>
                <a:lnTo>
                  <a:pt x="0" y="406294"/>
                </a:lnTo>
                <a:cubicBezTo>
                  <a:pt x="0" y="181905"/>
                  <a:pt x="181905" y="0"/>
                  <a:pt x="406294" y="0"/>
                </a:cubicBezTo>
                <a:close/>
              </a:path>
            </a:pathLst>
          </a:custGeom>
          <a:solidFill>
            <a:schemeClr val="accent4"/>
          </a:solidFill>
          <a:ln w="12695" cap="flat">
            <a:noFill/>
            <a:prstDash val="solid"/>
            <a:miter/>
          </a:ln>
        </p:spPr>
        <p:txBody>
          <a:bodyPr rtlCol="0" anchor="ctr"/>
          <a:lstStyle/>
          <a:p>
            <a:endParaRPr lang="en-US"/>
          </a:p>
        </p:txBody>
      </p:sp>
      <p:sp>
        <p:nvSpPr>
          <p:cNvPr id="2" name="Title 1"/>
          <p:cNvSpPr>
            <a:spLocks noGrp="1"/>
          </p:cNvSpPr>
          <p:nvPr>
            <p:ph type="title" hasCustomPrompt="1"/>
          </p:nvPr>
        </p:nvSpPr>
        <p:spPr>
          <a:xfrm>
            <a:off x="682625" y="2121408"/>
            <a:ext cx="23034083" cy="1169989"/>
          </a:xfrm>
        </p:spPr>
        <p:txBody>
          <a:bodyPr/>
          <a:lstStyle/>
          <a:p>
            <a:r>
              <a:rPr lang="en-US"/>
              <a:t>Click to edit title</a:t>
            </a:r>
          </a:p>
        </p:txBody>
      </p:sp>
      <p:sp>
        <p:nvSpPr>
          <p:cNvPr id="3" name="Text Placeholder 2"/>
          <p:cNvSpPr>
            <a:spLocks noGrp="1"/>
          </p:cNvSpPr>
          <p:nvPr>
            <p:ph type="body" idx="1" hasCustomPrompt="1"/>
          </p:nvPr>
        </p:nvSpPr>
        <p:spPr>
          <a:xfrm>
            <a:off x="1371610" y="4436734"/>
            <a:ext cx="10058400" cy="635027"/>
          </a:xfrm>
        </p:spPr>
        <p:txBody>
          <a:bodyPr anchor="t" anchorCtr="0"/>
          <a:lstStyle>
            <a:lvl1pPr marL="495300" indent="-495300">
              <a:lnSpc>
                <a:spcPts val="3400"/>
              </a:lnSpc>
              <a:spcBef>
                <a:spcPts val="0"/>
              </a:spcBef>
              <a:spcAft>
                <a:spcPts val="0"/>
              </a:spcAft>
              <a:buNone/>
              <a:tabLst/>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 name="Content Placeholder 3"/>
          <p:cNvSpPr>
            <a:spLocks noGrp="1"/>
          </p:cNvSpPr>
          <p:nvPr>
            <p:ph sz="half" idx="2" hasCustomPrompt="1"/>
          </p:nvPr>
        </p:nvSpPr>
        <p:spPr>
          <a:xfrm>
            <a:off x="1371610" y="5182571"/>
            <a:ext cx="10058400" cy="2252543"/>
          </a:xfrm>
        </p:spPr>
        <p:txBody>
          <a:bodyPr/>
          <a:lstStyle>
            <a:lvl1pPr>
              <a:lnSpc>
                <a:spcPts val="2600"/>
              </a:lnSpc>
              <a:spcAft>
                <a:spcPts val="0"/>
              </a:spcAft>
              <a:defRPr sz="1800">
                <a:latin typeface="+mn-lt"/>
              </a:defRPr>
            </a:lvl1pPr>
            <a:lvl2pPr>
              <a:lnSpc>
                <a:spcPts val="2600"/>
              </a:lnSpc>
              <a:spcAft>
                <a:spcPts val="0"/>
              </a:spcAft>
              <a:defRPr sz="1800">
                <a:latin typeface="+mn-lt"/>
              </a:defRPr>
            </a:lvl2pPr>
            <a:lvl3pPr>
              <a:lnSpc>
                <a:spcPts val="2600"/>
              </a:lnSpc>
              <a:spcAft>
                <a:spcPts val="0"/>
              </a:spcAft>
              <a:defRPr sz="1800">
                <a:latin typeface="+mn-lt"/>
              </a:defRPr>
            </a:lvl3pPr>
            <a:lvl4pPr>
              <a:lnSpc>
                <a:spcPts val="2600"/>
              </a:lnSpc>
              <a:spcAft>
                <a:spcPts val="0"/>
              </a:spcAft>
              <a:defRPr sz="1800">
                <a:latin typeface="+mn-lt"/>
              </a:defRPr>
            </a:lvl4pPr>
            <a:lvl5pPr>
              <a:lnSpc>
                <a:spcPts val="2600"/>
              </a:lnSpc>
              <a:spcAft>
                <a:spcPts val="0"/>
              </a:spcAft>
              <a:defRPr sz="18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13049328" y="4436734"/>
            <a:ext cx="10058400" cy="635027"/>
          </a:xfrm>
        </p:spPr>
        <p:txBody>
          <a:bodyPr anchor="t" anchorCtr="0"/>
          <a:lstStyle>
            <a:lvl1pPr marL="485775" indent="-485775">
              <a:lnSpc>
                <a:spcPts val="3400"/>
              </a:lnSpc>
              <a:spcBef>
                <a:spcPts val="0"/>
              </a:spcBef>
              <a:spcAft>
                <a:spcPts val="0"/>
              </a:spcAft>
              <a:buNone/>
              <a:tabLst/>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6" name="Content Placeholder 5"/>
          <p:cNvSpPr>
            <a:spLocks noGrp="1"/>
          </p:cNvSpPr>
          <p:nvPr>
            <p:ph sz="quarter" idx="4" hasCustomPrompt="1"/>
          </p:nvPr>
        </p:nvSpPr>
        <p:spPr>
          <a:xfrm>
            <a:off x="13049328" y="5182572"/>
            <a:ext cx="10058400" cy="2252543"/>
          </a:xfrm>
        </p:spPr>
        <p:txBody>
          <a:bodyPr/>
          <a:lstStyle>
            <a:lvl1pPr>
              <a:lnSpc>
                <a:spcPts val="2600"/>
              </a:lnSpc>
              <a:spcAft>
                <a:spcPts val="0"/>
              </a:spcAft>
              <a:defRPr sz="1800">
                <a:latin typeface="+mn-lt"/>
              </a:defRPr>
            </a:lvl1pPr>
            <a:lvl2pPr>
              <a:lnSpc>
                <a:spcPts val="2600"/>
              </a:lnSpc>
              <a:spcAft>
                <a:spcPts val="0"/>
              </a:spcAft>
              <a:defRPr sz="1800">
                <a:latin typeface="+mn-lt"/>
              </a:defRPr>
            </a:lvl2pPr>
            <a:lvl3pPr>
              <a:lnSpc>
                <a:spcPts val="2600"/>
              </a:lnSpc>
              <a:spcAft>
                <a:spcPts val="0"/>
              </a:spcAft>
              <a:defRPr sz="1800">
                <a:latin typeface="+mn-lt"/>
              </a:defRPr>
            </a:lvl3pPr>
            <a:lvl4pPr>
              <a:lnSpc>
                <a:spcPts val="2600"/>
              </a:lnSpc>
              <a:spcAft>
                <a:spcPts val="0"/>
              </a:spcAft>
              <a:defRPr sz="1800">
                <a:latin typeface="+mn-lt"/>
              </a:defRPr>
            </a:lvl4pPr>
            <a:lvl5pPr>
              <a:lnSpc>
                <a:spcPts val="2600"/>
              </a:lnSpc>
              <a:spcAft>
                <a:spcPts val="0"/>
              </a:spcAft>
              <a:defRPr sz="18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3" name="Text Placeholder 4">
            <a:extLst>
              <a:ext uri="{FF2B5EF4-FFF2-40B4-BE49-F238E27FC236}">
                <a16:creationId xmlns:a16="http://schemas.microsoft.com/office/drawing/2014/main" id="{448E252E-4556-6C5B-5694-7CCAB80F9767}"/>
              </a:ext>
            </a:extLst>
          </p:cNvPr>
          <p:cNvSpPr>
            <a:spLocks noGrp="1"/>
          </p:cNvSpPr>
          <p:nvPr>
            <p:ph type="body" sz="quarter" idx="19" hasCustomPrompt="1"/>
          </p:nvPr>
        </p:nvSpPr>
        <p:spPr>
          <a:xfrm>
            <a:off x="1370858" y="9029386"/>
            <a:ext cx="10058400" cy="635027"/>
          </a:xfrm>
        </p:spPr>
        <p:txBody>
          <a:bodyPr anchor="t" anchorCtr="0"/>
          <a:lstStyle>
            <a:lvl1pPr marL="481013" indent="-481013">
              <a:lnSpc>
                <a:spcPts val="3400"/>
              </a:lnSpc>
              <a:spcBef>
                <a:spcPts val="0"/>
              </a:spcBef>
              <a:spcAft>
                <a:spcPts val="0"/>
              </a:spcAft>
              <a:buNone/>
              <a:tabLst/>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4" name="Content Placeholder 5">
            <a:extLst>
              <a:ext uri="{FF2B5EF4-FFF2-40B4-BE49-F238E27FC236}">
                <a16:creationId xmlns:a16="http://schemas.microsoft.com/office/drawing/2014/main" id="{C98BC574-7658-83B2-6D26-AF0FA42F52CD}"/>
              </a:ext>
            </a:extLst>
          </p:cNvPr>
          <p:cNvSpPr>
            <a:spLocks noGrp="1"/>
          </p:cNvSpPr>
          <p:nvPr>
            <p:ph sz="quarter" idx="20" hasCustomPrompt="1"/>
          </p:nvPr>
        </p:nvSpPr>
        <p:spPr>
          <a:xfrm>
            <a:off x="1370858" y="9765014"/>
            <a:ext cx="10058400" cy="2252543"/>
          </a:xfrm>
        </p:spPr>
        <p:txBody>
          <a:bodyPr/>
          <a:lstStyle>
            <a:lvl1pPr>
              <a:lnSpc>
                <a:spcPts val="2600"/>
              </a:lnSpc>
              <a:spcAft>
                <a:spcPts val="0"/>
              </a:spcAft>
              <a:defRPr sz="1800">
                <a:latin typeface="+mn-lt"/>
              </a:defRPr>
            </a:lvl1pPr>
            <a:lvl2pPr>
              <a:lnSpc>
                <a:spcPts val="2600"/>
              </a:lnSpc>
              <a:spcAft>
                <a:spcPts val="0"/>
              </a:spcAft>
              <a:defRPr sz="1800">
                <a:latin typeface="+mn-lt"/>
              </a:defRPr>
            </a:lvl2pPr>
            <a:lvl3pPr>
              <a:lnSpc>
                <a:spcPts val="2600"/>
              </a:lnSpc>
              <a:spcAft>
                <a:spcPts val="0"/>
              </a:spcAft>
              <a:defRPr sz="1800">
                <a:latin typeface="+mn-lt"/>
              </a:defRPr>
            </a:lvl3pPr>
            <a:lvl4pPr>
              <a:lnSpc>
                <a:spcPts val="2600"/>
              </a:lnSpc>
              <a:spcAft>
                <a:spcPts val="0"/>
              </a:spcAft>
              <a:defRPr sz="1800">
                <a:latin typeface="+mn-lt"/>
              </a:defRPr>
            </a:lvl4pPr>
            <a:lvl5pPr>
              <a:lnSpc>
                <a:spcPts val="2600"/>
              </a:lnSpc>
              <a:spcAft>
                <a:spcPts val="0"/>
              </a:spcAft>
              <a:defRPr sz="18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4">
            <a:extLst>
              <a:ext uri="{FF2B5EF4-FFF2-40B4-BE49-F238E27FC236}">
                <a16:creationId xmlns:a16="http://schemas.microsoft.com/office/drawing/2014/main" id="{443B52ED-E254-CDEF-F4AC-825B6E3D3E65}"/>
              </a:ext>
            </a:extLst>
          </p:cNvPr>
          <p:cNvSpPr>
            <a:spLocks noGrp="1"/>
          </p:cNvSpPr>
          <p:nvPr>
            <p:ph type="body" sz="quarter" idx="21" hasCustomPrompt="1"/>
          </p:nvPr>
        </p:nvSpPr>
        <p:spPr>
          <a:xfrm>
            <a:off x="13052053" y="9029386"/>
            <a:ext cx="10058400" cy="635027"/>
          </a:xfrm>
        </p:spPr>
        <p:txBody>
          <a:bodyPr anchor="t" anchorCtr="0"/>
          <a:lstStyle>
            <a:lvl1pPr marL="469900" indent="-469900">
              <a:lnSpc>
                <a:spcPts val="3400"/>
              </a:lnSpc>
              <a:spcBef>
                <a:spcPts val="0"/>
              </a:spcBef>
              <a:spcAft>
                <a:spcPts val="0"/>
              </a:spcAft>
              <a:buNone/>
              <a:tabLst/>
              <a:defRPr sz="2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5" name="Content Placeholder 5">
            <a:extLst>
              <a:ext uri="{FF2B5EF4-FFF2-40B4-BE49-F238E27FC236}">
                <a16:creationId xmlns:a16="http://schemas.microsoft.com/office/drawing/2014/main" id="{CC98DA8C-836B-5CA7-420D-A17544A19D63}"/>
              </a:ext>
            </a:extLst>
          </p:cNvPr>
          <p:cNvSpPr>
            <a:spLocks noGrp="1"/>
          </p:cNvSpPr>
          <p:nvPr>
            <p:ph sz="quarter" idx="22" hasCustomPrompt="1"/>
          </p:nvPr>
        </p:nvSpPr>
        <p:spPr>
          <a:xfrm>
            <a:off x="13052053" y="9765014"/>
            <a:ext cx="10058400" cy="2252543"/>
          </a:xfrm>
        </p:spPr>
        <p:txBody>
          <a:bodyPr/>
          <a:lstStyle>
            <a:lvl1pPr>
              <a:lnSpc>
                <a:spcPts val="2600"/>
              </a:lnSpc>
              <a:spcAft>
                <a:spcPts val="0"/>
              </a:spcAft>
              <a:defRPr sz="1800">
                <a:latin typeface="+mn-lt"/>
              </a:defRPr>
            </a:lvl1pPr>
            <a:lvl2pPr>
              <a:lnSpc>
                <a:spcPts val="2600"/>
              </a:lnSpc>
              <a:spcAft>
                <a:spcPts val="0"/>
              </a:spcAft>
              <a:defRPr sz="1800">
                <a:latin typeface="+mn-lt"/>
              </a:defRPr>
            </a:lvl2pPr>
            <a:lvl3pPr>
              <a:lnSpc>
                <a:spcPts val="2600"/>
              </a:lnSpc>
              <a:spcAft>
                <a:spcPts val="0"/>
              </a:spcAft>
              <a:defRPr sz="1800">
                <a:latin typeface="+mn-lt"/>
              </a:defRPr>
            </a:lvl3pPr>
            <a:lvl4pPr>
              <a:lnSpc>
                <a:spcPts val="2600"/>
              </a:lnSpc>
              <a:spcAft>
                <a:spcPts val="0"/>
              </a:spcAft>
              <a:defRPr sz="1800">
                <a:latin typeface="+mn-lt"/>
              </a:defRPr>
            </a:lvl4pPr>
            <a:lvl5pPr>
              <a:lnSpc>
                <a:spcPts val="2600"/>
              </a:lnSpc>
              <a:spcAft>
                <a:spcPts val="0"/>
              </a:spcAft>
              <a:defRPr sz="1800">
                <a:latin typeface="+mn-lt"/>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49761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6-Col Text w/6-Col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6" y="2121408"/>
            <a:ext cx="11346036" cy="1169989"/>
          </a:xfrm>
        </p:spPr>
        <p:txBody>
          <a:bodyPr/>
          <a:lstStyle/>
          <a:p>
            <a:r>
              <a:rPr lang="en-US"/>
              <a:t>Click to edit title</a:t>
            </a:r>
          </a:p>
        </p:txBody>
      </p:sp>
      <p:sp>
        <p:nvSpPr>
          <p:cNvPr id="4" name="Content Placeholder 3"/>
          <p:cNvSpPr>
            <a:spLocks noGrp="1"/>
          </p:cNvSpPr>
          <p:nvPr>
            <p:ph sz="half" idx="2"/>
          </p:nvPr>
        </p:nvSpPr>
        <p:spPr>
          <a:xfrm>
            <a:off x="682625" y="3730752"/>
            <a:ext cx="11346036" cy="8879843"/>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7" name="Picture Placeholder 10">
            <a:extLst>
              <a:ext uri="{FF2B5EF4-FFF2-40B4-BE49-F238E27FC236}">
                <a16:creationId xmlns:a16="http://schemas.microsoft.com/office/drawing/2014/main" id="{A22BE3BC-3F4F-53A1-E880-9A5F67EB77A7}"/>
              </a:ext>
            </a:extLst>
          </p:cNvPr>
          <p:cNvSpPr>
            <a:spLocks noGrp="1"/>
          </p:cNvSpPr>
          <p:nvPr>
            <p:ph type="pic" sz="quarter" idx="13"/>
          </p:nvPr>
        </p:nvSpPr>
        <p:spPr>
          <a:xfrm>
            <a:off x="12360275" y="0"/>
            <a:ext cx="12025312" cy="13716000"/>
          </a:xfrm>
          <a:solidFill>
            <a:schemeClr val="bg1">
              <a:lumMod val="85000"/>
            </a:schemeClr>
          </a:solidFill>
        </p:spPr>
        <p:txBody>
          <a:bodyPr>
            <a:normAutofit/>
          </a:bodyPr>
          <a:lstStyle>
            <a:lvl1pPr marL="0" indent="0">
              <a:buNone/>
              <a:defRPr sz="2800"/>
            </a:lvl1pPr>
          </a:lstStyle>
          <a:p>
            <a:endParaRPr lang="en-US"/>
          </a:p>
        </p:txBody>
      </p:sp>
    </p:spTree>
    <p:extLst>
      <p:ext uri="{BB962C8B-B14F-4D97-AF65-F5344CB8AC3E}">
        <p14:creationId xmlns:p14="http://schemas.microsoft.com/office/powerpoint/2010/main" val="24372626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6-Col Text w/6-Col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6" y="2121408"/>
            <a:ext cx="11346036" cy="1169989"/>
          </a:xfrm>
        </p:spPr>
        <p:txBody>
          <a:bodyPr/>
          <a:lstStyle/>
          <a:p>
            <a:r>
              <a:rPr lang="en-US"/>
              <a:t>Click to edit title</a:t>
            </a:r>
          </a:p>
        </p:txBody>
      </p:sp>
      <p:sp>
        <p:nvSpPr>
          <p:cNvPr id="4" name="Content Placeholder 3"/>
          <p:cNvSpPr>
            <a:spLocks noGrp="1"/>
          </p:cNvSpPr>
          <p:nvPr>
            <p:ph sz="half" idx="2"/>
          </p:nvPr>
        </p:nvSpPr>
        <p:spPr>
          <a:xfrm>
            <a:off x="682625" y="3730752"/>
            <a:ext cx="11346036" cy="8879843"/>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3" name="Picture Placeholder 15">
            <a:extLst>
              <a:ext uri="{FF2B5EF4-FFF2-40B4-BE49-F238E27FC236}">
                <a16:creationId xmlns:a16="http://schemas.microsoft.com/office/drawing/2014/main" id="{BFD4EBBE-B368-E54F-4802-D1E59720EC7E}"/>
              </a:ext>
            </a:extLst>
          </p:cNvPr>
          <p:cNvSpPr>
            <a:spLocks noGrp="1"/>
          </p:cNvSpPr>
          <p:nvPr>
            <p:ph type="pic" sz="quarter" idx="13"/>
          </p:nvPr>
        </p:nvSpPr>
        <p:spPr>
          <a:xfrm>
            <a:off x="12366333" y="2212848"/>
            <a:ext cx="11336226" cy="10358120"/>
          </a:xfrm>
          <a:custGeom>
            <a:avLst/>
            <a:gdLst>
              <a:gd name="connsiteX0" fmla="*/ 127000 w 5667375"/>
              <a:gd name="connsiteY0" fmla="*/ 0 h 5179060"/>
              <a:gd name="connsiteX1" fmla="*/ 5540375 w 5667375"/>
              <a:gd name="connsiteY1" fmla="*/ 0 h 5179060"/>
              <a:gd name="connsiteX2" fmla="*/ 5667375 w 5667375"/>
              <a:gd name="connsiteY2" fmla="*/ 127000 h 5179060"/>
              <a:gd name="connsiteX3" fmla="*/ 5667375 w 5667375"/>
              <a:gd name="connsiteY3" fmla="*/ 5052060 h 5179060"/>
              <a:gd name="connsiteX4" fmla="*/ 5540375 w 5667375"/>
              <a:gd name="connsiteY4" fmla="*/ 5179060 h 5179060"/>
              <a:gd name="connsiteX5" fmla="*/ 127000 w 5667375"/>
              <a:gd name="connsiteY5" fmla="*/ 5179060 h 5179060"/>
              <a:gd name="connsiteX6" fmla="*/ 0 w 5667375"/>
              <a:gd name="connsiteY6" fmla="*/ 5052060 h 5179060"/>
              <a:gd name="connsiteX7" fmla="*/ 0 w 5667375"/>
              <a:gd name="connsiteY7" fmla="*/ 127000 h 5179060"/>
              <a:gd name="connsiteX8" fmla="*/ 127000 w 5667375"/>
              <a:gd name="connsiteY8" fmla="*/ 0 h 517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7375" h="5179060">
                <a:moveTo>
                  <a:pt x="127000" y="0"/>
                </a:moveTo>
                <a:lnTo>
                  <a:pt x="5540375" y="0"/>
                </a:lnTo>
                <a:cubicBezTo>
                  <a:pt x="5610225" y="0"/>
                  <a:pt x="5667375" y="57150"/>
                  <a:pt x="5667375" y="127000"/>
                </a:cubicBezTo>
                <a:lnTo>
                  <a:pt x="5667375" y="5052060"/>
                </a:lnTo>
                <a:cubicBezTo>
                  <a:pt x="5667375" y="5121910"/>
                  <a:pt x="5610225" y="5179060"/>
                  <a:pt x="5540375" y="5179060"/>
                </a:cubicBezTo>
                <a:lnTo>
                  <a:pt x="127000" y="5179060"/>
                </a:lnTo>
                <a:cubicBezTo>
                  <a:pt x="57150" y="5179060"/>
                  <a:pt x="0" y="5121910"/>
                  <a:pt x="0" y="5052060"/>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Tree>
    <p:extLst>
      <p:ext uri="{BB962C8B-B14F-4D97-AF65-F5344CB8AC3E}">
        <p14:creationId xmlns:p14="http://schemas.microsoft.com/office/powerpoint/2010/main" val="24058736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4-Col Text w/8-Col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6" y="2121408"/>
            <a:ext cx="7442199" cy="1169989"/>
          </a:xfrm>
        </p:spPr>
        <p:txBody>
          <a:bodyPr/>
          <a:lstStyle/>
          <a:p>
            <a:r>
              <a:rPr lang="en-US"/>
              <a:t>Click to edit title</a:t>
            </a:r>
          </a:p>
        </p:txBody>
      </p:sp>
      <p:sp>
        <p:nvSpPr>
          <p:cNvPr id="4" name="Content Placeholder 3"/>
          <p:cNvSpPr>
            <a:spLocks noGrp="1"/>
          </p:cNvSpPr>
          <p:nvPr>
            <p:ph sz="half" idx="2"/>
          </p:nvPr>
        </p:nvSpPr>
        <p:spPr>
          <a:xfrm>
            <a:off x="682625" y="3730752"/>
            <a:ext cx="7442200" cy="8879843"/>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5" name="Picture Placeholder 13">
            <a:extLst>
              <a:ext uri="{FF2B5EF4-FFF2-40B4-BE49-F238E27FC236}">
                <a16:creationId xmlns:a16="http://schemas.microsoft.com/office/drawing/2014/main" id="{5838F50C-65C7-978F-D70D-15F0FFD49C5D}"/>
              </a:ext>
            </a:extLst>
          </p:cNvPr>
          <p:cNvSpPr>
            <a:spLocks noGrp="1"/>
          </p:cNvSpPr>
          <p:nvPr>
            <p:ph type="pic" sz="quarter" idx="13"/>
          </p:nvPr>
        </p:nvSpPr>
        <p:spPr>
          <a:xfrm>
            <a:off x="8474901" y="2212848"/>
            <a:ext cx="15229283" cy="10358120"/>
          </a:xfrm>
          <a:custGeom>
            <a:avLst/>
            <a:gdLst>
              <a:gd name="connsiteX0" fmla="*/ 127000 w 7613650"/>
              <a:gd name="connsiteY0" fmla="*/ 0 h 5179060"/>
              <a:gd name="connsiteX1" fmla="*/ 7486650 w 7613650"/>
              <a:gd name="connsiteY1" fmla="*/ 0 h 5179060"/>
              <a:gd name="connsiteX2" fmla="*/ 7613650 w 7613650"/>
              <a:gd name="connsiteY2" fmla="*/ 127000 h 5179060"/>
              <a:gd name="connsiteX3" fmla="*/ 7613650 w 7613650"/>
              <a:gd name="connsiteY3" fmla="*/ 5052060 h 5179060"/>
              <a:gd name="connsiteX4" fmla="*/ 7486650 w 7613650"/>
              <a:gd name="connsiteY4" fmla="*/ 5179060 h 5179060"/>
              <a:gd name="connsiteX5" fmla="*/ 127000 w 7613650"/>
              <a:gd name="connsiteY5" fmla="*/ 5179060 h 5179060"/>
              <a:gd name="connsiteX6" fmla="*/ 0 w 7613650"/>
              <a:gd name="connsiteY6" fmla="*/ 5052060 h 5179060"/>
              <a:gd name="connsiteX7" fmla="*/ 0 w 7613650"/>
              <a:gd name="connsiteY7" fmla="*/ 127000 h 5179060"/>
              <a:gd name="connsiteX8" fmla="*/ 127000 w 7613650"/>
              <a:gd name="connsiteY8" fmla="*/ 0 h 517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13650" h="5179060">
                <a:moveTo>
                  <a:pt x="127000" y="0"/>
                </a:moveTo>
                <a:lnTo>
                  <a:pt x="7486650" y="0"/>
                </a:lnTo>
                <a:cubicBezTo>
                  <a:pt x="7556500" y="0"/>
                  <a:pt x="7613650" y="57150"/>
                  <a:pt x="7613650" y="127000"/>
                </a:cubicBezTo>
                <a:lnTo>
                  <a:pt x="7613650" y="5052060"/>
                </a:lnTo>
                <a:cubicBezTo>
                  <a:pt x="7613650" y="5121910"/>
                  <a:pt x="7556500" y="5179060"/>
                  <a:pt x="7486650" y="5179060"/>
                </a:cubicBezTo>
                <a:lnTo>
                  <a:pt x="127000" y="5179060"/>
                </a:lnTo>
                <a:cubicBezTo>
                  <a:pt x="57150" y="5179060"/>
                  <a:pt x="0" y="5121910"/>
                  <a:pt x="0" y="5052060"/>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Tree>
    <p:extLst>
      <p:ext uri="{BB962C8B-B14F-4D97-AF65-F5344CB8AC3E}">
        <p14:creationId xmlns:p14="http://schemas.microsoft.com/office/powerpoint/2010/main" val="42835595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4-Col Text with Series of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6" y="2121408"/>
            <a:ext cx="7442199" cy="1169989"/>
          </a:xfrm>
        </p:spPr>
        <p:txBody>
          <a:bodyPr/>
          <a:lstStyle/>
          <a:p>
            <a:r>
              <a:rPr lang="en-US"/>
              <a:t>Click to edit title</a:t>
            </a:r>
          </a:p>
        </p:txBody>
      </p:sp>
      <p:sp>
        <p:nvSpPr>
          <p:cNvPr id="4" name="Content Placeholder 3"/>
          <p:cNvSpPr>
            <a:spLocks noGrp="1"/>
          </p:cNvSpPr>
          <p:nvPr>
            <p:ph sz="half" idx="2"/>
          </p:nvPr>
        </p:nvSpPr>
        <p:spPr>
          <a:xfrm>
            <a:off x="682625" y="3730752"/>
            <a:ext cx="7442200" cy="8879843"/>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3" name="Picture Placeholder 20">
            <a:extLst>
              <a:ext uri="{FF2B5EF4-FFF2-40B4-BE49-F238E27FC236}">
                <a16:creationId xmlns:a16="http://schemas.microsoft.com/office/drawing/2014/main" id="{6F39E0DA-3111-31D1-E539-957EC46B9EDC}"/>
              </a:ext>
            </a:extLst>
          </p:cNvPr>
          <p:cNvSpPr>
            <a:spLocks noGrp="1"/>
          </p:cNvSpPr>
          <p:nvPr>
            <p:ph type="pic" sz="quarter" idx="15"/>
          </p:nvPr>
        </p:nvSpPr>
        <p:spPr>
          <a:xfrm>
            <a:off x="8468370" y="8325463"/>
            <a:ext cx="5497276" cy="4243070"/>
          </a:xfrm>
          <a:custGeom>
            <a:avLst/>
            <a:gdLst>
              <a:gd name="connsiteX0" fmla="*/ 127000 w 2748280"/>
              <a:gd name="connsiteY0" fmla="*/ 0 h 2121535"/>
              <a:gd name="connsiteX1" fmla="*/ 2621280 w 2748280"/>
              <a:gd name="connsiteY1" fmla="*/ 0 h 2121535"/>
              <a:gd name="connsiteX2" fmla="*/ 2748280 w 2748280"/>
              <a:gd name="connsiteY2" fmla="*/ 127000 h 2121535"/>
              <a:gd name="connsiteX3" fmla="*/ 2748280 w 2748280"/>
              <a:gd name="connsiteY3" fmla="*/ 1994535 h 2121535"/>
              <a:gd name="connsiteX4" fmla="*/ 2621280 w 2748280"/>
              <a:gd name="connsiteY4" fmla="*/ 2121535 h 2121535"/>
              <a:gd name="connsiteX5" fmla="*/ 127000 w 2748280"/>
              <a:gd name="connsiteY5" fmla="*/ 2121535 h 2121535"/>
              <a:gd name="connsiteX6" fmla="*/ 0 w 2748280"/>
              <a:gd name="connsiteY6" fmla="*/ 1994535 h 2121535"/>
              <a:gd name="connsiteX7" fmla="*/ 0 w 2748280"/>
              <a:gd name="connsiteY7" fmla="*/ 127000 h 2121535"/>
              <a:gd name="connsiteX8" fmla="*/ 127000 w 2748280"/>
              <a:gd name="connsiteY8" fmla="*/ 0 h 212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8280" h="2121535">
                <a:moveTo>
                  <a:pt x="127000" y="0"/>
                </a:moveTo>
                <a:lnTo>
                  <a:pt x="2621280" y="0"/>
                </a:lnTo>
                <a:cubicBezTo>
                  <a:pt x="2691130" y="0"/>
                  <a:pt x="2748280" y="57150"/>
                  <a:pt x="2748280" y="127000"/>
                </a:cubicBezTo>
                <a:lnTo>
                  <a:pt x="2748280" y="1994535"/>
                </a:lnTo>
                <a:cubicBezTo>
                  <a:pt x="2748280" y="2064385"/>
                  <a:pt x="2691130" y="2121535"/>
                  <a:pt x="2621280" y="2121535"/>
                </a:cubicBezTo>
                <a:lnTo>
                  <a:pt x="127000" y="2121535"/>
                </a:lnTo>
                <a:cubicBezTo>
                  <a:pt x="57150" y="2121535"/>
                  <a:pt x="0" y="2064385"/>
                  <a:pt x="0" y="1994535"/>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6" name="Picture Placeholder 22">
            <a:extLst>
              <a:ext uri="{FF2B5EF4-FFF2-40B4-BE49-F238E27FC236}">
                <a16:creationId xmlns:a16="http://schemas.microsoft.com/office/drawing/2014/main" id="{B370D9B7-04A5-16B2-AF59-3F7D755DAF7C}"/>
              </a:ext>
            </a:extLst>
          </p:cNvPr>
          <p:cNvSpPr>
            <a:spLocks noGrp="1"/>
          </p:cNvSpPr>
          <p:nvPr>
            <p:ph type="pic" sz="quarter" idx="14"/>
          </p:nvPr>
        </p:nvSpPr>
        <p:spPr>
          <a:xfrm>
            <a:off x="8468370" y="2212848"/>
            <a:ext cx="5497276" cy="5772150"/>
          </a:xfrm>
          <a:custGeom>
            <a:avLst/>
            <a:gdLst>
              <a:gd name="connsiteX0" fmla="*/ 127000 w 2748280"/>
              <a:gd name="connsiteY0" fmla="*/ 0 h 2886075"/>
              <a:gd name="connsiteX1" fmla="*/ 2621280 w 2748280"/>
              <a:gd name="connsiteY1" fmla="*/ 0 h 2886075"/>
              <a:gd name="connsiteX2" fmla="*/ 2748280 w 2748280"/>
              <a:gd name="connsiteY2" fmla="*/ 127000 h 2886075"/>
              <a:gd name="connsiteX3" fmla="*/ 2748280 w 2748280"/>
              <a:gd name="connsiteY3" fmla="*/ 2759075 h 2886075"/>
              <a:gd name="connsiteX4" fmla="*/ 2621280 w 2748280"/>
              <a:gd name="connsiteY4" fmla="*/ 2886075 h 2886075"/>
              <a:gd name="connsiteX5" fmla="*/ 127000 w 2748280"/>
              <a:gd name="connsiteY5" fmla="*/ 2886075 h 2886075"/>
              <a:gd name="connsiteX6" fmla="*/ 0 w 2748280"/>
              <a:gd name="connsiteY6" fmla="*/ 2759075 h 2886075"/>
              <a:gd name="connsiteX7" fmla="*/ 0 w 2748280"/>
              <a:gd name="connsiteY7" fmla="*/ 127000 h 2886075"/>
              <a:gd name="connsiteX8" fmla="*/ 127000 w 2748280"/>
              <a:gd name="connsiteY8" fmla="*/ 0 h 2886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8280" h="2886075">
                <a:moveTo>
                  <a:pt x="127000" y="0"/>
                </a:moveTo>
                <a:lnTo>
                  <a:pt x="2621280" y="0"/>
                </a:lnTo>
                <a:cubicBezTo>
                  <a:pt x="2691130" y="0"/>
                  <a:pt x="2748280" y="57150"/>
                  <a:pt x="2748280" y="127000"/>
                </a:cubicBezTo>
                <a:lnTo>
                  <a:pt x="2748280" y="2759075"/>
                </a:lnTo>
                <a:cubicBezTo>
                  <a:pt x="2748280" y="2828925"/>
                  <a:pt x="2691130" y="2886075"/>
                  <a:pt x="2621280" y="2886075"/>
                </a:cubicBezTo>
                <a:lnTo>
                  <a:pt x="127000" y="2886075"/>
                </a:lnTo>
                <a:cubicBezTo>
                  <a:pt x="57150" y="2886075"/>
                  <a:pt x="0" y="2828925"/>
                  <a:pt x="0" y="2759075"/>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7" name="Picture Placeholder 18">
            <a:extLst>
              <a:ext uri="{FF2B5EF4-FFF2-40B4-BE49-F238E27FC236}">
                <a16:creationId xmlns:a16="http://schemas.microsoft.com/office/drawing/2014/main" id="{9B59FD54-12D4-0822-9758-C2810C33E2C4}"/>
              </a:ext>
            </a:extLst>
          </p:cNvPr>
          <p:cNvSpPr>
            <a:spLocks noGrp="1"/>
          </p:cNvSpPr>
          <p:nvPr>
            <p:ph type="pic" sz="quarter" idx="13"/>
          </p:nvPr>
        </p:nvSpPr>
        <p:spPr>
          <a:xfrm>
            <a:off x="14324321" y="2212848"/>
            <a:ext cx="9389062" cy="10358120"/>
          </a:xfrm>
          <a:custGeom>
            <a:avLst/>
            <a:gdLst>
              <a:gd name="connsiteX0" fmla="*/ 127000 w 4693920"/>
              <a:gd name="connsiteY0" fmla="*/ 0 h 5179060"/>
              <a:gd name="connsiteX1" fmla="*/ 4566920 w 4693920"/>
              <a:gd name="connsiteY1" fmla="*/ 0 h 5179060"/>
              <a:gd name="connsiteX2" fmla="*/ 4693920 w 4693920"/>
              <a:gd name="connsiteY2" fmla="*/ 127000 h 5179060"/>
              <a:gd name="connsiteX3" fmla="*/ 4693920 w 4693920"/>
              <a:gd name="connsiteY3" fmla="*/ 5052060 h 5179060"/>
              <a:gd name="connsiteX4" fmla="*/ 4566920 w 4693920"/>
              <a:gd name="connsiteY4" fmla="*/ 5179060 h 5179060"/>
              <a:gd name="connsiteX5" fmla="*/ 127000 w 4693920"/>
              <a:gd name="connsiteY5" fmla="*/ 5179060 h 5179060"/>
              <a:gd name="connsiteX6" fmla="*/ 0 w 4693920"/>
              <a:gd name="connsiteY6" fmla="*/ 5052060 h 5179060"/>
              <a:gd name="connsiteX7" fmla="*/ 0 w 4693920"/>
              <a:gd name="connsiteY7" fmla="*/ 127000 h 5179060"/>
              <a:gd name="connsiteX8" fmla="*/ 127000 w 4693920"/>
              <a:gd name="connsiteY8" fmla="*/ 0 h 517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93920" h="5179060">
                <a:moveTo>
                  <a:pt x="127000" y="0"/>
                </a:moveTo>
                <a:lnTo>
                  <a:pt x="4566920" y="0"/>
                </a:lnTo>
                <a:cubicBezTo>
                  <a:pt x="4636770" y="0"/>
                  <a:pt x="4693920" y="57150"/>
                  <a:pt x="4693920" y="127000"/>
                </a:cubicBezTo>
                <a:lnTo>
                  <a:pt x="4693920" y="5052060"/>
                </a:lnTo>
                <a:cubicBezTo>
                  <a:pt x="4693920" y="5121910"/>
                  <a:pt x="4636770" y="5179060"/>
                  <a:pt x="4566920" y="5179060"/>
                </a:cubicBezTo>
                <a:lnTo>
                  <a:pt x="127000" y="5179060"/>
                </a:lnTo>
                <a:cubicBezTo>
                  <a:pt x="57150" y="5179060"/>
                  <a:pt x="0" y="5121910"/>
                  <a:pt x="0" y="5052060"/>
                </a:cubicBezTo>
                <a:lnTo>
                  <a:pt x="0" y="127000"/>
                </a:lnTo>
                <a:cubicBezTo>
                  <a:pt x="0" y="57150"/>
                  <a:pt x="57150" y="0"/>
                  <a:pt x="127000" y="0"/>
                </a:cubicBezTo>
                <a:close/>
              </a:path>
            </a:pathLst>
          </a:custGeom>
          <a:solidFill>
            <a:schemeClr val="bg1">
              <a:lumMod val="85000"/>
            </a:schemeClr>
          </a:solidFill>
          <a:ln>
            <a:noFill/>
          </a:ln>
        </p:spPr>
        <p:txBody>
          <a:bodyPr wrap="square">
            <a:noAutofit/>
          </a:bodyPr>
          <a:lstStyle>
            <a:lvl1pPr marL="0" indent="0">
              <a:buNone/>
              <a:defRPr sz="2800"/>
            </a:lvl1pPr>
          </a:lstStyle>
          <a:p>
            <a:endParaRPr lang="en-US"/>
          </a:p>
        </p:txBody>
      </p:sp>
    </p:spTree>
    <p:extLst>
      <p:ext uri="{BB962C8B-B14F-4D97-AF65-F5344CB8AC3E}">
        <p14:creationId xmlns:p14="http://schemas.microsoft.com/office/powerpoint/2010/main" val="18782749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Col Text w/9-Col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5497512" cy="1169989"/>
          </a:xfrm>
        </p:spPr>
        <p:txBody>
          <a:bodyPr/>
          <a:lstStyle/>
          <a:p>
            <a:r>
              <a:rPr lang="en-US"/>
              <a:t>Click to edit title</a:t>
            </a:r>
          </a:p>
        </p:txBody>
      </p:sp>
      <p:sp>
        <p:nvSpPr>
          <p:cNvPr id="4" name="Content Placeholder 3"/>
          <p:cNvSpPr>
            <a:spLocks noGrp="1"/>
          </p:cNvSpPr>
          <p:nvPr>
            <p:ph sz="half" idx="2"/>
          </p:nvPr>
        </p:nvSpPr>
        <p:spPr>
          <a:xfrm>
            <a:off x="682625" y="3730752"/>
            <a:ext cx="5497513" cy="8879843"/>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5" name="Picture Placeholder 8">
            <a:extLst>
              <a:ext uri="{FF2B5EF4-FFF2-40B4-BE49-F238E27FC236}">
                <a16:creationId xmlns:a16="http://schemas.microsoft.com/office/drawing/2014/main" id="{C5C6DE08-D4E4-7F86-7CF1-E14C031D3685}"/>
              </a:ext>
            </a:extLst>
          </p:cNvPr>
          <p:cNvSpPr>
            <a:spLocks noGrp="1"/>
          </p:cNvSpPr>
          <p:nvPr>
            <p:ph type="pic" sz="quarter" idx="13"/>
          </p:nvPr>
        </p:nvSpPr>
        <p:spPr>
          <a:xfrm>
            <a:off x="6541532" y="2212848"/>
            <a:ext cx="17175176" cy="10358120"/>
          </a:xfrm>
          <a:custGeom>
            <a:avLst/>
            <a:gdLst>
              <a:gd name="connsiteX0" fmla="*/ 127000 w 8586470"/>
              <a:gd name="connsiteY0" fmla="*/ 0 h 5179060"/>
              <a:gd name="connsiteX1" fmla="*/ 8459470 w 8586470"/>
              <a:gd name="connsiteY1" fmla="*/ 0 h 5179060"/>
              <a:gd name="connsiteX2" fmla="*/ 8586470 w 8586470"/>
              <a:gd name="connsiteY2" fmla="*/ 127000 h 5179060"/>
              <a:gd name="connsiteX3" fmla="*/ 8586470 w 8586470"/>
              <a:gd name="connsiteY3" fmla="*/ 5052060 h 5179060"/>
              <a:gd name="connsiteX4" fmla="*/ 8459470 w 8586470"/>
              <a:gd name="connsiteY4" fmla="*/ 5179060 h 5179060"/>
              <a:gd name="connsiteX5" fmla="*/ 127000 w 8586470"/>
              <a:gd name="connsiteY5" fmla="*/ 5179060 h 5179060"/>
              <a:gd name="connsiteX6" fmla="*/ 0 w 8586470"/>
              <a:gd name="connsiteY6" fmla="*/ 5052060 h 5179060"/>
              <a:gd name="connsiteX7" fmla="*/ 0 w 8586470"/>
              <a:gd name="connsiteY7" fmla="*/ 127000 h 5179060"/>
              <a:gd name="connsiteX8" fmla="*/ 127000 w 8586470"/>
              <a:gd name="connsiteY8" fmla="*/ 0 h 517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586470" h="5179060">
                <a:moveTo>
                  <a:pt x="127000" y="0"/>
                </a:moveTo>
                <a:lnTo>
                  <a:pt x="8459470" y="0"/>
                </a:lnTo>
                <a:cubicBezTo>
                  <a:pt x="8529320" y="0"/>
                  <a:pt x="8586470" y="57150"/>
                  <a:pt x="8586470" y="127000"/>
                </a:cubicBezTo>
                <a:lnTo>
                  <a:pt x="8586470" y="5052060"/>
                </a:lnTo>
                <a:cubicBezTo>
                  <a:pt x="8586470" y="5121910"/>
                  <a:pt x="8529320" y="5179060"/>
                  <a:pt x="8459470" y="5179060"/>
                </a:cubicBezTo>
                <a:lnTo>
                  <a:pt x="127000" y="5179060"/>
                </a:lnTo>
                <a:cubicBezTo>
                  <a:pt x="57150" y="5179060"/>
                  <a:pt x="0" y="5121910"/>
                  <a:pt x="0" y="5052060"/>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Tree>
    <p:extLst>
      <p:ext uri="{BB962C8B-B14F-4D97-AF65-F5344CB8AC3E}">
        <p14:creationId xmlns:p14="http://schemas.microsoft.com/office/powerpoint/2010/main" val="27028411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3-Col Text w/ set of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5497512" cy="1169989"/>
          </a:xfrm>
        </p:spPr>
        <p:txBody>
          <a:bodyPr/>
          <a:lstStyle/>
          <a:p>
            <a:r>
              <a:rPr lang="en-US"/>
              <a:t>Click to edit title</a:t>
            </a:r>
          </a:p>
        </p:txBody>
      </p:sp>
      <p:sp>
        <p:nvSpPr>
          <p:cNvPr id="4" name="Content Placeholder 3"/>
          <p:cNvSpPr>
            <a:spLocks noGrp="1"/>
          </p:cNvSpPr>
          <p:nvPr>
            <p:ph sz="half" idx="2"/>
          </p:nvPr>
        </p:nvSpPr>
        <p:spPr>
          <a:xfrm>
            <a:off x="682625" y="3730752"/>
            <a:ext cx="5497513" cy="8879843"/>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3" name="Picture Placeholder 14">
            <a:extLst>
              <a:ext uri="{FF2B5EF4-FFF2-40B4-BE49-F238E27FC236}">
                <a16:creationId xmlns:a16="http://schemas.microsoft.com/office/drawing/2014/main" id="{CBC029E6-038D-252C-0F3B-ACA943C23ADB}"/>
              </a:ext>
            </a:extLst>
          </p:cNvPr>
          <p:cNvSpPr>
            <a:spLocks noGrp="1"/>
          </p:cNvSpPr>
          <p:nvPr>
            <p:ph type="pic" sz="quarter" idx="14"/>
          </p:nvPr>
        </p:nvSpPr>
        <p:spPr>
          <a:xfrm>
            <a:off x="6541532" y="2212848"/>
            <a:ext cx="5496006" cy="5758180"/>
          </a:xfrm>
          <a:custGeom>
            <a:avLst/>
            <a:gdLst>
              <a:gd name="connsiteX0" fmla="*/ 127000 w 2747645"/>
              <a:gd name="connsiteY0" fmla="*/ 0 h 2879090"/>
              <a:gd name="connsiteX1" fmla="*/ 2620645 w 2747645"/>
              <a:gd name="connsiteY1" fmla="*/ 0 h 2879090"/>
              <a:gd name="connsiteX2" fmla="*/ 2747645 w 2747645"/>
              <a:gd name="connsiteY2" fmla="*/ 127000 h 2879090"/>
              <a:gd name="connsiteX3" fmla="*/ 2747645 w 2747645"/>
              <a:gd name="connsiteY3" fmla="*/ 2752090 h 2879090"/>
              <a:gd name="connsiteX4" fmla="*/ 2620645 w 2747645"/>
              <a:gd name="connsiteY4" fmla="*/ 2879090 h 2879090"/>
              <a:gd name="connsiteX5" fmla="*/ 127000 w 2747645"/>
              <a:gd name="connsiteY5" fmla="*/ 2879090 h 2879090"/>
              <a:gd name="connsiteX6" fmla="*/ 0 w 2747645"/>
              <a:gd name="connsiteY6" fmla="*/ 2752090 h 2879090"/>
              <a:gd name="connsiteX7" fmla="*/ 0 w 2747645"/>
              <a:gd name="connsiteY7" fmla="*/ 127000 h 2879090"/>
              <a:gd name="connsiteX8" fmla="*/ 127000 w 2747645"/>
              <a:gd name="connsiteY8" fmla="*/ 0 h 2879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7645" h="2879090">
                <a:moveTo>
                  <a:pt x="127000" y="0"/>
                </a:moveTo>
                <a:lnTo>
                  <a:pt x="2620645" y="0"/>
                </a:lnTo>
                <a:cubicBezTo>
                  <a:pt x="2690495" y="0"/>
                  <a:pt x="2747645" y="57150"/>
                  <a:pt x="2747645" y="127000"/>
                </a:cubicBezTo>
                <a:lnTo>
                  <a:pt x="2747645" y="2752090"/>
                </a:lnTo>
                <a:cubicBezTo>
                  <a:pt x="2747645" y="2821940"/>
                  <a:pt x="2690495" y="2879090"/>
                  <a:pt x="2620645" y="2879090"/>
                </a:cubicBezTo>
                <a:lnTo>
                  <a:pt x="127000" y="2879090"/>
                </a:lnTo>
                <a:cubicBezTo>
                  <a:pt x="57150" y="2879090"/>
                  <a:pt x="0" y="2821940"/>
                  <a:pt x="0" y="2752090"/>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6" name="Picture Placeholder 17">
            <a:extLst>
              <a:ext uri="{FF2B5EF4-FFF2-40B4-BE49-F238E27FC236}">
                <a16:creationId xmlns:a16="http://schemas.microsoft.com/office/drawing/2014/main" id="{98DEC7E6-3C83-7ED7-EF7C-052D14661C02}"/>
              </a:ext>
            </a:extLst>
          </p:cNvPr>
          <p:cNvSpPr>
            <a:spLocks noGrp="1"/>
          </p:cNvSpPr>
          <p:nvPr>
            <p:ph type="pic" sz="quarter" idx="15"/>
          </p:nvPr>
        </p:nvSpPr>
        <p:spPr>
          <a:xfrm>
            <a:off x="6541532" y="8334403"/>
            <a:ext cx="5492195" cy="4243070"/>
          </a:xfrm>
          <a:custGeom>
            <a:avLst/>
            <a:gdLst>
              <a:gd name="connsiteX0" fmla="*/ 127000 w 2745740"/>
              <a:gd name="connsiteY0" fmla="*/ 0 h 2121535"/>
              <a:gd name="connsiteX1" fmla="*/ 2618740 w 2745740"/>
              <a:gd name="connsiteY1" fmla="*/ 0 h 2121535"/>
              <a:gd name="connsiteX2" fmla="*/ 2745740 w 2745740"/>
              <a:gd name="connsiteY2" fmla="*/ 127000 h 2121535"/>
              <a:gd name="connsiteX3" fmla="*/ 2745740 w 2745740"/>
              <a:gd name="connsiteY3" fmla="*/ 1994535 h 2121535"/>
              <a:gd name="connsiteX4" fmla="*/ 2618740 w 2745740"/>
              <a:gd name="connsiteY4" fmla="*/ 2121535 h 2121535"/>
              <a:gd name="connsiteX5" fmla="*/ 127000 w 2745740"/>
              <a:gd name="connsiteY5" fmla="*/ 2121535 h 2121535"/>
              <a:gd name="connsiteX6" fmla="*/ 0 w 2745740"/>
              <a:gd name="connsiteY6" fmla="*/ 1994535 h 2121535"/>
              <a:gd name="connsiteX7" fmla="*/ 0 w 2745740"/>
              <a:gd name="connsiteY7" fmla="*/ 127000 h 2121535"/>
              <a:gd name="connsiteX8" fmla="*/ 127000 w 2745740"/>
              <a:gd name="connsiteY8" fmla="*/ 0 h 212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5740" h="2121535">
                <a:moveTo>
                  <a:pt x="127000" y="0"/>
                </a:moveTo>
                <a:lnTo>
                  <a:pt x="2618740" y="0"/>
                </a:lnTo>
                <a:cubicBezTo>
                  <a:pt x="2688590" y="0"/>
                  <a:pt x="2745740" y="57150"/>
                  <a:pt x="2745740" y="127000"/>
                </a:cubicBezTo>
                <a:lnTo>
                  <a:pt x="2745740" y="1994535"/>
                </a:lnTo>
                <a:cubicBezTo>
                  <a:pt x="2745740" y="2064385"/>
                  <a:pt x="2688590" y="2121535"/>
                  <a:pt x="2618740" y="2121535"/>
                </a:cubicBezTo>
                <a:lnTo>
                  <a:pt x="127000" y="2121535"/>
                </a:lnTo>
                <a:cubicBezTo>
                  <a:pt x="57150" y="2121535"/>
                  <a:pt x="0" y="2064385"/>
                  <a:pt x="0" y="1994535"/>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7" name="Picture Placeholder 19">
            <a:extLst>
              <a:ext uri="{FF2B5EF4-FFF2-40B4-BE49-F238E27FC236}">
                <a16:creationId xmlns:a16="http://schemas.microsoft.com/office/drawing/2014/main" id="{A8308B24-12D8-0E18-6B1C-B3F8F6737B50}"/>
              </a:ext>
            </a:extLst>
          </p:cNvPr>
          <p:cNvSpPr>
            <a:spLocks noGrp="1"/>
          </p:cNvSpPr>
          <p:nvPr>
            <p:ph type="pic" sz="quarter" idx="13"/>
          </p:nvPr>
        </p:nvSpPr>
        <p:spPr>
          <a:xfrm>
            <a:off x="12377157" y="2212848"/>
            <a:ext cx="11336226" cy="10358120"/>
          </a:xfrm>
          <a:custGeom>
            <a:avLst/>
            <a:gdLst>
              <a:gd name="connsiteX0" fmla="*/ 127000 w 5667375"/>
              <a:gd name="connsiteY0" fmla="*/ 0 h 5179060"/>
              <a:gd name="connsiteX1" fmla="*/ 5540375 w 5667375"/>
              <a:gd name="connsiteY1" fmla="*/ 0 h 5179060"/>
              <a:gd name="connsiteX2" fmla="*/ 5667375 w 5667375"/>
              <a:gd name="connsiteY2" fmla="*/ 127000 h 5179060"/>
              <a:gd name="connsiteX3" fmla="*/ 5667375 w 5667375"/>
              <a:gd name="connsiteY3" fmla="*/ 5052060 h 5179060"/>
              <a:gd name="connsiteX4" fmla="*/ 5540375 w 5667375"/>
              <a:gd name="connsiteY4" fmla="*/ 5179060 h 5179060"/>
              <a:gd name="connsiteX5" fmla="*/ 127000 w 5667375"/>
              <a:gd name="connsiteY5" fmla="*/ 5179060 h 5179060"/>
              <a:gd name="connsiteX6" fmla="*/ 0 w 5667375"/>
              <a:gd name="connsiteY6" fmla="*/ 5052060 h 5179060"/>
              <a:gd name="connsiteX7" fmla="*/ 0 w 5667375"/>
              <a:gd name="connsiteY7" fmla="*/ 127000 h 5179060"/>
              <a:gd name="connsiteX8" fmla="*/ 127000 w 5667375"/>
              <a:gd name="connsiteY8" fmla="*/ 0 h 5179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67375" h="5179060">
                <a:moveTo>
                  <a:pt x="127000" y="0"/>
                </a:moveTo>
                <a:lnTo>
                  <a:pt x="5540375" y="0"/>
                </a:lnTo>
                <a:cubicBezTo>
                  <a:pt x="5610225" y="0"/>
                  <a:pt x="5667375" y="57150"/>
                  <a:pt x="5667375" y="127000"/>
                </a:cubicBezTo>
                <a:lnTo>
                  <a:pt x="5667375" y="5052060"/>
                </a:lnTo>
                <a:cubicBezTo>
                  <a:pt x="5667375" y="5121910"/>
                  <a:pt x="5610225" y="5179060"/>
                  <a:pt x="5540375" y="5179060"/>
                </a:cubicBezTo>
                <a:lnTo>
                  <a:pt x="127000" y="5179060"/>
                </a:lnTo>
                <a:cubicBezTo>
                  <a:pt x="57150" y="5179060"/>
                  <a:pt x="0" y="5121910"/>
                  <a:pt x="0" y="5052060"/>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Tree>
    <p:extLst>
      <p:ext uri="{BB962C8B-B14F-4D97-AF65-F5344CB8AC3E}">
        <p14:creationId xmlns:p14="http://schemas.microsoft.com/office/powerpoint/2010/main" val="10416007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Width Imag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5" name="Picture Placeholder 10">
            <a:extLst>
              <a:ext uri="{FF2B5EF4-FFF2-40B4-BE49-F238E27FC236}">
                <a16:creationId xmlns:a16="http://schemas.microsoft.com/office/drawing/2014/main" id="{9AE7A3E6-0587-0E18-A576-6780D3B717BB}"/>
              </a:ext>
            </a:extLst>
          </p:cNvPr>
          <p:cNvSpPr>
            <a:spLocks noGrp="1"/>
          </p:cNvSpPr>
          <p:nvPr>
            <p:ph type="pic" sz="quarter" idx="19"/>
          </p:nvPr>
        </p:nvSpPr>
        <p:spPr>
          <a:xfrm>
            <a:off x="685888" y="3743325"/>
            <a:ext cx="23015448" cy="8830189"/>
          </a:xfrm>
          <a:custGeom>
            <a:avLst/>
            <a:gdLst>
              <a:gd name="connsiteX0" fmla="*/ 254033 w 23015396"/>
              <a:gd name="connsiteY0" fmla="*/ 0 h 8830189"/>
              <a:gd name="connsiteX1" fmla="*/ 22761364 w 23015396"/>
              <a:gd name="connsiteY1" fmla="*/ 0 h 8830189"/>
              <a:gd name="connsiteX2" fmla="*/ 23015396 w 23015396"/>
              <a:gd name="connsiteY2" fmla="*/ 254033 h 8830189"/>
              <a:gd name="connsiteX3" fmla="*/ 23015396 w 23015396"/>
              <a:gd name="connsiteY3" fmla="*/ 8576156 h 8830189"/>
              <a:gd name="connsiteX4" fmla="*/ 22761364 w 23015396"/>
              <a:gd name="connsiteY4" fmla="*/ 8830189 h 8830189"/>
              <a:gd name="connsiteX5" fmla="*/ 254033 w 23015396"/>
              <a:gd name="connsiteY5" fmla="*/ 8830189 h 8830189"/>
              <a:gd name="connsiteX6" fmla="*/ 0 w 23015396"/>
              <a:gd name="connsiteY6" fmla="*/ 8576156 h 8830189"/>
              <a:gd name="connsiteX7" fmla="*/ 0 w 23015396"/>
              <a:gd name="connsiteY7" fmla="*/ 254033 h 8830189"/>
              <a:gd name="connsiteX8" fmla="*/ 254033 w 23015396"/>
              <a:gd name="connsiteY8" fmla="*/ 0 h 8830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15396" h="8830189">
                <a:moveTo>
                  <a:pt x="254033" y="0"/>
                </a:moveTo>
                <a:lnTo>
                  <a:pt x="22761364" y="0"/>
                </a:lnTo>
                <a:cubicBezTo>
                  <a:pt x="22901082" y="0"/>
                  <a:pt x="23015396" y="114315"/>
                  <a:pt x="23015396" y="254033"/>
                </a:cubicBezTo>
                <a:lnTo>
                  <a:pt x="23015396" y="8576156"/>
                </a:lnTo>
                <a:cubicBezTo>
                  <a:pt x="23015396" y="8715875"/>
                  <a:pt x="22901082" y="8830189"/>
                  <a:pt x="22761364" y="8830189"/>
                </a:cubicBezTo>
                <a:lnTo>
                  <a:pt x="254033" y="8830189"/>
                </a:lnTo>
                <a:cubicBezTo>
                  <a:pt x="114316" y="8830189"/>
                  <a:pt x="0" y="8715875"/>
                  <a:pt x="0" y="8576156"/>
                </a:cubicBezTo>
                <a:lnTo>
                  <a:pt x="0" y="254033"/>
                </a:lnTo>
                <a:cubicBezTo>
                  <a:pt x="0" y="114315"/>
                  <a:pt x="114316" y="0"/>
                  <a:pt x="254033" y="0"/>
                </a:cubicBezTo>
                <a:close/>
              </a:path>
            </a:pathLst>
          </a:custGeom>
          <a:solidFill>
            <a:schemeClr val="bg1">
              <a:lumMod val="85000"/>
            </a:schemeClr>
          </a:solidFill>
          <a:ln>
            <a:noFill/>
          </a:ln>
        </p:spPr>
        <p:txBody>
          <a:bodyPr vert="horz" wrap="square" lIns="0" tIns="0" rIns="0" bIns="0" rtlCol="0">
            <a:noAutofit/>
          </a:bodyPr>
          <a:lstStyle>
            <a:lvl1pPr>
              <a:defRPr lang="en-US" sz="2800" dirty="0"/>
            </a:lvl1pPr>
          </a:lstStyle>
          <a:p>
            <a:pPr lvl="0"/>
            <a:endParaRPr lang="en-US"/>
          </a:p>
        </p:txBody>
      </p:sp>
    </p:spTree>
    <p:extLst>
      <p:ext uri="{BB962C8B-B14F-4D97-AF65-F5344CB8AC3E}">
        <p14:creationId xmlns:p14="http://schemas.microsoft.com/office/powerpoint/2010/main" val="42143027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Full Width Image Bleeding off Ed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3" name="Picture Placeholder 12">
            <a:extLst>
              <a:ext uri="{FF2B5EF4-FFF2-40B4-BE49-F238E27FC236}">
                <a16:creationId xmlns:a16="http://schemas.microsoft.com/office/drawing/2014/main" id="{4EB3FE6C-C8FF-054A-3C2A-98DF30D6724B}"/>
              </a:ext>
            </a:extLst>
          </p:cNvPr>
          <p:cNvSpPr>
            <a:spLocks noGrp="1"/>
          </p:cNvSpPr>
          <p:nvPr>
            <p:ph type="pic" sz="quarter" idx="13"/>
          </p:nvPr>
        </p:nvSpPr>
        <p:spPr>
          <a:xfrm>
            <a:off x="685800" y="3743325"/>
            <a:ext cx="23015448" cy="9976104"/>
          </a:xfrm>
          <a:custGeom>
            <a:avLst/>
            <a:gdLst>
              <a:gd name="connsiteX0" fmla="*/ 253999 w 23012400"/>
              <a:gd name="connsiteY0" fmla="*/ 0 h 9972675"/>
              <a:gd name="connsiteX1" fmla="*/ 22758400 w 23012400"/>
              <a:gd name="connsiteY1" fmla="*/ 0 h 9972675"/>
              <a:gd name="connsiteX2" fmla="*/ 23012400 w 23012400"/>
              <a:gd name="connsiteY2" fmla="*/ 254000 h 9972675"/>
              <a:gd name="connsiteX3" fmla="*/ 23012400 w 23012400"/>
              <a:gd name="connsiteY3" fmla="*/ 9972675 h 9972675"/>
              <a:gd name="connsiteX4" fmla="*/ 0 w 23012400"/>
              <a:gd name="connsiteY4" fmla="*/ 9972675 h 9972675"/>
              <a:gd name="connsiteX5" fmla="*/ 0 w 23012400"/>
              <a:gd name="connsiteY5" fmla="*/ 254000 h 9972675"/>
              <a:gd name="connsiteX6" fmla="*/ 253999 w 23012400"/>
              <a:gd name="connsiteY6" fmla="*/ 0 h 9972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12400" h="9972675">
                <a:moveTo>
                  <a:pt x="253999" y="0"/>
                </a:moveTo>
                <a:lnTo>
                  <a:pt x="22758400" y="0"/>
                </a:lnTo>
                <a:cubicBezTo>
                  <a:pt x="22898100" y="0"/>
                  <a:pt x="23012400" y="114300"/>
                  <a:pt x="23012400" y="254000"/>
                </a:cubicBezTo>
                <a:lnTo>
                  <a:pt x="23012400" y="9972675"/>
                </a:lnTo>
                <a:lnTo>
                  <a:pt x="0" y="9972675"/>
                </a:lnTo>
                <a:lnTo>
                  <a:pt x="0" y="254000"/>
                </a:lnTo>
                <a:cubicBezTo>
                  <a:pt x="0" y="114300"/>
                  <a:pt x="114300" y="0"/>
                  <a:pt x="253999"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5" name="Freeform 4">
            <a:extLst>
              <a:ext uri="{FF2B5EF4-FFF2-40B4-BE49-F238E27FC236}">
                <a16:creationId xmlns:a16="http://schemas.microsoft.com/office/drawing/2014/main" id="{22D1BEDE-5BF1-43BF-3B1E-300E83F36576}"/>
              </a:ext>
            </a:extLst>
          </p:cNvPr>
          <p:cNvSpPr/>
          <p:nvPr userDrawn="1"/>
        </p:nvSpPr>
        <p:spPr>
          <a:xfrm>
            <a:off x="23336162" y="590412"/>
            <a:ext cx="380546" cy="425614"/>
          </a:xfrm>
          <a:custGeom>
            <a:avLst/>
            <a:gdLst>
              <a:gd name="connsiteX0" fmla="*/ 97891 w 195782"/>
              <a:gd name="connsiteY0" fmla="*/ 141952 h 218997"/>
              <a:gd name="connsiteX1" fmla="*/ 110088 w 195782"/>
              <a:gd name="connsiteY1" fmla="*/ 151219 h 218997"/>
              <a:gd name="connsiteX2" fmla="*/ 115370 w 195782"/>
              <a:gd name="connsiteY2" fmla="*/ 204301 h 218997"/>
              <a:gd name="connsiteX3" fmla="*/ 97891 w 195782"/>
              <a:gd name="connsiteY3" fmla="*/ 218997 h 218997"/>
              <a:gd name="connsiteX4" fmla="*/ 80411 w 195782"/>
              <a:gd name="connsiteY4" fmla="*/ 204301 h 218997"/>
              <a:gd name="connsiteX5" fmla="*/ 85694 w 195782"/>
              <a:gd name="connsiteY5" fmla="*/ 151219 h 218997"/>
              <a:gd name="connsiteX6" fmla="*/ 97891 w 195782"/>
              <a:gd name="connsiteY6" fmla="*/ 141952 h 218997"/>
              <a:gd name="connsiteX7" fmla="*/ 140192 w 195782"/>
              <a:gd name="connsiteY7" fmla="*/ 119812 h 218997"/>
              <a:gd name="connsiteX8" fmla="*/ 188901 w 195782"/>
              <a:gd name="connsiteY8" fmla="*/ 141797 h 218997"/>
              <a:gd name="connsiteX9" fmla="*/ 192902 w 195782"/>
              <a:gd name="connsiteY9" fmla="*/ 164247 h 218997"/>
              <a:gd name="connsiteX10" fmla="*/ 171421 w 195782"/>
              <a:gd name="connsiteY10" fmla="*/ 172002 h 218997"/>
              <a:gd name="connsiteX11" fmla="*/ 127995 w 195782"/>
              <a:gd name="connsiteY11" fmla="*/ 140866 h 218997"/>
              <a:gd name="connsiteX12" fmla="*/ 126053 w 195782"/>
              <a:gd name="connsiteY12" fmla="*/ 125705 h 218997"/>
              <a:gd name="connsiteX13" fmla="*/ 140192 w 195782"/>
              <a:gd name="connsiteY13" fmla="*/ 119812 h 218997"/>
              <a:gd name="connsiteX14" fmla="*/ 55590 w 195782"/>
              <a:gd name="connsiteY14" fmla="*/ 119812 h 218997"/>
              <a:gd name="connsiteX15" fmla="*/ 69729 w 195782"/>
              <a:gd name="connsiteY15" fmla="*/ 125706 h 218997"/>
              <a:gd name="connsiteX16" fmla="*/ 67787 w 195782"/>
              <a:gd name="connsiteY16" fmla="*/ 140867 h 218997"/>
              <a:gd name="connsiteX17" fmla="*/ 24361 w 195782"/>
              <a:gd name="connsiteY17" fmla="*/ 172003 h 218997"/>
              <a:gd name="connsiteX18" fmla="*/ 2880 w 195782"/>
              <a:gd name="connsiteY18" fmla="*/ 164248 h 218997"/>
              <a:gd name="connsiteX19" fmla="*/ 6881 w 195782"/>
              <a:gd name="connsiteY19" fmla="*/ 141797 h 218997"/>
              <a:gd name="connsiteX20" fmla="*/ 55590 w 195782"/>
              <a:gd name="connsiteY20" fmla="*/ 119812 h 218997"/>
              <a:gd name="connsiteX21" fmla="*/ 183618 w 195782"/>
              <a:gd name="connsiteY21" fmla="*/ 46219 h 218997"/>
              <a:gd name="connsiteX22" fmla="*/ 192902 w 195782"/>
              <a:gd name="connsiteY22" fmla="*/ 54749 h 218997"/>
              <a:gd name="connsiteX23" fmla="*/ 188901 w 195782"/>
              <a:gd name="connsiteY23" fmla="*/ 77161 h 218997"/>
              <a:gd name="connsiteX24" fmla="*/ 140192 w 195782"/>
              <a:gd name="connsiteY24" fmla="*/ 99146 h 218997"/>
              <a:gd name="connsiteX25" fmla="*/ 126053 w 195782"/>
              <a:gd name="connsiteY25" fmla="*/ 93252 h 218997"/>
              <a:gd name="connsiteX26" fmla="*/ 127995 w 195782"/>
              <a:gd name="connsiteY26" fmla="*/ 78091 h 218997"/>
              <a:gd name="connsiteX27" fmla="*/ 171421 w 195782"/>
              <a:gd name="connsiteY27" fmla="*/ 46994 h 218997"/>
              <a:gd name="connsiteX28" fmla="*/ 183618 w 195782"/>
              <a:gd name="connsiteY28" fmla="*/ 46219 h 218997"/>
              <a:gd name="connsiteX29" fmla="*/ 12179 w 195782"/>
              <a:gd name="connsiteY29" fmla="*/ 46219 h 218997"/>
              <a:gd name="connsiteX30" fmla="*/ 24361 w 195782"/>
              <a:gd name="connsiteY30" fmla="*/ 46994 h 218997"/>
              <a:gd name="connsiteX31" fmla="*/ 67787 w 195782"/>
              <a:gd name="connsiteY31" fmla="*/ 78130 h 218997"/>
              <a:gd name="connsiteX32" fmla="*/ 69729 w 195782"/>
              <a:gd name="connsiteY32" fmla="*/ 93291 h 218997"/>
              <a:gd name="connsiteX33" fmla="*/ 55590 w 195782"/>
              <a:gd name="connsiteY33" fmla="*/ 99185 h 218997"/>
              <a:gd name="connsiteX34" fmla="*/ 6881 w 195782"/>
              <a:gd name="connsiteY34" fmla="*/ 77200 h 218997"/>
              <a:gd name="connsiteX35" fmla="*/ 2880 w 195782"/>
              <a:gd name="connsiteY35" fmla="*/ 54749 h 218997"/>
              <a:gd name="connsiteX36" fmla="*/ 12179 w 195782"/>
              <a:gd name="connsiteY36" fmla="*/ 46219 h 218997"/>
              <a:gd name="connsiteX37" fmla="*/ 97891 w 195782"/>
              <a:gd name="connsiteY37" fmla="*/ 0 h 218997"/>
              <a:gd name="connsiteX38" fmla="*/ 115370 w 195782"/>
              <a:gd name="connsiteY38" fmla="*/ 14695 h 218997"/>
              <a:gd name="connsiteX39" fmla="*/ 110088 w 195782"/>
              <a:gd name="connsiteY39" fmla="*/ 67778 h 218997"/>
              <a:gd name="connsiteX40" fmla="*/ 97891 w 195782"/>
              <a:gd name="connsiteY40" fmla="*/ 77045 h 218997"/>
              <a:gd name="connsiteX41" fmla="*/ 85694 w 195782"/>
              <a:gd name="connsiteY41" fmla="*/ 67778 h 218997"/>
              <a:gd name="connsiteX42" fmla="*/ 80411 w 195782"/>
              <a:gd name="connsiteY42" fmla="*/ 14695 h 218997"/>
              <a:gd name="connsiteX43" fmla="*/ 97891 w 195782"/>
              <a:gd name="connsiteY43" fmla="*/ 0 h 218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5782" h="218997">
                <a:moveTo>
                  <a:pt x="97891" y="141952"/>
                </a:moveTo>
                <a:cubicBezTo>
                  <a:pt x="105193" y="141952"/>
                  <a:pt x="109233" y="146838"/>
                  <a:pt x="110088" y="151219"/>
                </a:cubicBezTo>
                <a:cubicBezTo>
                  <a:pt x="112651" y="164208"/>
                  <a:pt x="115487" y="184100"/>
                  <a:pt x="115370" y="204301"/>
                </a:cubicBezTo>
                <a:cubicBezTo>
                  <a:pt x="115331" y="213840"/>
                  <a:pt x="106747" y="218997"/>
                  <a:pt x="97891" y="218997"/>
                </a:cubicBezTo>
                <a:cubicBezTo>
                  <a:pt x="89035" y="218997"/>
                  <a:pt x="80489" y="213840"/>
                  <a:pt x="80411" y="204301"/>
                </a:cubicBezTo>
                <a:cubicBezTo>
                  <a:pt x="80295" y="184100"/>
                  <a:pt x="83130" y="164208"/>
                  <a:pt x="85694" y="151219"/>
                </a:cubicBezTo>
                <a:cubicBezTo>
                  <a:pt x="86549" y="146838"/>
                  <a:pt x="90588" y="141952"/>
                  <a:pt x="97891" y="141952"/>
                </a:cubicBezTo>
                <a:close/>
                <a:moveTo>
                  <a:pt x="140192" y="119812"/>
                </a:moveTo>
                <a:cubicBezTo>
                  <a:pt x="152738" y="124116"/>
                  <a:pt x="171421" y="131599"/>
                  <a:pt x="188901" y="141797"/>
                </a:cubicBezTo>
                <a:cubicBezTo>
                  <a:pt x="197135" y="146605"/>
                  <a:pt x="197330" y="156570"/>
                  <a:pt x="192902" y="164247"/>
                </a:cubicBezTo>
                <a:cubicBezTo>
                  <a:pt x="188473" y="171925"/>
                  <a:pt x="179695" y="176733"/>
                  <a:pt x="171421" y="172002"/>
                </a:cubicBezTo>
                <a:cubicBezTo>
                  <a:pt x="153825" y="161998"/>
                  <a:pt x="137977" y="149552"/>
                  <a:pt x="127995" y="140866"/>
                </a:cubicBezTo>
                <a:cubicBezTo>
                  <a:pt x="124654" y="137958"/>
                  <a:pt x="122401" y="132026"/>
                  <a:pt x="126053" y="125705"/>
                </a:cubicBezTo>
                <a:cubicBezTo>
                  <a:pt x="129704" y="119424"/>
                  <a:pt x="135958" y="118377"/>
                  <a:pt x="140192" y="119812"/>
                </a:cubicBezTo>
                <a:close/>
                <a:moveTo>
                  <a:pt x="55590" y="119812"/>
                </a:moveTo>
                <a:cubicBezTo>
                  <a:pt x="59824" y="118378"/>
                  <a:pt x="66078" y="119386"/>
                  <a:pt x="69729" y="125706"/>
                </a:cubicBezTo>
                <a:cubicBezTo>
                  <a:pt x="73381" y="131988"/>
                  <a:pt x="71128" y="137959"/>
                  <a:pt x="67787" y="140867"/>
                </a:cubicBezTo>
                <a:cubicBezTo>
                  <a:pt x="57805" y="149591"/>
                  <a:pt x="41957" y="161999"/>
                  <a:pt x="24361" y="172003"/>
                </a:cubicBezTo>
                <a:cubicBezTo>
                  <a:pt x="16048" y="176733"/>
                  <a:pt x="7309" y="171925"/>
                  <a:pt x="2880" y="164248"/>
                </a:cubicBezTo>
                <a:cubicBezTo>
                  <a:pt x="-1548" y="156609"/>
                  <a:pt x="-1353" y="146605"/>
                  <a:pt x="6881" y="141797"/>
                </a:cubicBezTo>
                <a:cubicBezTo>
                  <a:pt x="24361" y="131600"/>
                  <a:pt x="43044" y="124116"/>
                  <a:pt x="55590" y="119812"/>
                </a:cubicBezTo>
                <a:close/>
                <a:moveTo>
                  <a:pt x="183618" y="46219"/>
                </a:moveTo>
                <a:cubicBezTo>
                  <a:pt x="187395" y="47789"/>
                  <a:pt x="190687" y="50911"/>
                  <a:pt x="192902" y="54749"/>
                </a:cubicBezTo>
                <a:cubicBezTo>
                  <a:pt x="197330" y="62426"/>
                  <a:pt x="197135" y="72391"/>
                  <a:pt x="188901" y="77161"/>
                </a:cubicBezTo>
                <a:cubicBezTo>
                  <a:pt x="171421" y="87358"/>
                  <a:pt x="152738" y="94842"/>
                  <a:pt x="140192" y="99146"/>
                </a:cubicBezTo>
                <a:cubicBezTo>
                  <a:pt x="135958" y="100580"/>
                  <a:pt x="129704" y="99572"/>
                  <a:pt x="126053" y="93252"/>
                </a:cubicBezTo>
                <a:cubicBezTo>
                  <a:pt x="122401" y="86971"/>
                  <a:pt x="124654" y="80999"/>
                  <a:pt x="127995" y="78091"/>
                </a:cubicBezTo>
                <a:cubicBezTo>
                  <a:pt x="137977" y="69406"/>
                  <a:pt x="153825" y="56998"/>
                  <a:pt x="171421" y="46994"/>
                </a:cubicBezTo>
                <a:cubicBezTo>
                  <a:pt x="175578" y="44629"/>
                  <a:pt x="179841" y="44648"/>
                  <a:pt x="183618" y="46219"/>
                </a:cubicBezTo>
                <a:close/>
                <a:moveTo>
                  <a:pt x="12179" y="46219"/>
                </a:moveTo>
                <a:cubicBezTo>
                  <a:pt x="15961" y="44648"/>
                  <a:pt x="20224" y="44629"/>
                  <a:pt x="24361" y="46994"/>
                </a:cubicBezTo>
                <a:cubicBezTo>
                  <a:pt x="41957" y="56998"/>
                  <a:pt x="57805" y="69406"/>
                  <a:pt x="67787" y="78130"/>
                </a:cubicBezTo>
                <a:cubicBezTo>
                  <a:pt x="71128" y="81038"/>
                  <a:pt x="73381" y="86971"/>
                  <a:pt x="69729" y="93291"/>
                </a:cubicBezTo>
                <a:cubicBezTo>
                  <a:pt x="66078" y="99572"/>
                  <a:pt x="59824" y="100619"/>
                  <a:pt x="55590" y="99185"/>
                </a:cubicBezTo>
                <a:cubicBezTo>
                  <a:pt x="43044" y="94881"/>
                  <a:pt x="24361" y="87397"/>
                  <a:pt x="6881" y="77200"/>
                </a:cubicBezTo>
                <a:cubicBezTo>
                  <a:pt x="-1353" y="72391"/>
                  <a:pt x="-1548" y="62426"/>
                  <a:pt x="2880" y="54749"/>
                </a:cubicBezTo>
                <a:cubicBezTo>
                  <a:pt x="5095" y="50911"/>
                  <a:pt x="8396" y="47789"/>
                  <a:pt x="12179" y="46219"/>
                </a:cubicBezTo>
                <a:close/>
                <a:moveTo>
                  <a:pt x="97891" y="0"/>
                </a:moveTo>
                <a:cubicBezTo>
                  <a:pt x="106747" y="0"/>
                  <a:pt x="115331" y="5157"/>
                  <a:pt x="115370" y="14695"/>
                </a:cubicBezTo>
                <a:cubicBezTo>
                  <a:pt x="115487" y="34897"/>
                  <a:pt x="112651" y="54788"/>
                  <a:pt x="110088" y="67778"/>
                </a:cubicBezTo>
                <a:cubicBezTo>
                  <a:pt x="109233" y="72159"/>
                  <a:pt x="105193" y="77045"/>
                  <a:pt x="97891" y="77045"/>
                </a:cubicBezTo>
                <a:cubicBezTo>
                  <a:pt x="90588" y="77045"/>
                  <a:pt x="86549" y="72159"/>
                  <a:pt x="85694" y="67778"/>
                </a:cubicBezTo>
                <a:cubicBezTo>
                  <a:pt x="83130" y="54788"/>
                  <a:pt x="80295" y="34897"/>
                  <a:pt x="80411" y="14695"/>
                </a:cubicBezTo>
                <a:cubicBezTo>
                  <a:pt x="80489" y="5157"/>
                  <a:pt x="89035" y="0"/>
                  <a:pt x="97891" y="0"/>
                </a:cubicBezTo>
                <a:close/>
              </a:path>
            </a:pathLst>
          </a:custGeom>
          <a:solidFill>
            <a:schemeClr val="accent5"/>
          </a:solidFill>
          <a:ln w="378" cap="flat">
            <a:noFill/>
            <a:prstDash val="solid"/>
            <a:miter/>
          </a:ln>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endParaRPr lang="en-US" sz="7200"/>
          </a:p>
        </p:txBody>
      </p:sp>
    </p:spTree>
    <p:extLst>
      <p:ext uri="{BB962C8B-B14F-4D97-AF65-F5344CB8AC3E}">
        <p14:creationId xmlns:p14="http://schemas.microsoft.com/office/powerpoint/2010/main" val="27591983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x 6-Column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3" name="Picture Placeholder 14">
            <a:extLst>
              <a:ext uri="{FF2B5EF4-FFF2-40B4-BE49-F238E27FC236}">
                <a16:creationId xmlns:a16="http://schemas.microsoft.com/office/drawing/2014/main" id="{F5DC91F7-E30B-D3C2-8D0D-3F878A0BA6CC}"/>
              </a:ext>
            </a:extLst>
          </p:cNvPr>
          <p:cNvSpPr>
            <a:spLocks noGrp="1"/>
          </p:cNvSpPr>
          <p:nvPr>
            <p:ph type="pic" sz="quarter" idx="19"/>
          </p:nvPr>
        </p:nvSpPr>
        <p:spPr>
          <a:xfrm>
            <a:off x="12366498" y="3739199"/>
            <a:ext cx="11334750" cy="8829040"/>
          </a:xfrm>
          <a:custGeom>
            <a:avLst/>
            <a:gdLst>
              <a:gd name="connsiteX0" fmla="*/ 254000 w 11334750"/>
              <a:gd name="connsiteY0" fmla="*/ 0 h 8829040"/>
              <a:gd name="connsiteX1" fmla="*/ 11080750 w 11334750"/>
              <a:gd name="connsiteY1" fmla="*/ 0 h 8829040"/>
              <a:gd name="connsiteX2" fmla="*/ 11334750 w 11334750"/>
              <a:gd name="connsiteY2" fmla="*/ 254000 h 8829040"/>
              <a:gd name="connsiteX3" fmla="*/ 11334750 w 11334750"/>
              <a:gd name="connsiteY3" fmla="*/ 8575040 h 8829040"/>
              <a:gd name="connsiteX4" fmla="*/ 11080750 w 11334750"/>
              <a:gd name="connsiteY4" fmla="*/ 8829040 h 8829040"/>
              <a:gd name="connsiteX5" fmla="*/ 254000 w 11334750"/>
              <a:gd name="connsiteY5" fmla="*/ 8829040 h 8829040"/>
              <a:gd name="connsiteX6" fmla="*/ 0 w 11334750"/>
              <a:gd name="connsiteY6" fmla="*/ 8575040 h 8829040"/>
              <a:gd name="connsiteX7" fmla="*/ 0 w 11334750"/>
              <a:gd name="connsiteY7" fmla="*/ 254000 h 8829040"/>
              <a:gd name="connsiteX8" fmla="*/ 254000 w 11334750"/>
              <a:gd name="connsiteY8" fmla="*/ 0 h 882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34750" h="8829040">
                <a:moveTo>
                  <a:pt x="254000" y="0"/>
                </a:moveTo>
                <a:lnTo>
                  <a:pt x="11080750" y="0"/>
                </a:lnTo>
                <a:cubicBezTo>
                  <a:pt x="11220450" y="0"/>
                  <a:pt x="11334750" y="114300"/>
                  <a:pt x="11334750" y="254000"/>
                </a:cubicBezTo>
                <a:lnTo>
                  <a:pt x="11334750" y="8575040"/>
                </a:lnTo>
                <a:cubicBezTo>
                  <a:pt x="11334750" y="8714740"/>
                  <a:pt x="11220450" y="8829040"/>
                  <a:pt x="11080750" y="8829040"/>
                </a:cubicBezTo>
                <a:lnTo>
                  <a:pt x="254000" y="8829040"/>
                </a:lnTo>
                <a:cubicBezTo>
                  <a:pt x="114300" y="8829040"/>
                  <a:pt x="0" y="8714740"/>
                  <a:pt x="0" y="8575040"/>
                </a:cubicBezTo>
                <a:lnTo>
                  <a:pt x="0" y="254000"/>
                </a:lnTo>
                <a:cubicBezTo>
                  <a:pt x="0" y="114300"/>
                  <a:pt x="114300" y="0"/>
                  <a:pt x="254000" y="0"/>
                </a:cubicBezTo>
                <a:close/>
              </a:path>
            </a:pathLst>
          </a:custGeom>
          <a:solidFill>
            <a:schemeClr val="bg1">
              <a:lumMod val="85000"/>
            </a:schemeClr>
          </a:solidFill>
        </p:spPr>
        <p:txBody>
          <a:bodyPr vert="horz" wrap="square" lIns="0" tIns="0" rIns="0" bIns="0" rtlCol="0">
            <a:noAutofit/>
          </a:bodyPr>
          <a:lstStyle>
            <a:lvl1pPr>
              <a:defRPr lang="en-US" sz="2800"/>
            </a:lvl1pPr>
          </a:lstStyle>
          <a:p>
            <a:pPr lvl="0"/>
            <a:endParaRPr lang="en-US"/>
          </a:p>
        </p:txBody>
      </p:sp>
      <p:sp>
        <p:nvSpPr>
          <p:cNvPr id="4" name="Picture Placeholder 15">
            <a:extLst>
              <a:ext uri="{FF2B5EF4-FFF2-40B4-BE49-F238E27FC236}">
                <a16:creationId xmlns:a16="http://schemas.microsoft.com/office/drawing/2014/main" id="{C7B0785B-5065-7F33-BC24-B97270897315}"/>
              </a:ext>
            </a:extLst>
          </p:cNvPr>
          <p:cNvSpPr>
            <a:spLocks noGrp="1"/>
          </p:cNvSpPr>
          <p:nvPr>
            <p:ph type="pic" sz="quarter" idx="13"/>
          </p:nvPr>
        </p:nvSpPr>
        <p:spPr>
          <a:xfrm>
            <a:off x="693911" y="3739199"/>
            <a:ext cx="11334750" cy="8829040"/>
          </a:xfrm>
          <a:custGeom>
            <a:avLst/>
            <a:gdLst>
              <a:gd name="connsiteX0" fmla="*/ 254000 w 11334750"/>
              <a:gd name="connsiteY0" fmla="*/ 0 h 8829040"/>
              <a:gd name="connsiteX1" fmla="*/ 11080750 w 11334750"/>
              <a:gd name="connsiteY1" fmla="*/ 0 h 8829040"/>
              <a:gd name="connsiteX2" fmla="*/ 11334750 w 11334750"/>
              <a:gd name="connsiteY2" fmla="*/ 254000 h 8829040"/>
              <a:gd name="connsiteX3" fmla="*/ 11334750 w 11334750"/>
              <a:gd name="connsiteY3" fmla="*/ 8575040 h 8829040"/>
              <a:gd name="connsiteX4" fmla="*/ 11080750 w 11334750"/>
              <a:gd name="connsiteY4" fmla="*/ 8829040 h 8829040"/>
              <a:gd name="connsiteX5" fmla="*/ 254000 w 11334750"/>
              <a:gd name="connsiteY5" fmla="*/ 8829040 h 8829040"/>
              <a:gd name="connsiteX6" fmla="*/ 0 w 11334750"/>
              <a:gd name="connsiteY6" fmla="*/ 8575040 h 8829040"/>
              <a:gd name="connsiteX7" fmla="*/ 0 w 11334750"/>
              <a:gd name="connsiteY7" fmla="*/ 254000 h 8829040"/>
              <a:gd name="connsiteX8" fmla="*/ 254000 w 11334750"/>
              <a:gd name="connsiteY8" fmla="*/ 0 h 882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334750" h="8829040">
                <a:moveTo>
                  <a:pt x="254000" y="0"/>
                </a:moveTo>
                <a:lnTo>
                  <a:pt x="11080750" y="0"/>
                </a:lnTo>
                <a:cubicBezTo>
                  <a:pt x="11220450" y="0"/>
                  <a:pt x="11334750" y="114300"/>
                  <a:pt x="11334750" y="254000"/>
                </a:cubicBezTo>
                <a:lnTo>
                  <a:pt x="11334750" y="8575040"/>
                </a:lnTo>
                <a:cubicBezTo>
                  <a:pt x="11334750" y="8714740"/>
                  <a:pt x="11220450" y="8829040"/>
                  <a:pt x="11080750" y="8829040"/>
                </a:cubicBezTo>
                <a:lnTo>
                  <a:pt x="254000" y="8829040"/>
                </a:lnTo>
                <a:cubicBezTo>
                  <a:pt x="114300" y="8829040"/>
                  <a:pt x="0" y="8714740"/>
                  <a:pt x="0" y="8575040"/>
                </a:cubicBezTo>
                <a:lnTo>
                  <a:pt x="0" y="254000"/>
                </a:lnTo>
                <a:cubicBezTo>
                  <a:pt x="0" y="114300"/>
                  <a:pt x="114300" y="0"/>
                  <a:pt x="254000" y="0"/>
                </a:cubicBezTo>
                <a:close/>
              </a:path>
            </a:pathLst>
          </a:custGeom>
          <a:solidFill>
            <a:schemeClr val="bg1">
              <a:lumMod val="85000"/>
            </a:schemeClr>
          </a:solidFill>
        </p:spPr>
        <p:txBody>
          <a:bodyPr vert="horz" wrap="square" lIns="0" tIns="0" rIns="0" bIns="0" rtlCol="0">
            <a:noAutofit/>
          </a:bodyPr>
          <a:lstStyle>
            <a:lvl1pPr>
              <a:defRPr lang="en-US" sz="2800"/>
            </a:lvl1pPr>
          </a:lstStyle>
          <a:p>
            <a:pPr lvl="0"/>
            <a:endParaRPr lang="en-US"/>
          </a:p>
        </p:txBody>
      </p:sp>
    </p:spTree>
    <p:extLst>
      <p:ext uri="{BB962C8B-B14F-4D97-AF65-F5344CB8AC3E}">
        <p14:creationId xmlns:p14="http://schemas.microsoft.com/office/powerpoint/2010/main" val="14277135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x6-Col Images Bleeding off Ed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4" name="Picture Placeholder 12">
            <a:extLst>
              <a:ext uri="{FF2B5EF4-FFF2-40B4-BE49-F238E27FC236}">
                <a16:creationId xmlns:a16="http://schemas.microsoft.com/office/drawing/2014/main" id="{C15CC5E6-EB22-44EF-2FBF-459AC42AB5FD}"/>
              </a:ext>
            </a:extLst>
          </p:cNvPr>
          <p:cNvSpPr>
            <a:spLocks noGrp="1"/>
          </p:cNvSpPr>
          <p:nvPr>
            <p:ph type="pic" sz="quarter" idx="13"/>
          </p:nvPr>
        </p:nvSpPr>
        <p:spPr>
          <a:xfrm>
            <a:off x="685800" y="3743326"/>
            <a:ext cx="11334750" cy="9972674"/>
          </a:xfrm>
          <a:custGeom>
            <a:avLst/>
            <a:gdLst>
              <a:gd name="connsiteX0" fmla="*/ 254000 w 11334750"/>
              <a:gd name="connsiteY0" fmla="*/ 0 h 9972674"/>
              <a:gd name="connsiteX1" fmla="*/ 11080750 w 11334750"/>
              <a:gd name="connsiteY1" fmla="*/ 0 h 9972674"/>
              <a:gd name="connsiteX2" fmla="*/ 11334750 w 11334750"/>
              <a:gd name="connsiteY2" fmla="*/ 254000 h 9972674"/>
              <a:gd name="connsiteX3" fmla="*/ 11334750 w 11334750"/>
              <a:gd name="connsiteY3" fmla="*/ 9972674 h 9972674"/>
              <a:gd name="connsiteX4" fmla="*/ 0 w 11334750"/>
              <a:gd name="connsiteY4" fmla="*/ 9972674 h 9972674"/>
              <a:gd name="connsiteX5" fmla="*/ 0 w 11334750"/>
              <a:gd name="connsiteY5" fmla="*/ 254000 h 9972674"/>
              <a:gd name="connsiteX6" fmla="*/ 254000 w 11334750"/>
              <a:gd name="connsiteY6" fmla="*/ 0 h 997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34750" h="9972674">
                <a:moveTo>
                  <a:pt x="254000" y="0"/>
                </a:moveTo>
                <a:lnTo>
                  <a:pt x="11080750" y="0"/>
                </a:lnTo>
                <a:cubicBezTo>
                  <a:pt x="11220450" y="0"/>
                  <a:pt x="11334750" y="114300"/>
                  <a:pt x="11334750" y="254000"/>
                </a:cubicBezTo>
                <a:lnTo>
                  <a:pt x="11334750" y="9972674"/>
                </a:lnTo>
                <a:lnTo>
                  <a:pt x="0" y="9972674"/>
                </a:lnTo>
                <a:lnTo>
                  <a:pt x="0" y="254000"/>
                </a:lnTo>
                <a:cubicBezTo>
                  <a:pt x="0" y="114300"/>
                  <a:pt x="114300" y="0"/>
                  <a:pt x="254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5" name="Picture Placeholder 13">
            <a:extLst>
              <a:ext uri="{FF2B5EF4-FFF2-40B4-BE49-F238E27FC236}">
                <a16:creationId xmlns:a16="http://schemas.microsoft.com/office/drawing/2014/main" id="{1ECACE94-786E-FB89-6F9B-7865ED251FFA}"/>
              </a:ext>
            </a:extLst>
          </p:cNvPr>
          <p:cNvSpPr>
            <a:spLocks noGrp="1"/>
          </p:cNvSpPr>
          <p:nvPr>
            <p:ph type="pic" sz="quarter" idx="14"/>
          </p:nvPr>
        </p:nvSpPr>
        <p:spPr>
          <a:xfrm>
            <a:off x="12366626" y="3743326"/>
            <a:ext cx="11334750" cy="9972674"/>
          </a:xfrm>
          <a:custGeom>
            <a:avLst/>
            <a:gdLst>
              <a:gd name="connsiteX0" fmla="*/ 254000 w 11334750"/>
              <a:gd name="connsiteY0" fmla="*/ 0 h 9972674"/>
              <a:gd name="connsiteX1" fmla="*/ 11080750 w 11334750"/>
              <a:gd name="connsiteY1" fmla="*/ 0 h 9972674"/>
              <a:gd name="connsiteX2" fmla="*/ 11334750 w 11334750"/>
              <a:gd name="connsiteY2" fmla="*/ 254000 h 9972674"/>
              <a:gd name="connsiteX3" fmla="*/ 11334750 w 11334750"/>
              <a:gd name="connsiteY3" fmla="*/ 9972674 h 9972674"/>
              <a:gd name="connsiteX4" fmla="*/ 0 w 11334750"/>
              <a:gd name="connsiteY4" fmla="*/ 9972674 h 9972674"/>
              <a:gd name="connsiteX5" fmla="*/ 0 w 11334750"/>
              <a:gd name="connsiteY5" fmla="*/ 254000 h 9972674"/>
              <a:gd name="connsiteX6" fmla="*/ 254000 w 11334750"/>
              <a:gd name="connsiteY6" fmla="*/ 0 h 9972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34750" h="9972674">
                <a:moveTo>
                  <a:pt x="254000" y="0"/>
                </a:moveTo>
                <a:lnTo>
                  <a:pt x="11080750" y="0"/>
                </a:lnTo>
                <a:cubicBezTo>
                  <a:pt x="11220450" y="0"/>
                  <a:pt x="11334750" y="114300"/>
                  <a:pt x="11334750" y="254000"/>
                </a:cubicBezTo>
                <a:lnTo>
                  <a:pt x="11334750" y="9972674"/>
                </a:lnTo>
                <a:lnTo>
                  <a:pt x="0" y="9972674"/>
                </a:lnTo>
                <a:lnTo>
                  <a:pt x="0" y="254000"/>
                </a:lnTo>
                <a:cubicBezTo>
                  <a:pt x="0" y="114300"/>
                  <a:pt x="114300" y="0"/>
                  <a:pt x="254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Tree>
    <p:extLst>
      <p:ext uri="{BB962C8B-B14F-4D97-AF65-F5344CB8AC3E}">
        <p14:creationId xmlns:p14="http://schemas.microsoft.com/office/powerpoint/2010/main" val="31336443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x Mixed Width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5" name="Picture Placeholder 13">
            <a:extLst>
              <a:ext uri="{FF2B5EF4-FFF2-40B4-BE49-F238E27FC236}">
                <a16:creationId xmlns:a16="http://schemas.microsoft.com/office/drawing/2014/main" id="{B243A159-3284-4B92-6C16-F88852C1FE3B}"/>
              </a:ext>
            </a:extLst>
          </p:cNvPr>
          <p:cNvSpPr>
            <a:spLocks noGrp="1"/>
          </p:cNvSpPr>
          <p:nvPr>
            <p:ph type="pic" sz="quarter" idx="13"/>
          </p:nvPr>
        </p:nvSpPr>
        <p:spPr>
          <a:xfrm>
            <a:off x="685844" y="3738624"/>
            <a:ext cx="5496918" cy="4243346"/>
          </a:xfrm>
          <a:custGeom>
            <a:avLst/>
            <a:gdLst>
              <a:gd name="connsiteX0" fmla="*/ 254017 w 5496918"/>
              <a:gd name="connsiteY0" fmla="*/ 0 h 4243346"/>
              <a:gd name="connsiteX1" fmla="*/ 5242902 w 5496918"/>
              <a:gd name="connsiteY1" fmla="*/ 0 h 4243346"/>
              <a:gd name="connsiteX2" fmla="*/ 5496918 w 5496918"/>
              <a:gd name="connsiteY2" fmla="*/ 254017 h 4243346"/>
              <a:gd name="connsiteX3" fmla="*/ 5496918 w 5496918"/>
              <a:gd name="connsiteY3" fmla="*/ 3989330 h 4243346"/>
              <a:gd name="connsiteX4" fmla="*/ 5242902 w 5496918"/>
              <a:gd name="connsiteY4" fmla="*/ 4243346 h 4243346"/>
              <a:gd name="connsiteX5" fmla="*/ 254017 w 5496918"/>
              <a:gd name="connsiteY5" fmla="*/ 4243346 h 4243346"/>
              <a:gd name="connsiteX6" fmla="*/ 0 w 5496918"/>
              <a:gd name="connsiteY6" fmla="*/ 3989330 h 4243346"/>
              <a:gd name="connsiteX7" fmla="*/ 0 w 5496918"/>
              <a:gd name="connsiteY7" fmla="*/ 254017 h 4243346"/>
              <a:gd name="connsiteX8" fmla="*/ 254017 w 5496918"/>
              <a:gd name="connsiteY8" fmla="*/ 0 h 4243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6918" h="4243346">
                <a:moveTo>
                  <a:pt x="254017" y="0"/>
                </a:moveTo>
                <a:lnTo>
                  <a:pt x="5242902" y="0"/>
                </a:lnTo>
                <a:cubicBezTo>
                  <a:pt x="5382611" y="0"/>
                  <a:pt x="5496918" y="114307"/>
                  <a:pt x="5496918" y="254017"/>
                </a:cubicBezTo>
                <a:lnTo>
                  <a:pt x="5496918" y="3989330"/>
                </a:lnTo>
                <a:cubicBezTo>
                  <a:pt x="5496918" y="4129039"/>
                  <a:pt x="5382611" y="4243346"/>
                  <a:pt x="5242902" y="4243346"/>
                </a:cubicBezTo>
                <a:lnTo>
                  <a:pt x="254017" y="4243346"/>
                </a:lnTo>
                <a:cubicBezTo>
                  <a:pt x="114307" y="4243346"/>
                  <a:pt x="0" y="4129039"/>
                  <a:pt x="0" y="3989330"/>
                </a:cubicBezTo>
                <a:lnTo>
                  <a:pt x="0" y="254017"/>
                </a:lnTo>
                <a:cubicBezTo>
                  <a:pt x="0" y="114307"/>
                  <a:pt x="114307" y="0"/>
                  <a:pt x="254017"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6" name="Picture Placeholder 14">
            <a:extLst>
              <a:ext uri="{FF2B5EF4-FFF2-40B4-BE49-F238E27FC236}">
                <a16:creationId xmlns:a16="http://schemas.microsoft.com/office/drawing/2014/main" id="{575F979A-F8F8-EB70-F698-E084B7812066}"/>
              </a:ext>
            </a:extLst>
          </p:cNvPr>
          <p:cNvSpPr>
            <a:spLocks noGrp="1"/>
          </p:cNvSpPr>
          <p:nvPr>
            <p:ph type="pic" sz="quarter" idx="14"/>
          </p:nvPr>
        </p:nvSpPr>
        <p:spPr>
          <a:xfrm>
            <a:off x="685844" y="8324893"/>
            <a:ext cx="5496918" cy="4243346"/>
          </a:xfrm>
          <a:custGeom>
            <a:avLst/>
            <a:gdLst>
              <a:gd name="connsiteX0" fmla="*/ 254017 w 5496918"/>
              <a:gd name="connsiteY0" fmla="*/ 0 h 4243346"/>
              <a:gd name="connsiteX1" fmla="*/ 5242902 w 5496918"/>
              <a:gd name="connsiteY1" fmla="*/ 0 h 4243346"/>
              <a:gd name="connsiteX2" fmla="*/ 5496918 w 5496918"/>
              <a:gd name="connsiteY2" fmla="*/ 254017 h 4243346"/>
              <a:gd name="connsiteX3" fmla="*/ 5496918 w 5496918"/>
              <a:gd name="connsiteY3" fmla="*/ 3989330 h 4243346"/>
              <a:gd name="connsiteX4" fmla="*/ 5242902 w 5496918"/>
              <a:gd name="connsiteY4" fmla="*/ 4243346 h 4243346"/>
              <a:gd name="connsiteX5" fmla="*/ 254017 w 5496918"/>
              <a:gd name="connsiteY5" fmla="*/ 4243346 h 4243346"/>
              <a:gd name="connsiteX6" fmla="*/ 0 w 5496918"/>
              <a:gd name="connsiteY6" fmla="*/ 3989330 h 4243346"/>
              <a:gd name="connsiteX7" fmla="*/ 0 w 5496918"/>
              <a:gd name="connsiteY7" fmla="*/ 254017 h 4243346"/>
              <a:gd name="connsiteX8" fmla="*/ 254017 w 5496918"/>
              <a:gd name="connsiteY8" fmla="*/ 0 h 4243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6918" h="4243346">
                <a:moveTo>
                  <a:pt x="254017" y="0"/>
                </a:moveTo>
                <a:lnTo>
                  <a:pt x="5242902" y="0"/>
                </a:lnTo>
                <a:cubicBezTo>
                  <a:pt x="5382611" y="0"/>
                  <a:pt x="5496918" y="114307"/>
                  <a:pt x="5496918" y="254017"/>
                </a:cubicBezTo>
                <a:lnTo>
                  <a:pt x="5496918" y="3989330"/>
                </a:lnTo>
                <a:cubicBezTo>
                  <a:pt x="5496918" y="4129039"/>
                  <a:pt x="5382611" y="4243346"/>
                  <a:pt x="5242902" y="4243346"/>
                </a:cubicBezTo>
                <a:lnTo>
                  <a:pt x="254017" y="4243346"/>
                </a:lnTo>
                <a:cubicBezTo>
                  <a:pt x="114307" y="4243346"/>
                  <a:pt x="0" y="4129039"/>
                  <a:pt x="0" y="3989330"/>
                </a:cubicBezTo>
                <a:lnTo>
                  <a:pt x="0" y="254017"/>
                </a:lnTo>
                <a:cubicBezTo>
                  <a:pt x="0" y="114307"/>
                  <a:pt x="114307" y="0"/>
                  <a:pt x="254017"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7" name="Picture Placeholder 16">
            <a:extLst>
              <a:ext uri="{FF2B5EF4-FFF2-40B4-BE49-F238E27FC236}">
                <a16:creationId xmlns:a16="http://schemas.microsoft.com/office/drawing/2014/main" id="{F4A098B1-E206-E712-2913-B81DA29CBCB2}"/>
              </a:ext>
            </a:extLst>
          </p:cNvPr>
          <p:cNvSpPr>
            <a:spLocks noGrp="1"/>
          </p:cNvSpPr>
          <p:nvPr>
            <p:ph type="pic" sz="quarter" idx="15"/>
          </p:nvPr>
        </p:nvSpPr>
        <p:spPr>
          <a:xfrm>
            <a:off x="6525686" y="3738624"/>
            <a:ext cx="17174057" cy="8829615"/>
          </a:xfrm>
          <a:custGeom>
            <a:avLst/>
            <a:gdLst>
              <a:gd name="connsiteX0" fmla="*/ 254017 w 17174057"/>
              <a:gd name="connsiteY0" fmla="*/ 0 h 8829615"/>
              <a:gd name="connsiteX1" fmla="*/ 16920041 w 17174057"/>
              <a:gd name="connsiteY1" fmla="*/ 0 h 8829615"/>
              <a:gd name="connsiteX2" fmla="*/ 17174057 w 17174057"/>
              <a:gd name="connsiteY2" fmla="*/ 254017 h 8829615"/>
              <a:gd name="connsiteX3" fmla="*/ 17174057 w 17174057"/>
              <a:gd name="connsiteY3" fmla="*/ 8575598 h 8829615"/>
              <a:gd name="connsiteX4" fmla="*/ 16920041 w 17174057"/>
              <a:gd name="connsiteY4" fmla="*/ 8829615 h 8829615"/>
              <a:gd name="connsiteX5" fmla="*/ 254017 w 17174057"/>
              <a:gd name="connsiteY5" fmla="*/ 8829615 h 8829615"/>
              <a:gd name="connsiteX6" fmla="*/ 0 w 17174057"/>
              <a:gd name="connsiteY6" fmla="*/ 8575598 h 8829615"/>
              <a:gd name="connsiteX7" fmla="*/ 0 w 17174057"/>
              <a:gd name="connsiteY7" fmla="*/ 254017 h 8829615"/>
              <a:gd name="connsiteX8" fmla="*/ 254017 w 17174057"/>
              <a:gd name="connsiteY8" fmla="*/ 0 h 88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174057" h="8829615">
                <a:moveTo>
                  <a:pt x="254017" y="0"/>
                </a:moveTo>
                <a:lnTo>
                  <a:pt x="16920041" y="0"/>
                </a:lnTo>
                <a:cubicBezTo>
                  <a:pt x="17059751" y="0"/>
                  <a:pt x="17174057" y="114307"/>
                  <a:pt x="17174057" y="254017"/>
                </a:cubicBezTo>
                <a:lnTo>
                  <a:pt x="17174057" y="8575598"/>
                </a:lnTo>
                <a:cubicBezTo>
                  <a:pt x="17174057" y="8715307"/>
                  <a:pt x="17059751" y="8829615"/>
                  <a:pt x="16920041" y="8829615"/>
                </a:cubicBezTo>
                <a:lnTo>
                  <a:pt x="254017" y="8829615"/>
                </a:lnTo>
                <a:cubicBezTo>
                  <a:pt x="114306" y="8829615"/>
                  <a:pt x="0" y="8715307"/>
                  <a:pt x="0" y="8575598"/>
                </a:cubicBezTo>
                <a:lnTo>
                  <a:pt x="0" y="254017"/>
                </a:lnTo>
                <a:cubicBezTo>
                  <a:pt x="0" y="114307"/>
                  <a:pt x="114306" y="0"/>
                  <a:pt x="254017"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Tree>
    <p:extLst>
      <p:ext uri="{BB962C8B-B14F-4D97-AF65-F5344CB8AC3E}">
        <p14:creationId xmlns:p14="http://schemas.microsoft.com/office/powerpoint/2010/main" val="26405508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3x 4-Column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3" name="Picture Placeholder 19">
            <a:extLst>
              <a:ext uri="{FF2B5EF4-FFF2-40B4-BE49-F238E27FC236}">
                <a16:creationId xmlns:a16="http://schemas.microsoft.com/office/drawing/2014/main" id="{7A51EE9D-85B9-C1D6-028B-9DDA3E82546C}"/>
              </a:ext>
            </a:extLst>
          </p:cNvPr>
          <p:cNvSpPr>
            <a:spLocks noGrp="1"/>
          </p:cNvSpPr>
          <p:nvPr>
            <p:ph type="pic" sz="quarter" idx="13"/>
          </p:nvPr>
        </p:nvSpPr>
        <p:spPr>
          <a:xfrm>
            <a:off x="681064" y="3749040"/>
            <a:ext cx="7443169" cy="8829040"/>
          </a:xfrm>
          <a:custGeom>
            <a:avLst/>
            <a:gdLst>
              <a:gd name="connsiteX0" fmla="*/ 127000 w 3721100"/>
              <a:gd name="connsiteY0" fmla="*/ 0 h 4414520"/>
              <a:gd name="connsiteX1" fmla="*/ 3594100 w 3721100"/>
              <a:gd name="connsiteY1" fmla="*/ 0 h 4414520"/>
              <a:gd name="connsiteX2" fmla="*/ 3721100 w 3721100"/>
              <a:gd name="connsiteY2" fmla="*/ 127000 h 4414520"/>
              <a:gd name="connsiteX3" fmla="*/ 3721100 w 3721100"/>
              <a:gd name="connsiteY3" fmla="*/ 4287520 h 4414520"/>
              <a:gd name="connsiteX4" fmla="*/ 3594100 w 3721100"/>
              <a:gd name="connsiteY4" fmla="*/ 4414520 h 4414520"/>
              <a:gd name="connsiteX5" fmla="*/ 127000 w 3721100"/>
              <a:gd name="connsiteY5" fmla="*/ 4414520 h 4414520"/>
              <a:gd name="connsiteX6" fmla="*/ 0 w 3721100"/>
              <a:gd name="connsiteY6" fmla="*/ 4287520 h 4414520"/>
              <a:gd name="connsiteX7" fmla="*/ 0 w 3721100"/>
              <a:gd name="connsiteY7" fmla="*/ 127000 h 4414520"/>
              <a:gd name="connsiteX8" fmla="*/ 127000 w 3721100"/>
              <a:gd name="connsiteY8" fmla="*/ 0 h 441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1100" h="4414520">
                <a:moveTo>
                  <a:pt x="127000" y="0"/>
                </a:moveTo>
                <a:lnTo>
                  <a:pt x="3594100" y="0"/>
                </a:lnTo>
                <a:cubicBezTo>
                  <a:pt x="3663950" y="0"/>
                  <a:pt x="3721100" y="57150"/>
                  <a:pt x="3721100" y="127000"/>
                </a:cubicBezTo>
                <a:lnTo>
                  <a:pt x="3721100" y="4287520"/>
                </a:lnTo>
                <a:cubicBezTo>
                  <a:pt x="3721100" y="4357370"/>
                  <a:pt x="3663950" y="4414520"/>
                  <a:pt x="3594100" y="4414520"/>
                </a:cubicBezTo>
                <a:lnTo>
                  <a:pt x="127000" y="4414520"/>
                </a:lnTo>
                <a:cubicBezTo>
                  <a:pt x="57150" y="4414520"/>
                  <a:pt x="0" y="4357370"/>
                  <a:pt x="0" y="4287520"/>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4" name="Picture Placeholder 20">
            <a:extLst>
              <a:ext uri="{FF2B5EF4-FFF2-40B4-BE49-F238E27FC236}">
                <a16:creationId xmlns:a16="http://schemas.microsoft.com/office/drawing/2014/main" id="{22369E22-C38F-5532-4928-66E3D3D292B4}"/>
              </a:ext>
            </a:extLst>
          </p:cNvPr>
          <p:cNvSpPr>
            <a:spLocks noGrp="1"/>
          </p:cNvSpPr>
          <p:nvPr>
            <p:ph type="pic" sz="quarter" idx="14"/>
          </p:nvPr>
        </p:nvSpPr>
        <p:spPr>
          <a:xfrm>
            <a:off x="8467222" y="3749040"/>
            <a:ext cx="7443169" cy="8829040"/>
          </a:xfrm>
          <a:custGeom>
            <a:avLst/>
            <a:gdLst>
              <a:gd name="connsiteX0" fmla="*/ 127000 w 3721100"/>
              <a:gd name="connsiteY0" fmla="*/ 0 h 4414520"/>
              <a:gd name="connsiteX1" fmla="*/ 3594100 w 3721100"/>
              <a:gd name="connsiteY1" fmla="*/ 0 h 4414520"/>
              <a:gd name="connsiteX2" fmla="*/ 3721100 w 3721100"/>
              <a:gd name="connsiteY2" fmla="*/ 127000 h 4414520"/>
              <a:gd name="connsiteX3" fmla="*/ 3721100 w 3721100"/>
              <a:gd name="connsiteY3" fmla="*/ 4287520 h 4414520"/>
              <a:gd name="connsiteX4" fmla="*/ 3594100 w 3721100"/>
              <a:gd name="connsiteY4" fmla="*/ 4414520 h 4414520"/>
              <a:gd name="connsiteX5" fmla="*/ 127000 w 3721100"/>
              <a:gd name="connsiteY5" fmla="*/ 4414520 h 4414520"/>
              <a:gd name="connsiteX6" fmla="*/ 0 w 3721100"/>
              <a:gd name="connsiteY6" fmla="*/ 4287520 h 4414520"/>
              <a:gd name="connsiteX7" fmla="*/ 0 w 3721100"/>
              <a:gd name="connsiteY7" fmla="*/ 127000 h 4414520"/>
              <a:gd name="connsiteX8" fmla="*/ 127000 w 3721100"/>
              <a:gd name="connsiteY8" fmla="*/ 0 h 441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1100" h="4414520">
                <a:moveTo>
                  <a:pt x="127000" y="0"/>
                </a:moveTo>
                <a:lnTo>
                  <a:pt x="3594100" y="0"/>
                </a:lnTo>
                <a:cubicBezTo>
                  <a:pt x="3663950" y="0"/>
                  <a:pt x="3721100" y="57150"/>
                  <a:pt x="3721100" y="127000"/>
                </a:cubicBezTo>
                <a:lnTo>
                  <a:pt x="3721100" y="4287520"/>
                </a:lnTo>
                <a:cubicBezTo>
                  <a:pt x="3721100" y="4357370"/>
                  <a:pt x="3663950" y="4414520"/>
                  <a:pt x="3594100" y="4414520"/>
                </a:cubicBezTo>
                <a:lnTo>
                  <a:pt x="127000" y="4414520"/>
                </a:lnTo>
                <a:cubicBezTo>
                  <a:pt x="57150" y="4414520"/>
                  <a:pt x="0" y="4357370"/>
                  <a:pt x="0" y="4287520"/>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1" name="Picture Placeholder 21">
            <a:extLst>
              <a:ext uri="{FF2B5EF4-FFF2-40B4-BE49-F238E27FC236}">
                <a16:creationId xmlns:a16="http://schemas.microsoft.com/office/drawing/2014/main" id="{81B6664E-8D45-B9F1-0406-15D3EBD2F55D}"/>
              </a:ext>
            </a:extLst>
          </p:cNvPr>
          <p:cNvSpPr>
            <a:spLocks noGrp="1"/>
          </p:cNvSpPr>
          <p:nvPr>
            <p:ph type="pic" sz="quarter" idx="15"/>
          </p:nvPr>
        </p:nvSpPr>
        <p:spPr>
          <a:xfrm>
            <a:off x="16253380" y="3749040"/>
            <a:ext cx="7443169" cy="8829040"/>
          </a:xfrm>
          <a:custGeom>
            <a:avLst/>
            <a:gdLst>
              <a:gd name="connsiteX0" fmla="*/ 127000 w 3721100"/>
              <a:gd name="connsiteY0" fmla="*/ 0 h 4414520"/>
              <a:gd name="connsiteX1" fmla="*/ 3594100 w 3721100"/>
              <a:gd name="connsiteY1" fmla="*/ 0 h 4414520"/>
              <a:gd name="connsiteX2" fmla="*/ 3721100 w 3721100"/>
              <a:gd name="connsiteY2" fmla="*/ 127000 h 4414520"/>
              <a:gd name="connsiteX3" fmla="*/ 3721100 w 3721100"/>
              <a:gd name="connsiteY3" fmla="*/ 4287520 h 4414520"/>
              <a:gd name="connsiteX4" fmla="*/ 3594100 w 3721100"/>
              <a:gd name="connsiteY4" fmla="*/ 4414520 h 4414520"/>
              <a:gd name="connsiteX5" fmla="*/ 127000 w 3721100"/>
              <a:gd name="connsiteY5" fmla="*/ 4414520 h 4414520"/>
              <a:gd name="connsiteX6" fmla="*/ 0 w 3721100"/>
              <a:gd name="connsiteY6" fmla="*/ 4287520 h 4414520"/>
              <a:gd name="connsiteX7" fmla="*/ 0 w 3721100"/>
              <a:gd name="connsiteY7" fmla="*/ 127000 h 4414520"/>
              <a:gd name="connsiteX8" fmla="*/ 127000 w 3721100"/>
              <a:gd name="connsiteY8" fmla="*/ 0 h 441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1100" h="4414520">
                <a:moveTo>
                  <a:pt x="127000" y="0"/>
                </a:moveTo>
                <a:lnTo>
                  <a:pt x="3594100" y="0"/>
                </a:lnTo>
                <a:cubicBezTo>
                  <a:pt x="3663950" y="0"/>
                  <a:pt x="3721100" y="57150"/>
                  <a:pt x="3721100" y="127000"/>
                </a:cubicBezTo>
                <a:lnTo>
                  <a:pt x="3721100" y="4287520"/>
                </a:lnTo>
                <a:cubicBezTo>
                  <a:pt x="3721100" y="4357370"/>
                  <a:pt x="3663950" y="4414520"/>
                  <a:pt x="3594100" y="4414520"/>
                </a:cubicBezTo>
                <a:lnTo>
                  <a:pt x="127000" y="4414520"/>
                </a:lnTo>
                <a:cubicBezTo>
                  <a:pt x="57150" y="4414520"/>
                  <a:pt x="0" y="4357370"/>
                  <a:pt x="0" y="4287520"/>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Tree>
    <p:extLst>
      <p:ext uri="{BB962C8B-B14F-4D97-AF65-F5344CB8AC3E}">
        <p14:creationId xmlns:p14="http://schemas.microsoft.com/office/powerpoint/2010/main" val="66807729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3x 4-Col Images Bleeding off Ed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7" name="Picture Placeholder 6">
            <a:extLst>
              <a:ext uri="{FF2B5EF4-FFF2-40B4-BE49-F238E27FC236}">
                <a16:creationId xmlns:a16="http://schemas.microsoft.com/office/drawing/2014/main" id="{D38FE52B-AD89-BABC-2668-16023364C9D0}"/>
              </a:ext>
            </a:extLst>
          </p:cNvPr>
          <p:cNvSpPr>
            <a:spLocks noGrp="1"/>
          </p:cNvSpPr>
          <p:nvPr>
            <p:ph type="pic" sz="quarter" idx="16"/>
          </p:nvPr>
        </p:nvSpPr>
        <p:spPr>
          <a:xfrm>
            <a:off x="0" y="3749040"/>
            <a:ext cx="8124233" cy="7304089"/>
          </a:xfrm>
          <a:custGeom>
            <a:avLst/>
            <a:gdLst>
              <a:gd name="connsiteX0" fmla="*/ 0 w 8124233"/>
              <a:gd name="connsiteY0" fmla="*/ 0 h 7304089"/>
              <a:gd name="connsiteX1" fmla="*/ 7797914 w 8124233"/>
              <a:gd name="connsiteY1" fmla="*/ 0 h 7304089"/>
              <a:gd name="connsiteX2" fmla="*/ 8124233 w 8124233"/>
              <a:gd name="connsiteY2" fmla="*/ 210130 h 7304089"/>
              <a:gd name="connsiteX3" fmla="*/ 8124233 w 8124233"/>
              <a:gd name="connsiteY3" fmla="*/ 7093960 h 7304089"/>
              <a:gd name="connsiteX4" fmla="*/ 7797914 w 8124233"/>
              <a:gd name="connsiteY4" fmla="*/ 7304089 h 7304089"/>
              <a:gd name="connsiteX5" fmla="*/ 0 w 8124233"/>
              <a:gd name="connsiteY5" fmla="*/ 7304089 h 730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24233" h="7304089">
                <a:moveTo>
                  <a:pt x="0" y="0"/>
                </a:moveTo>
                <a:lnTo>
                  <a:pt x="7797914" y="0"/>
                </a:lnTo>
                <a:cubicBezTo>
                  <a:pt x="7977389" y="0"/>
                  <a:pt x="8124233" y="94558"/>
                  <a:pt x="8124233" y="210130"/>
                </a:cubicBezTo>
                <a:lnTo>
                  <a:pt x="8124233" y="7093960"/>
                </a:lnTo>
                <a:cubicBezTo>
                  <a:pt x="8124233" y="7209531"/>
                  <a:pt x="7977389" y="7304089"/>
                  <a:pt x="7797914" y="7304089"/>
                </a:cubicBezTo>
                <a:lnTo>
                  <a:pt x="0" y="7304089"/>
                </a:ln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4" name="Picture Placeholder 20">
            <a:extLst>
              <a:ext uri="{FF2B5EF4-FFF2-40B4-BE49-F238E27FC236}">
                <a16:creationId xmlns:a16="http://schemas.microsoft.com/office/drawing/2014/main" id="{C6949550-836B-2F03-5416-AE6E660D9D5F}"/>
              </a:ext>
            </a:extLst>
          </p:cNvPr>
          <p:cNvSpPr>
            <a:spLocks noGrp="1"/>
          </p:cNvSpPr>
          <p:nvPr>
            <p:ph type="pic" sz="quarter" idx="17"/>
          </p:nvPr>
        </p:nvSpPr>
        <p:spPr>
          <a:xfrm>
            <a:off x="8467222" y="3749040"/>
            <a:ext cx="7443169" cy="7304089"/>
          </a:xfrm>
          <a:custGeom>
            <a:avLst/>
            <a:gdLst>
              <a:gd name="connsiteX0" fmla="*/ 127000 w 3721100"/>
              <a:gd name="connsiteY0" fmla="*/ 0 h 4414520"/>
              <a:gd name="connsiteX1" fmla="*/ 3594100 w 3721100"/>
              <a:gd name="connsiteY1" fmla="*/ 0 h 4414520"/>
              <a:gd name="connsiteX2" fmla="*/ 3721100 w 3721100"/>
              <a:gd name="connsiteY2" fmla="*/ 127000 h 4414520"/>
              <a:gd name="connsiteX3" fmla="*/ 3721100 w 3721100"/>
              <a:gd name="connsiteY3" fmla="*/ 4287520 h 4414520"/>
              <a:gd name="connsiteX4" fmla="*/ 3594100 w 3721100"/>
              <a:gd name="connsiteY4" fmla="*/ 4414520 h 4414520"/>
              <a:gd name="connsiteX5" fmla="*/ 127000 w 3721100"/>
              <a:gd name="connsiteY5" fmla="*/ 4414520 h 4414520"/>
              <a:gd name="connsiteX6" fmla="*/ 0 w 3721100"/>
              <a:gd name="connsiteY6" fmla="*/ 4287520 h 4414520"/>
              <a:gd name="connsiteX7" fmla="*/ 0 w 3721100"/>
              <a:gd name="connsiteY7" fmla="*/ 127000 h 4414520"/>
              <a:gd name="connsiteX8" fmla="*/ 127000 w 3721100"/>
              <a:gd name="connsiteY8" fmla="*/ 0 h 4414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21100" h="4414520">
                <a:moveTo>
                  <a:pt x="127000" y="0"/>
                </a:moveTo>
                <a:lnTo>
                  <a:pt x="3594100" y="0"/>
                </a:lnTo>
                <a:cubicBezTo>
                  <a:pt x="3663950" y="0"/>
                  <a:pt x="3721100" y="57150"/>
                  <a:pt x="3721100" y="127000"/>
                </a:cubicBezTo>
                <a:lnTo>
                  <a:pt x="3721100" y="4287520"/>
                </a:lnTo>
                <a:cubicBezTo>
                  <a:pt x="3721100" y="4357370"/>
                  <a:pt x="3663950" y="4414520"/>
                  <a:pt x="3594100" y="4414520"/>
                </a:cubicBezTo>
                <a:lnTo>
                  <a:pt x="127000" y="4414520"/>
                </a:lnTo>
                <a:cubicBezTo>
                  <a:pt x="57150" y="4414520"/>
                  <a:pt x="0" y="4357370"/>
                  <a:pt x="0" y="4287520"/>
                </a:cubicBezTo>
                <a:lnTo>
                  <a:pt x="0" y="127000"/>
                </a:lnTo>
                <a:cubicBezTo>
                  <a:pt x="0" y="57150"/>
                  <a:pt x="57150" y="0"/>
                  <a:pt x="1270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0" name="Picture Placeholder 9">
            <a:extLst>
              <a:ext uri="{FF2B5EF4-FFF2-40B4-BE49-F238E27FC236}">
                <a16:creationId xmlns:a16="http://schemas.microsoft.com/office/drawing/2014/main" id="{0D92ECB8-E62C-8840-54C1-543BDE38A711}"/>
              </a:ext>
            </a:extLst>
          </p:cNvPr>
          <p:cNvSpPr>
            <a:spLocks noGrp="1"/>
          </p:cNvSpPr>
          <p:nvPr>
            <p:ph type="pic" sz="quarter" idx="18"/>
          </p:nvPr>
        </p:nvSpPr>
        <p:spPr>
          <a:xfrm>
            <a:off x="16253380" y="3749040"/>
            <a:ext cx="8124270" cy="7304089"/>
          </a:xfrm>
          <a:custGeom>
            <a:avLst/>
            <a:gdLst>
              <a:gd name="connsiteX0" fmla="*/ 328542 w 8124270"/>
              <a:gd name="connsiteY0" fmla="*/ 0 h 7304089"/>
              <a:gd name="connsiteX1" fmla="*/ 8124270 w 8124270"/>
              <a:gd name="connsiteY1" fmla="*/ 0 h 7304089"/>
              <a:gd name="connsiteX2" fmla="*/ 8124270 w 8124270"/>
              <a:gd name="connsiteY2" fmla="*/ 7304089 h 7304089"/>
              <a:gd name="connsiteX3" fmla="*/ 328542 w 8124270"/>
              <a:gd name="connsiteY3" fmla="*/ 7304089 h 7304089"/>
              <a:gd name="connsiteX4" fmla="*/ 0 w 8124270"/>
              <a:gd name="connsiteY4" fmla="*/ 7093960 h 7304089"/>
              <a:gd name="connsiteX5" fmla="*/ 0 w 8124270"/>
              <a:gd name="connsiteY5" fmla="*/ 210129 h 7304089"/>
              <a:gd name="connsiteX6" fmla="*/ 328542 w 8124270"/>
              <a:gd name="connsiteY6" fmla="*/ 0 h 7304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24270" h="7304089">
                <a:moveTo>
                  <a:pt x="328542" y="0"/>
                </a:moveTo>
                <a:lnTo>
                  <a:pt x="8124270" y="0"/>
                </a:lnTo>
                <a:lnTo>
                  <a:pt x="8124270" y="7304089"/>
                </a:lnTo>
                <a:lnTo>
                  <a:pt x="328542" y="7304089"/>
                </a:lnTo>
                <a:cubicBezTo>
                  <a:pt x="147844" y="7304089"/>
                  <a:pt x="0" y="7209531"/>
                  <a:pt x="0" y="7093960"/>
                </a:cubicBezTo>
                <a:lnTo>
                  <a:pt x="0" y="210129"/>
                </a:lnTo>
                <a:cubicBezTo>
                  <a:pt x="0" y="94558"/>
                  <a:pt x="147844" y="0"/>
                  <a:pt x="328542"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Tree>
    <p:extLst>
      <p:ext uri="{BB962C8B-B14F-4D97-AF65-F5344CB8AC3E}">
        <p14:creationId xmlns:p14="http://schemas.microsoft.com/office/powerpoint/2010/main" val="32019066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Moodboard 1">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82625" y="2224728"/>
            <a:ext cx="3657600" cy="8877247"/>
          </a:xfrm>
        </p:spPr>
        <p:txBody>
          <a:bodyPr/>
          <a:lstStyle>
            <a:lvl1pPr>
              <a:lnSpc>
                <a:spcPts val="3400"/>
              </a:lnSpc>
              <a:spcAft>
                <a:spcPts val="0"/>
              </a:spcAft>
              <a:defRPr sz="2600"/>
            </a:lvl1pPr>
            <a:lvl2pPr marL="458788" indent="-439738">
              <a:lnSpc>
                <a:spcPts val="3400"/>
              </a:lnSpc>
              <a:spcAft>
                <a:spcPts val="0"/>
              </a:spcAft>
              <a:buFont typeface="+mj-lt"/>
              <a:buAutoNum type="arabicPeriod"/>
              <a:tabLst/>
              <a:defRPr sz="2600"/>
            </a:lvl2pPr>
            <a:lvl3pPr marL="917575" indent="-458788">
              <a:lnSpc>
                <a:spcPts val="3400"/>
              </a:lnSpc>
              <a:spcAft>
                <a:spcPts val="0"/>
              </a:spcAft>
              <a:buFont typeface="+mj-lt"/>
              <a:buAutoNum type="arabicPeriod"/>
              <a:tabLst/>
              <a:defRPr sz="2600"/>
            </a:lvl3pPr>
            <a:lvl4pPr marL="1373188" indent="-455613">
              <a:lnSpc>
                <a:spcPts val="3400"/>
              </a:lnSpc>
              <a:spcAft>
                <a:spcPts val="0"/>
              </a:spcAft>
              <a:buFont typeface="+mj-lt"/>
              <a:buAutoNum type="arabicPeriod"/>
              <a:tabLst/>
              <a:defRPr sz="2600"/>
            </a:lvl4pPr>
            <a:lvl5pPr marL="1774825" indent="-449263">
              <a:lnSpc>
                <a:spcPts val="3400"/>
              </a:lnSpc>
              <a:spcAft>
                <a:spcPts val="0"/>
              </a:spcAft>
              <a:buFont typeface="+mj-lt"/>
              <a:buAutoNum type="arabicPeriod"/>
              <a:tabLst/>
              <a:defRPr sz="26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Team Name Here</a:t>
            </a:r>
          </a:p>
        </p:txBody>
      </p:sp>
      <p:sp>
        <p:nvSpPr>
          <p:cNvPr id="6" name="Slide Number Placeholder 5"/>
          <p:cNvSpPr>
            <a:spLocks noGrp="1"/>
          </p:cNvSpPr>
          <p:nvPr>
            <p:ph type="sldNum" sz="quarter" idx="12"/>
          </p:nvPr>
        </p:nvSpPr>
        <p:spPr/>
        <p:txBody>
          <a:bodyPr anchor="ctr" anchorCtr="0"/>
          <a:lstStyle/>
          <a:p>
            <a:fld id="{E7E83E8E-4C8F-494C-96FC-84A57D31552C}" type="slidenum">
              <a:rPr lang="en-US" smtClean="0"/>
              <a:t>‹#›</a:t>
            </a:fld>
            <a:endParaRPr lang="en-US"/>
          </a:p>
        </p:txBody>
      </p:sp>
      <p:sp>
        <p:nvSpPr>
          <p:cNvPr id="23" name="Picture Placeholder 22">
            <a:extLst>
              <a:ext uri="{FF2B5EF4-FFF2-40B4-BE49-F238E27FC236}">
                <a16:creationId xmlns:a16="http://schemas.microsoft.com/office/drawing/2014/main" id="{A3FC0C83-F2E6-3555-6556-E837D42D90A3}"/>
              </a:ext>
            </a:extLst>
          </p:cNvPr>
          <p:cNvSpPr>
            <a:spLocks noGrp="1"/>
          </p:cNvSpPr>
          <p:nvPr>
            <p:ph type="pic" sz="quarter" idx="13"/>
          </p:nvPr>
        </p:nvSpPr>
        <p:spPr>
          <a:xfrm>
            <a:off x="4542778" y="676973"/>
            <a:ext cx="5505878" cy="5781935"/>
          </a:xfrm>
          <a:custGeom>
            <a:avLst/>
            <a:gdLst>
              <a:gd name="connsiteX0" fmla="*/ 407089 w 5505878"/>
              <a:gd name="connsiteY0" fmla="*/ 0 h 5781935"/>
              <a:gd name="connsiteX1" fmla="*/ 5098788 w 5505878"/>
              <a:gd name="connsiteY1" fmla="*/ 0 h 5781935"/>
              <a:gd name="connsiteX2" fmla="*/ 5505878 w 5505878"/>
              <a:gd name="connsiteY2" fmla="*/ 407089 h 5781935"/>
              <a:gd name="connsiteX3" fmla="*/ 5505878 w 5505878"/>
              <a:gd name="connsiteY3" fmla="*/ 5374845 h 5781935"/>
              <a:gd name="connsiteX4" fmla="*/ 5098788 w 5505878"/>
              <a:gd name="connsiteY4" fmla="*/ 5781935 h 5781935"/>
              <a:gd name="connsiteX5" fmla="*/ 407089 w 5505878"/>
              <a:gd name="connsiteY5" fmla="*/ 5781935 h 5781935"/>
              <a:gd name="connsiteX6" fmla="*/ 0 w 5505878"/>
              <a:gd name="connsiteY6" fmla="*/ 5374845 h 5781935"/>
              <a:gd name="connsiteX7" fmla="*/ 0 w 5505878"/>
              <a:gd name="connsiteY7" fmla="*/ 407089 h 5781935"/>
              <a:gd name="connsiteX8" fmla="*/ 407089 w 5505878"/>
              <a:gd name="connsiteY8" fmla="*/ 0 h 578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5878" h="5781935">
                <a:moveTo>
                  <a:pt x="407089" y="0"/>
                </a:moveTo>
                <a:lnTo>
                  <a:pt x="5098788" y="0"/>
                </a:lnTo>
                <a:cubicBezTo>
                  <a:pt x="5323958" y="0"/>
                  <a:pt x="5505878" y="181918"/>
                  <a:pt x="5505878" y="407089"/>
                </a:cubicBezTo>
                <a:lnTo>
                  <a:pt x="5505878" y="5374845"/>
                </a:lnTo>
                <a:cubicBezTo>
                  <a:pt x="5505878" y="5600016"/>
                  <a:pt x="5323958" y="5781935"/>
                  <a:pt x="5098788" y="5781935"/>
                </a:cubicBezTo>
                <a:lnTo>
                  <a:pt x="407089" y="5781935"/>
                </a:lnTo>
                <a:cubicBezTo>
                  <a:pt x="181917" y="5781935"/>
                  <a:pt x="0" y="5600016"/>
                  <a:pt x="0" y="5374845"/>
                </a:cubicBezTo>
                <a:lnTo>
                  <a:pt x="0" y="407089"/>
                </a:lnTo>
                <a:cubicBezTo>
                  <a:pt x="0" y="181918"/>
                  <a:pt x="181917" y="0"/>
                  <a:pt x="407089"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25" name="Picture Placeholder 24">
            <a:extLst>
              <a:ext uri="{FF2B5EF4-FFF2-40B4-BE49-F238E27FC236}">
                <a16:creationId xmlns:a16="http://schemas.microsoft.com/office/drawing/2014/main" id="{E4A94C15-B9C2-D260-921F-8F2CCFA1330A}"/>
              </a:ext>
            </a:extLst>
          </p:cNvPr>
          <p:cNvSpPr>
            <a:spLocks noGrp="1"/>
          </p:cNvSpPr>
          <p:nvPr>
            <p:ph type="pic" sz="quarter" idx="14"/>
          </p:nvPr>
        </p:nvSpPr>
        <p:spPr>
          <a:xfrm>
            <a:off x="10390864" y="676973"/>
            <a:ext cx="7454816" cy="5781935"/>
          </a:xfrm>
          <a:custGeom>
            <a:avLst/>
            <a:gdLst>
              <a:gd name="connsiteX0" fmla="*/ 407088 w 7454816"/>
              <a:gd name="connsiteY0" fmla="*/ 0 h 5781935"/>
              <a:gd name="connsiteX1" fmla="*/ 7047728 w 7454816"/>
              <a:gd name="connsiteY1" fmla="*/ 0 h 5781935"/>
              <a:gd name="connsiteX2" fmla="*/ 7454816 w 7454816"/>
              <a:gd name="connsiteY2" fmla="*/ 407089 h 5781935"/>
              <a:gd name="connsiteX3" fmla="*/ 7454816 w 7454816"/>
              <a:gd name="connsiteY3" fmla="*/ 5374845 h 5781935"/>
              <a:gd name="connsiteX4" fmla="*/ 7047728 w 7454816"/>
              <a:gd name="connsiteY4" fmla="*/ 5781935 h 5781935"/>
              <a:gd name="connsiteX5" fmla="*/ 407088 w 7454816"/>
              <a:gd name="connsiteY5" fmla="*/ 5781935 h 5781935"/>
              <a:gd name="connsiteX6" fmla="*/ 0 w 7454816"/>
              <a:gd name="connsiteY6" fmla="*/ 5374845 h 5781935"/>
              <a:gd name="connsiteX7" fmla="*/ 0 w 7454816"/>
              <a:gd name="connsiteY7" fmla="*/ 407089 h 5781935"/>
              <a:gd name="connsiteX8" fmla="*/ 407088 w 7454816"/>
              <a:gd name="connsiteY8" fmla="*/ 0 h 578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54816" h="5781935">
                <a:moveTo>
                  <a:pt x="407088" y="0"/>
                </a:moveTo>
                <a:lnTo>
                  <a:pt x="7047728" y="0"/>
                </a:lnTo>
                <a:cubicBezTo>
                  <a:pt x="7272896" y="0"/>
                  <a:pt x="7454816" y="181918"/>
                  <a:pt x="7454816" y="407089"/>
                </a:cubicBezTo>
                <a:lnTo>
                  <a:pt x="7454816" y="5374845"/>
                </a:lnTo>
                <a:cubicBezTo>
                  <a:pt x="7454816" y="5600016"/>
                  <a:pt x="7272896" y="5781935"/>
                  <a:pt x="7047728" y="5781935"/>
                </a:cubicBezTo>
                <a:lnTo>
                  <a:pt x="407088" y="5781935"/>
                </a:lnTo>
                <a:cubicBezTo>
                  <a:pt x="181918" y="5781935"/>
                  <a:pt x="0" y="5600016"/>
                  <a:pt x="0" y="5374845"/>
                </a:cubicBezTo>
                <a:lnTo>
                  <a:pt x="0" y="407089"/>
                </a:lnTo>
                <a:cubicBezTo>
                  <a:pt x="0" y="181918"/>
                  <a:pt x="181918" y="0"/>
                  <a:pt x="407088"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27" name="Picture Placeholder 26">
            <a:extLst>
              <a:ext uri="{FF2B5EF4-FFF2-40B4-BE49-F238E27FC236}">
                <a16:creationId xmlns:a16="http://schemas.microsoft.com/office/drawing/2014/main" id="{0A0B52B3-8BB0-41C7-1103-A4568AF8B08D}"/>
              </a:ext>
            </a:extLst>
          </p:cNvPr>
          <p:cNvSpPr>
            <a:spLocks noGrp="1"/>
          </p:cNvSpPr>
          <p:nvPr>
            <p:ph type="pic" sz="quarter" idx="15"/>
          </p:nvPr>
        </p:nvSpPr>
        <p:spPr>
          <a:xfrm>
            <a:off x="18189160" y="676972"/>
            <a:ext cx="5505876" cy="4250263"/>
          </a:xfrm>
          <a:custGeom>
            <a:avLst/>
            <a:gdLst>
              <a:gd name="connsiteX0" fmla="*/ 407090 w 5505876"/>
              <a:gd name="connsiteY0" fmla="*/ 0 h 4250263"/>
              <a:gd name="connsiteX1" fmla="*/ 5098788 w 5505876"/>
              <a:gd name="connsiteY1" fmla="*/ 0 h 4250263"/>
              <a:gd name="connsiteX2" fmla="*/ 5505876 w 5505876"/>
              <a:gd name="connsiteY2" fmla="*/ 407089 h 4250263"/>
              <a:gd name="connsiteX3" fmla="*/ 5505876 w 5505876"/>
              <a:gd name="connsiteY3" fmla="*/ 3843173 h 4250263"/>
              <a:gd name="connsiteX4" fmla="*/ 5098788 w 5505876"/>
              <a:gd name="connsiteY4" fmla="*/ 4250263 h 4250263"/>
              <a:gd name="connsiteX5" fmla="*/ 407090 w 5505876"/>
              <a:gd name="connsiteY5" fmla="*/ 4250263 h 4250263"/>
              <a:gd name="connsiteX6" fmla="*/ 0 w 5505876"/>
              <a:gd name="connsiteY6" fmla="*/ 3843173 h 4250263"/>
              <a:gd name="connsiteX7" fmla="*/ 0 w 5505876"/>
              <a:gd name="connsiteY7" fmla="*/ 407089 h 4250263"/>
              <a:gd name="connsiteX8" fmla="*/ 407090 w 5505876"/>
              <a:gd name="connsiteY8" fmla="*/ 0 h 42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5876" h="4250263">
                <a:moveTo>
                  <a:pt x="407090" y="0"/>
                </a:moveTo>
                <a:lnTo>
                  <a:pt x="5098788" y="0"/>
                </a:lnTo>
                <a:cubicBezTo>
                  <a:pt x="5323960" y="0"/>
                  <a:pt x="5505876" y="181918"/>
                  <a:pt x="5505876" y="407089"/>
                </a:cubicBezTo>
                <a:lnTo>
                  <a:pt x="5505876" y="3843173"/>
                </a:lnTo>
                <a:cubicBezTo>
                  <a:pt x="5505876" y="4068344"/>
                  <a:pt x="5323960" y="4250263"/>
                  <a:pt x="5098788" y="4250263"/>
                </a:cubicBezTo>
                <a:lnTo>
                  <a:pt x="407090" y="4250263"/>
                </a:lnTo>
                <a:cubicBezTo>
                  <a:pt x="181918" y="4250263"/>
                  <a:pt x="0" y="4068344"/>
                  <a:pt x="0" y="3843173"/>
                </a:cubicBezTo>
                <a:lnTo>
                  <a:pt x="0" y="407089"/>
                </a:lnTo>
                <a:cubicBezTo>
                  <a:pt x="0" y="181918"/>
                  <a:pt x="181918" y="0"/>
                  <a:pt x="407090"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33" name="Picture Placeholder 32">
            <a:extLst>
              <a:ext uri="{FF2B5EF4-FFF2-40B4-BE49-F238E27FC236}">
                <a16:creationId xmlns:a16="http://schemas.microsoft.com/office/drawing/2014/main" id="{57209156-26B1-F610-41B7-B70378C2E20F}"/>
              </a:ext>
            </a:extLst>
          </p:cNvPr>
          <p:cNvSpPr>
            <a:spLocks noGrp="1"/>
          </p:cNvSpPr>
          <p:nvPr>
            <p:ph type="pic" sz="quarter" idx="16"/>
          </p:nvPr>
        </p:nvSpPr>
        <p:spPr>
          <a:xfrm>
            <a:off x="18189160" y="5270716"/>
            <a:ext cx="1605456" cy="2719863"/>
          </a:xfrm>
          <a:custGeom>
            <a:avLst/>
            <a:gdLst>
              <a:gd name="connsiteX0" fmla="*/ 407090 w 1605456"/>
              <a:gd name="connsiteY0" fmla="*/ 0 h 2719863"/>
              <a:gd name="connsiteX1" fmla="*/ 1198368 w 1605456"/>
              <a:gd name="connsiteY1" fmla="*/ 0 h 2719863"/>
              <a:gd name="connsiteX2" fmla="*/ 1605456 w 1605456"/>
              <a:gd name="connsiteY2" fmla="*/ 407089 h 2719863"/>
              <a:gd name="connsiteX3" fmla="*/ 1605456 w 1605456"/>
              <a:gd name="connsiteY3" fmla="*/ 2312774 h 2719863"/>
              <a:gd name="connsiteX4" fmla="*/ 1198368 w 1605456"/>
              <a:gd name="connsiteY4" fmla="*/ 2719863 h 2719863"/>
              <a:gd name="connsiteX5" fmla="*/ 407090 w 1605456"/>
              <a:gd name="connsiteY5" fmla="*/ 2719863 h 2719863"/>
              <a:gd name="connsiteX6" fmla="*/ 0 w 1605456"/>
              <a:gd name="connsiteY6" fmla="*/ 2312774 h 2719863"/>
              <a:gd name="connsiteX7" fmla="*/ 0 w 1605456"/>
              <a:gd name="connsiteY7" fmla="*/ 407089 h 2719863"/>
              <a:gd name="connsiteX8" fmla="*/ 407090 w 1605456"/>
              <a:gd name="connsiteY8" fmla="*/ 0 h 2719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5456" h="2719863">
                <a:moveTo>
                  <a:pt x="407090" y="0"/>
                </a:moveTo>
                <a:lnTo>
                  <a:pt x="1198368" y="0"/>
                </a:lnTo>
                <a:cubicBezTo>
                  <a:pt x="1423538" y="0"/>
                  <a:pt x="1605456" y="181919"/>
                  <a:pt x="1605456" y="407089"/>
                </a:cubicBezTo>
                <a:lnTo>
                  <a:pt x="1605456" y="2312774"/>
                </a:lnTo>
                <a:cubicBezTo>
                  <a:pt x="1605456" y="2537945"/>
                  <a:pt x="1423538" y="2719863"/>
                  <a:pt x="1198368" y="2719863"/>
                </a:cubicBezTo>
                <a:lnTo>
                  <a:pt x="407090" y="2719863"/>
                </a:lnTo>
                <a:cubicBezTo>
                  <a:pt x="181918" y="2719863"/>
                  <a:pt x="0" y="2537945"/>
                  <a:pt x="0" y="2312774"/>
                </a:cubicBezTo>
                <a:lnTo>
                  <a:pt x="0" y="407089"/>
                </a:lnTo>
                <a:cubicBezTo>
                  <a:pt x="0" y="181919"/>
                  <a:pt x="181918" y="0"/>
                  <a:pt x="407090"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35" name="Picture Placeholder 34">
            <a:extLst>
              <a:ext uri="{FF2B5EF4-FFF2-40B4-BE49-F238E27FC236}">
                <a16:creationId xmlns:a16="http://schemas.microsoft.com/office/drawing/2014/main" id="{EE1FB51C-3306-5F50-AD45-F60B6807C0E2}"/>
              </a:ext>
            </a:extLst>
          </p:cNvPr>
          <p:cNvSpPr>
            <a:spLocks noGrp="1"/>
          </p:cNvSpPr>
          <p:nvPr>
            <p:ph type="pic" sz="quarter" idx="17"/>
          </p:nvPr>
        </p:nvSpPr>
        <p:spPr>
          <a:xfrm>
            <a:off x="20139370" y="5270716"/>
            <a:ext cx="3555666" cy="2719863"/>
          </a:xfrm>
          <a:custGeom>
            <a:avLst/>
            <a:gdLst>
              <a:gd name="connsiteX0" fmla="*/ 407090 w 3555666"/>
              <a:gd name="connsiteY0" fmla="*/ 0 h 2719863"/>
              <a:gd name="connsiteX1" fmla="*/ 3148578 w 3555666"/>
              <a:gd name="connsiteY1" fmla="*/ 0 h 2719863"/>
              <a:gd name="connsiteX2" fmla="*/ 3555666 w 3555666"/>
              <a:gd name="connsiteY2" fmla="*/ 407089 h 2719863"/>
              <a:gd name="connsiteX3" fmla="*/ 3555666 w 3555666"/>
              <a:gd name="connsiteY3" fmla="*/ 2312774 h 2719863"/>
              <a:gd name="connsiteX4" fmla="*/ 3148578 w 3555666"/>
              <a:gd name="connsiteY4" fmla="*/ 2719863 h 2719863"/>
              <a:gd name="connsiteX5" fmla="*/ 407090 w 3555666"/>
              <a:gd name="connsiteY5" fmla="*/ 2719863 h 2719863"/>
              <a:gd name="connsiteX6" fmla="*/ 0 w 3555666"/>
              <a:gd name="connsiteY6" fmla="*/ 2312774 h 2719863"/>
              <a:gd name="connsiteX7" fmla="*/ 0 w 3555666"/>
              <a:gd name="connsiteY7" fmla="*/ 407089 h 2719863"/>
              <a:gd name="connsiteX8" fmla="*/ 407090 w 3555666"/>
              <a:gd name="connsiteY8" fmla="*/ 0 h 2719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5666" h="2719863">
                <a:moveTo>
                  <a:pt x="407090" y="0"/>
                </a:moveTo>
                <a:lnTo>
                  <a:pt x="3148578" y="0"/>
                </a:lnTo>
                <a:cubicBezTo>
                  <a:pt x="3373750" y="0"/>
                  <a:pt x="3555666" y="181919"/>
                  <a:pt x="3555666" y="407089"/>
                </a:cubicBezTo>
                <a:lnTo>
                  <a:pt x="3555666" y="2312774"/>
                </a:lnTo>
                <a:cubicBezTo>
                  <a:pt x="3555666" y="2537945"/>
                  <a:pt x="3373750" y="2719863"/>
                  <a:pt x="3148578" y="2719863"/>
                </a:cubicBezTo>
                <a:lnTo>
                  <a:pt x="407090" y="2719863"/>
                </a:lnTo>
                <a:cubicBezTo>
                  <a:pt x="181918" y="2719863"/>
                  <a:pt x="0" y="2537945"/>
                  <a:pt x="0" y="2312774"/>
                </a:cubicBezTo>
                <a:lnTo>
                  <a:pt x="0" y="407089"/>
                </a:lnTo>
                <a:cubicBezTo>
                  <a:pt x="0" y="181919"/>
                  <a:pt x="181918" y="0"/>
                  <a:pt x="407090"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38" name="Picture Placeholder 37">
            <a:extLst>
              <a:ext uri="{FF2B5EF4-FFF2-40B4-BE49-F238E27FC236}">
                <a16:creationId xmlns:a16="http://schemas.microsoft.com/office/drawing/2014/main" id="{C09C22C9-7FA6-5090-4695-0D3F786D3A21}"/>
              </a:ext>
            </a:extLst>
          </p:cNvPr>
          <p:cNvSpPr>
            <a:spLocks noGrp="1"/>
          </p:cNvSpPr>
          <p:nvPr>
            <p:ph type="pic" sz="quarter" idx="18"/>
          </p:nvPr>
        </p:nvSpPr>
        <p:spPr>
          <a:xfrm>
            <a:off x="18189160" y="8334059"/>
            <a:ext cx="5505876" cy="4250262"/>
          </a:xfrm>
          <a:custGeom>
            <a:avLst/>
            <a:gdLst>
              <a:gd name="connsiteX0" fmla="*/ 407090 w 5505876"/>
              <a:gd name="connsiteY0" fmla="*/ 0 h 4250262"/>
              <a:gd name="connsiteX1" fmla="*/ 5098788 w 5505876"/>
              <a:gd name="connsiteY1" fmla="*/ 0 h 4250262"/>
              <a:gd name="connsiteX2" fmla="*/ 5505876 w 5505876"/>
              <a:gd name="connsiteY2" fmla="*/ 407089 h 4250262"/>
              <a:gd name="connsiteX3" fmla="*/ 5505876 w 5505876"/>
              <a:gd name="connsiteY3" fmla="*/ 3843173 h 4250262"/>
              <a:gd name="connsiteX4" fmla="*/ 5098788 w 5505876"/>
              <a:gd name="connsiteY4" fmla="*/ 4250262 h 4250262"/>
              <a:gd name="connsiteX5" fmla="*/ 407090 w 5505876"/>
              <a:gd name="connsiteY5" fmla="*/ 4250262 h 4250262"/>
              <a:gd name="connsiteX6" fmla="*/ 0 w 5505876"/>
              <a:gd name="connsiteY6" fmla="*/ 3843173 h 4250262"/>
              <a:gd name="connsiteX7" fmla="*/ 0 w 5505876"/>
              <a:gd name="connsiteY7" fmla="*/ 407089 h 4250262"/>
              <a:gd name="connsiteX8" fmla="*/ 407090 w 5505876"/>
              <a:gd name="connsiteY8" fmla="*/ 0 h 4250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5876" h="4250262">
                <a:moveTo>
                  <a:pt x="407090" y="0"/>
                </a:moveTo>
                <a:lnTo>
                  <a:pt x="5098788" y="0"/>
                </a:lnTo>
                <a:cubicBezTo>
                  <a:pt x="5323960" y="0"/>
                  <a:pt x="5505876" y="181918"/>
                  <a:pt x="5505876" y="407089"/>
                </a:cubicBezTo>
                <a:lnTo>
                  <a:pt x="5505876" y="3843173"/>
                </a:lnTo>
                <a:cubicBezTo>
                  <a:pt x="5505876" y="4068344"/>
                  <a:pt x="5323960" y="4250262"/>
                  <a:pt x="5098788" y="4250262"/>
                </a:cubicBezTo>
                <a:lnTo>
                  <a:pt x="407090" y="4250262"/>
                </a:lnTo>
                <a:cubicBezTo>
                  <a:pt x="181918" y="4250262"/>
                  <a:pt x="0" y="4068344"/>
                  <a:pt x="0" y="3843173"/>
                </a:cubicBezTo>
                <a:lnTo>
                  <a:pt x="0" y="407089"/>
                </a:lnTo>
                <a:cubicBezTo>
                  <a:pt x="0" y="181918"/>
                  <a:pt x="181918" y="0"/>
                  <a:pt x="407090"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29" name="Picture Placeholder 28">
            <a:extLst>
              <a:ext uri="{FF2B5EF4-FFF2-40B4-BE49-F238E27FC236}">
                <a16:creationId xmlns:a16="http://schemas.microsoft.com/office/drawing/2014/main" id="{318ACC03-BFA9-B877-C4DD-9F3F9E12FADD}"/>
              </a:ext>
            </a:extLst>
          </p:cNvPr>
          <p:cNvSpPr>
            <a:spLocks noGrp="1"/>
          </p:cNvSpPr>
          <p:nvPr>
            <p:ph type="pic" sz="quarter" idx="19"/>
          </p:nvPr>
        </p:nvSpPr>
        <p:spPr>
          <a:xfrm>
            <a:off x="4542778" y="6802387"/>
            <a:ext cx="7454814" cy="5781934"/>
          </a:xfrm>
          <a:custGeom>
            <a:avLst/>
            <a:gdLst>
              <a:gd name="connsiteX0" fmla="*/ 407089 w 7454814"/>
              <a:gd name="connsiteY0" fmla="*/ 0 h 5781934"/>
              <a:gd name="connsiteX1" fmla="*/ 7047726 w 7454814"/>
              <a:gd name="connsiteY1" fmla="*/ 0 h 5781934"/>
              <a:gd name="connsiteX2" fmla="*/ 7454814 w 7454814"/>
              <a:gd name="connsiteY2" fmla="*/ 407089 h 5781934"/>
              <a:gd name="connsiteX3" fmla="*/ 7454814 w 7454814"/>
              <a:gd name="connsiteY3" fmla="*/ 5374845 h 5781934"/>
              <a:gd name="connsiteX4" fmla="*/ 7047726 w 7454814"/>
              <a:gd name="connsiteY4" fmla="*/ 5781934 h 5781934"/>
              <a:gd name="connsiteX5" fmla="*/ 407089 w 7454814"/>
              <a:gd name="connsiteY5" fmla="*/ 5781934 h 5781934"/>
              <a:gd name="connsiteX6" fmla="*/ 0 w 7454814"/>
              <a:gd name="connsiteY6" fmla="*/ 5374845 h 5781934"/>
              <a:gd name="connsiteX7" fmla="*/ 0 w 7454814"/>
              <a:gd name="connsiteY7" fmla="*/ 407089 h 5781934"/>
              <a:gd name="connsiteX8" fmla="*/ 407089 w 7454814"/>
              <a:gd name="connsiteY8" fmla="*/ 0 h 578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54814" h="5781934">
                <a:moveTo>
                  <a:pt x="407089" y="0"/>
                </a:moveTo>
                <a:lnTo>
                  <a:pt x="7047726" y="0"/>
                </a:lnTo>
                <a:cubicBezTo>
                  <a:pt x="7272896" y="0"/>
                  <a:pt x="7454814" y="181919"/>
                  <a:pt x="7454814" y="407089"/>
                </a:cubicBezTo>
                <a:lnTo>
                  <a:pt x="7454814" y="5374845"/>
                </a:lnTo>
                <a:cubicBezTo>
                  <a:pt x="7454814" y="5600016"/>
                  <a:pt x="7272896" y="5781934"/>
                  <a:pt x="7047726" y="5781934"/>
                </a:cubicBezTo>
                <a:lnTo>
                  <a:pt x="407089" y="5781934"/>
                </a:lnTo>
                <a:cubicBezTo>
                  <a:pt x="181917" y="5781934"/>
                  <a:pt x="0" y="5600016"/>
                  <a:pt x="0" y="5374845"/>
                </a:cubicBezTo>
                <a:lnTo>
                  <a:pt x="0" y="407089"/>
                </a:lnTo>
                <a:cubicBezTo>
                  <a:pt x="0" y="181919"/>
                  <a:pt x="181917" y="0"/>
                  <a:pt x="407089"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31" name="Picture Placeholder 30">
            <a:extLst>
              <a:ext uri="{FF2B5EF4-FFF2-40B4-BE49-F238E27FC236}">
                <a16:creationId xmlns:a16="http://schemas.microsoft.com/office/drawing/2014/main" id="{29DEE234-505B-01C9-7DFB-87842B0073B9}"/>
              </a:ext>
            </a:extLst>
          </p:cNvPr>
          <p:cNvSpPr>
            <a:spLocks noGrp="1"/>
          </p:cNvSpPr>
          <p:nvPr>
            <p:ph type="pic" sz="quarter" idx="20"/>
          </p:nvPr>
        </p:nvSpPr>
        <p:spPr>
          <a:xfrm>
            <a:off x="12339802" y="6802387"/>
            <a:ext cx="5505878" cy="5781934"/>
          </a:xfrm>
          <a:custGeom>
            <a:avLst/>
            <a:gdLst>
              <a:gd name="connsiteX0" fmla="*/ 407088 w 5505878"/>
              <a:gd name="connsiteY0" fmla="*/ 0 h 5781934"/>
              <a:gd name="connsiteX1" fmla="*/ 5098790 w 5505878"/>
              <a:gd name="connsiteY1" fmla="*/ 0 h 5781934"/>
              <a:gd name="connsiteX2" fmla="*/ 5505878 w 5505878"/>
              <a:gd name="connsiteY2" fmla="*/ 407089 h 5781934"/>
              <a:gd name="connsiteX3" fmla="*/ 5505878 w 5505878"/>
              <a:gd name="connsiteY3" fmla="*/ 5374845 h 5781934"/>
              <a:gd name="connsiteX4" fmla="*/ 5098790 w 5505878"/>
              <a:gd name="connsiteY4" fmla="*/ 5781934 h 5781934"/>
              <a:gd name="connsiteX5" fmla="*/ 407088 w 5505878"/>
              <a:gd name="connsiteY5" fmla="*/ 5781934 h 5781934"/>
              <a:gd name="connsiteX6" fmla="*/ 0 w 5505878"/>
              <a:gd name="connsiteY6" fmla="*/ 5374845 h 5781934"/>
              <a:gd name="connsiteX7" fmla="*/ 0 w 5505878"/>
              <a:gd name="connsiteY7" fmla="*/ 407089 h 5781934"/>
              <a:gd name="connsiteX8" fmla="*/ 407088 w 5505878"/>
              <a:gd name="connsiteY8" fmla="*/ 0 h 578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5878" h="5781934">
                <a:moveTo>
                  <a:pt x="407088" y="0"/>
                </a:moveTo>
                <a:lnTo>
                  <a:pt x="5098790" y="0"/>
                </a:lnTo>
                <a:cubicBezTo>
                  <a:pt x="5323958" y="0"/>
                  <a:pt x="5505878" y="181919"/>
                  <a:pt x="5505878" y="407089"/>
                </a:cubicBezTo>
                <a:lnTo>
                  <a:pt x="5505878" y="5374845"/>
                </a:lnTo>
                <a:cubicBezTo>
                  <a:pt x="5505878" y="5600016"/>
                  <a:pt x="5323958" y="5781934"/>
                  <a:pt x="5098790" y="5781934"/>
                </a:cubicBezTo>
                <a:lnTo>
                  <a:pt x="407088" y="5781934"/>
                </a:lnTo>
                <a:cubicBezTo>
                  <a:pt x="181917" y="5781934"/>
                  <a:pt x="0" y="5600016"/>
                  <a:pt x="0" y="5374845"/>
                </a:cubicBezTo>
                <a:lnTo>
                  <a:pt x="0" y="407089"/>
                </a:lnTo>
                <a:cubicBezTo>
                  <a:pt x="0" y="181919"/>
                  <a:pt x="181917" y="0"/>
                  <a:pt x="407088"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4" name="TextBox 3">
            <a:extLst>
              <a:ext uri="{FF2B5EF4-FFF2-40B4-BE49-F238E27FC236}">
                <a16:creationId xmlns:a16="http://schemas.microsoft.com/office/drawing/2014/main" id="{758ECC67-3B0E-7DCB-B24F-352584F5CA49}"/>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Tree>
    <p:extLst>
      <p:ext uri="{BB962C8B-B14F-4D97-AF65-F5344CB8AC3E}">
        <p14:creationId xmlns:p14="http://schemas.microsoft.com/office/powerpoint/2010/main" val="39918684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Moodboard 2">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82625" y="2224728"/>
            <a:ext cx="3657600" cy="8877247"/>
          </a:xfrm>
        </p:spPr>
        <p:txBody>
          <a:bodyPr/>
          <a:lstStyle>
            <a:lvl1pPr>
              <a:lnSpc>
                <a:spcPts val="3400"/>
              </a:lnSpc>
              <a:spcAft>
                <a:spcPts val="0"/>
              </a:spcAft>
              <a:defRPr sz="2600"/>
            </a:lvl1pPr>
            <a:lvl2pPr marL="476250" indent="-457200">
              <a:lnSpc>
                <a:spcPts val="3400"/>
              </a:lnSpc>
              <a:spcAft>
                <a:spcPts val="0"/>
              </a:spcAft>
              <a:buFont typeface="Everyday Sans Regular" pitchFamily="2" charset="77"/>
              <a:buChar char="—"/>
              <a:tabLst/>
              <a:defRPr sz="2600"/>
            </a:lvl2pPr>
            <a:lvl3pPr marL="917575" indent="-458788">
              <a:lnSpc>
                <a:spcPts val="3400"/>
              </a:lnSpc>
              <a:spcAft>
                <a:spcPts val="0"/>
              </a:spcAft>
              <a:buFont typeface="Everyday Sans Regular" pitchFamily="2" charset="77"/>
              <a:buChar char="—"/>
              <a:tabLst/>
              <a:defRPr sz="2600"/>
            </a:lvl3pPr>
            <a:lvl4pPr marL="1374775" indent="-457200">
              <a:lnSpc>
                <a:spcPts val="3400"/>
              </a:lnSpc>
              <a:spcAft>
                <a:spcPts val="0"/>
              </a:spcAft>
              <a:buFont typeface="Everyday Sans Regular" pitchFamily="2" charset="77"/>
              <a:buChar char="—"/>
              <a:tabLst/>
              <a:defRPr sz="2600"/>
            </a:lvl4pPr>
            <a:lvl5pPr marL="1782762" indent="-457200">
              <a:lnSpc>
                <a:spcPts val="3400"/>
              </a:lnSpc>
              <a:spcAft>
                <a:spcPts val="0"/>
              </a:spcAft>
              <a:buFont typeface="Everyday Sans Regular" pitchFamily="2" charset="77"/>
              <a:buChar char="—"/>
              <a:tabLst/>
              <a:defRPr sz="26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Team Name Here</a:t>
            </a:r>
          </a:p>
        </p:txBody>
      </p:sp>
      <p:sp>
        <p:nvSpPr>
          <p:cNvPr id="6" name="Slide Number Placeholder 5"/>
          <p:cNvSpPr>
            <a:spLocks noGrp="1"/>
          </p:cNvSpPr>
          <p:nvPr>
            <p:ph type="sldNum" sz="quarter" idx="12"/>
          </p:nvPr>
        </p:nvSpPr>
        <p:spPr/>
        <p:txBody>
          <a:bodyPr anchor="ctr" anchorCtr="0"/>
          <a:lstStyle/>
          <a:p>
            <a:fld id="{E7E83E8E-4C8F-494C-96FC-84A57D31552C}" type="slidenum">
              <a:rPr lang="en-US" smtClean="0"/>
              <a:t>‹#›</a:t>
            </a:fld>
            <a:endParaRPr lang="en-US"/>
          </a:p>
        </p:txBody>
      </p:sp>
      <p:sp>
        <p:nvSpPr>
          <p:cNvPr id="23" name="Picture Placeholder 22">
            <a:extLst>
              <a:ext uri="{FF2B5EF4-FFF2-40B4-BE49-F238E27FC236}">
                <a16:creationId xmlns:a16="http://schemas.microsoft.com/office/drawing/2014/main" id="{A3FC0C83-F2E6-3555-6556-E837D42D90A3}"/>
              </a:ext>
            </a:extLst>
          </p:cNvPr>
          <p:cNvSpPr>
            <a:spLocks noGrp="1"/>
          </p:cNvSpPr>
          <p:nvPr>
            <p:ph type="pic" sz="quarter" idx="13"/>
          </p:nvPr>
        </p:nvSpPr>
        <p:spPr>
          <a:xfrm>
            <a:off x="4542778" y="676973"/>
            <a:ext cx="5505878" cy="5781935"/>
          </a:xfrm>
          <a:custGeom>
            <a:avLst/>
            <a:gdLst>
              <a:gd name="connsiteX0" fmla="*/ 407089 w 5505878"/>
              <a:gd name="connsiteY0" fmla="*/ 0 h 5781935"/>
              <a:gd name="connsiteX1" fmla="*/ 5098788 w 5505878"/>
              <a:gd name="connsiteY1" fmla="*/ 0 h 5781935"/>
              <a:gd name="connsiteX2" fmla="*/ 5505878 w 5505878"/>
              <a:gd name="connsiteY2" fmla="*/ 407089 h 5781935"/>
              <a:gd name="connsiteX3" fmla="*/ 5505878 w 5505878"/>
              <a:gd name="connsiteY3" fmla="*/ 5374845 h 5781935"/>
              <a:gd name="connsiteX4" fmla="*/ 5098788 w 5505878"/>
              <a:gd name="connsiteY4" fmla="*/ 5781935 h 5781935"/>
              <a:gd name="connsiteX5" fmla="*/ 407089 w 5505878"/>
              <a:gd name="connsiteY5" fmla="*/ 5781935 h 5781935"/>
              <a:gd name="connsiteX6" fmla="*/ 0 w 5505878"/>
              <a:gd name="connsiteY6" fmla="*/ 5374845 h 5781935"/>
              <a:gd name="connsiteX7" fmla="*/ 0 w 5505878"/>
              <a:gd name="connsiteY7" fmla="*/ 407089 h 5781935"/>
              <a:gd name="connsiteX8" fmla="*/ 407089 w 5505878"/>
              <a:gd name="connsiteY8" fmla="*/ 0 h 578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5878" h="5781935">
                <a:moveTo>
                  <a:pt x="407089" y="0"/>
                </a:moveTo>
                <a:lnTo>
                  <a:pt x="5098788" y="0"/>
                </a:lnTo>
                <a:cubicBezTo>
                  <a:pt x="5323958" y="0"/>
                  <a:pt x="5505878" y="181918"/>
                  <a:pt x="5505878" y="407089"/>
                </a:cubicBezTo>
                <a:lnTo>
                  <a:pt x="5505878" y="5374845"/>
                </a:lnTo>
                <a:cubicBezTo>
                  <a:pt x="5505878" y="5600016"/>
                  <a:pt x="5323958" y="5781935"/>
                  <a:pt x="5098788" y="5781935"/>
                </a:cubicBezTo>
                <a:lnTo>
                  <a:pt x="407089" y="5781935"/>
                </a:lnTo>
                <a:cubicBezTo>
                  <a:pt x="181917" y="5781935"/>
                  <a:pt x="0" y="5600016"/>
                  <a:pt x="0" y="5374845"/>
                </a:cubicBezTo>
                <a:lnTo>
                  <a:pt x="0" y="407089"/>
                </a:lnTo>
                <a:cubicBezTo>
                  <a:pt x="0" y="181918"/>
                  <a:pt x="181917" y="0"/>
                  <a:pt x="407089"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25" name="Picture Placeholder 24">
            <a:extLst>
              <a:ext uri="{FF2B5EF4-FFF2-40B4-BE49-F238E27FC236}">
                <a16:creationId xmlns:a16="http://schemas.microsoft.com/office/drawing/2014/main" id="{E4A94C15-B9C2-D260-921F-8F2CCFA1330A}"/>
              </a:ext>
            </a:extLst>
          </p:cNvPr>
          <p:cNvSpPr>
            <a:spLocks noGrp="1"/>
          </p:cNvSpPr>
          <p:nvPr>
            <p:ph type="pic" sz="quarter" idx="14"/>
          </p:nvPr>
        </p:nvSpPr>
        <p:spPr>
          <a:xfrm>
            <a:off x="10390864" y="676973"/>
            <a:ext cx="7454816" cy="5781935"/>
          </a:xfrm>
          <a:custGeom>
            <a:avLst/>
            <a:gdLst>
              <a:gd name="connsiteX0" fmla="*/ 407088 w 7454816"/>
              <a:gd name="connsiteY0" fmla="*/ 0 h 5781935"/>
              <a:gd name="connsiteX1" fmla="*/ 7047728 w 7454816"/>
              <a:gd name="connsiteY1" fmla="*/ 0 h 5781935"/>
              <a:gd name="connsiteX2" fmla="*/ 7454816 w 7454816"/>
              <a:gd name="connsiteY2" fmla="*/ 407089 h 5781935"/>
              <a:gd name="connsiteX3" fmla="*/ 7454816 w 7454816"/>
              <a:gd name="connsiteY3" fmla="*/ 5374845 h 5781935"/>
              <a:gd name="connsiteX4" fmla="*/ 7047728 w 7454816"/>
              <a:gd name="connsiteY4" fmla="*/ 5781935 h 5781935"/>
              <a:gd name="connsiteX5" fmla="*/ 407088 w 7454816"/>
              <a:gd name="connsiteY5" fmla="*/ 5781935 h 5781935"/>
              <a:gd name="connsiteX6" fmla="*/ 0 w 7454816"/>
              <a:gd name="connsiteY6" fmla="*/ 5374845 h 5781935"/>
              <a:gd name="connsiteX7" fmla="*/ 0 w 7454816"/>
              <a:gd name="connsiteY7" fmla="*/ 407089 h 5781935"/>
              <a:gd name="connsiteX8" fmla="*/ 407088 w 7454816"/>
              <a:gd name="connsiteY8" fmla="*/ 0 h 5781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54816" h="5781935">
                <a:moveTo>
                  <a:pt x="407088" y="0"/>
                </a:moveTo>
                <a:lnTo>
                  <a:pt x="7047728" y="0"/>
                </a:lnTo>
                <a:cubicBezTo>
                  <a:pt x="7272896" y="0"/>
                  <a:pt x="7454816" y="181918"/>
                  <a:pt x="7454816" y="407089"/>
                </a:cubicBezTo>
                <a:lnTo>
                  <a:pt x="7454816" y="5374845"/>
                </a:lnTo>
                <a:cubicBezTo>
                  <a:pt x="7454816" y="5600016"/>
                  <a:pt x="7272896" y="5781935"/>
                  <a:pt x="7047728" y="5781935"/>
                </a:cubicBezTo>
                <a:lnTo>
                  <a:pt x="407088" y="5781935"/>
                </a:lnTo>
                <a:cubicBezTo>
                  <a:pt x="181918" y="5781935"/>
                  <a:pt x="0" y="5600016"/>
                  <a:pt x="0" y="5374845"/>
                </a:cubicBezTo>
                <a:lnTo>
                  <a:pt x="0" y="407089"/>
                </a:lnTo>
                <a:cubicBezTo>
                  <a:pt x="0" y="181918"/>
                  <a:pt x="181918" y="0"/>
                  <a:pt x="407088"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27" name="Picture Placeholder 26">
            <a:extLst>
              <a:ext uri="{FF2B5EF4-FFF2-40B4-BE49-F238E27FC236}">
                <a16:creationId xmlns:a16="http://schemas.microsoft.com/office/drawing/2014/main" id="{0A0B52B3-8BB0-41C7-1103-A4568AF8B08D}"/>
              </a:ext>
            </a:extLst>
          </p:cNvPr>
          <p:cNvSpPr>
            <a:spLocks noGrp="1"/>
          </p:cNvSpPr>
          <p:nvPr>
            <p:ph type="pic" sz="quarter" idx="15"/>
          </p:nvPr>
        </p:nvSpPr>
        <p:spPr>
          <a:xfrm>
            <a:off x="18189160" y="676972"/>
            <a:ext cx="5505876" cy="4250263"/>
          </a:xfrm>
          <a:custGeom>
            <a:avLst/>
            <a:gdLst>
              <a:gd name="connsiteX0" fmla="*/ 407090 w 5505876"/>
              <a:gd name="connsiteY0" fmla="*/ 0 h 4250263"/>
              <a:gd name="connsiteX1" fmla="*/ 5098788 w 5505876"/>
              <a:gd name="connsiteY1" fmla="*/ 0 h 4250263"/>
              <a:gd name="connsiteX2" fmla="*/ 5505876 w 5505876"/>
              <a:gd name="connsiteY2" fmla="*/ 407089 h 4250263"/>
              <a:gd name="connsiteX3" fmla="*/ 5505876 w 5505876"/>
              <a:gd name="connsiteY3" fmla="*/ 3843173 h 4250263"/>
              <a:gd name="connsiteX4" fmla="*/ 5098788 w 5505876"/>
              <a:gd name="connsiteY4" fmla="*/ 4250263 h 4250263"/>
              <a:gd name="connsiteX5" fmla="*/ 407090 w 5505876"/>
              <a:gd name="connsiteY5" fmla="*/ 4250263 h 4250263"/>
              <a:gd name="connsiteX6" fmla="*/ 0 w 5505876"/>
              <a:gd name="connsiteY6" fmla="*/ 3843173 h 4250263"/>
              <a:gd name="connsiteX7" fmla="*/ 0 w 5505876"/>
              <a:gd name="connsiteY7" fmla="*/ 407089 h 4250263"/>
              <a:gd name="connsiteX8" fmla="*/ 407090 w 5505876"/>
              <a:gd name="connsiteY8" fmla="*/ 0 h 4250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5876" h="4250263">
                <a:moveTo>
                  <a:pt x="407090" y="0"/>
                </a:moveTo>
                <a:lnTo>
                  <a:pt x="5098788" y="0"/>
                </a:lnTo>
                <a:cubicBezTo>
                  <a:pt x="5323960" y="0"/>
                  <a:pt x="5505876" y="181918"/>
                  <a:pt x="5505876" y="407089"/>
                </a:cubicBezTo>
                <a:lnTo>
                  <a:pt x="5505876" y="3843173"/>
                </a:lnTo>
                <a:cubicBezTo>
                  <a:pt x="5505876" y="4068344"/>
                  <a:pt x="5323960" y="4250263"/>
                  <a:pt x="5098788" y="4250263"/>
                </a:cubicBezTo>
                <a:lnTo>
                  <a:pt x="407090" y="4250263"/>
                </a:lnTo>
                <a:cubicBezTo>
                  <a:pt x="181918" y="4250263"/>
                  <a:pt x="0" y="4068344"/>
                  <a:pt x="0" y="3843173"/>
                </a:cubicBezTo>
                <a:lnTo>
                  <a:pt x="0" y="407089"/>
                </a:lnTo>
                <a:cubicBezTo>
                  <a:pt x="0" y="181918"/>
                  <a:pt x="181918" y="0"/>
                  <a:pt x="407090"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33" name="Picture Placeholder 32">
            <a:extLst>
              <a:ext uri="{FF2B5EF4-FFF2-40B4-BE49-F238E27FC236}">
                <a16:creationId xmlns:a16="http://schemas.microsoft.com/office/drawing/2014/main" id="{57209156-26B1-F610-41B7-B70378C2E20F}"/>
              </a:ext>
            </a:extLst>
          </p:cNvPr>
          <p:cNvSpPr>
            <a:spLocks noGrp="1"/>
          </p:cNvSpPr>
          <p:nvPr>
            <p:ph type="pic" sz="quarter" idx="16"/>
          </p:nvPr>
        </p:nvSpPr>
        <p:spPr>
          <a:xfrm>
            <a:off x="18189160" y="5270716"/>
            <a:ext cx="1605456" cy="2719863"/>
          </a:xfrm>
          <a:custGeom>
            <a:avLst/>
            <a:gdLst>
              <a:gd name="connsiteX0" fmla="*/ 407090 w 1605456"/>
              <a:gd name="connsiteY0" fmla="*/ 0 h 2719863"/>
              <a:gd name="connsiteX1" fmla="*/ 1198368 w 1605456"/>
              <a:gd name="connsiteY1" fmla="*/ 0 h 2719863"/>
              <a:gd name="connsiteX2" fmla="*/ 1605456 w 1605456"/>
              <a:gd name="connsiteY2" fmla="*/ 407089 h 2719863"/>
              <a:gd name="connsiteX3" fmla="*/ 1605456 w 1605456"/>
              <a:gd name="connsiteY3" fmla="*/ 2312774 h 2719863"/>
              <a:gd name="connsiteX4" fmla="*/ 1198368 w 1605456"/>
              <a:gd name="connsiteY4" fmla="*/ 2719863 h 2719863"/>
              <a:gd name="connsiteX5" fmla="*/ 407090 w 1605456"/>
              <a:gd name="connsiteY5" fmla="*/ 2719863 h 2719863"/>
              <a:gd name="connsiteX6" fmla="*/ 0 w 1605456"/>
              <a:gd name="connsiteY6" fmla="*/ 2312774 h 2719863"/>
              <a:gd name="connsiteX7" fmla="*/ 0 w 1605456"/>
              <a:gd name="connsiteY7" fmla="*/ 407089 h 2719863"/>
              <a:gd name="connsiteX8" fmla="*/ 407090 w 1605456"/>
              <a:gd name="connsiteY8" fmla="*/ 0 h 2719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05456" h="2719863">
                <a:moveTo>
                  <a:pt x="407090" y="0"/>
                </a:moveTo>
                <a:lnTo>
                  <a:pt x="1198368" y="0"/>
                </a:lnTo>
                <a:cubicBezTo>
                  <a:pt x="1423538" y="0"/>
                  <a:pt x="1605456" y="181919"/>
                  <a:pt x="1605456" y="407089"/>
                </a:cubicBezTo>
                <a:lnTo>
                  <a:pt x="1605456" y="2312774"/>
                </a:lnTo>
                <a:cubicBezTo>
                  <a:pt x="1605456" y="2537945"/>
                  <a:pt x="1423538" y="2719863"/>
                  <a:pt x="1198368" y="2719863"/>
                </a:cubicBezTo>
                <a:lnTo>
                  <a:pt x="407090" y="2719863"/>
                </a:lnTo>
                <a:cubicBezTo>
                  <a:pt x="181918" y="2719863"/>
                  <a:pt x="0" y="2537945"/>
                  <a:pt x="0" y="2312774"/>
                </a:cubicBezTo>
                <a:lnTo>
                  <a:pt x="0" y="407089"/>
                </a:lnTo>
                <a:cubicBezTo>
                  <a:pt x="0" y="181919"/>
                  <a:pt x="181918" y="0"/>
                  <a:pt x="407090"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35" name="Picture Placeholder 34">
            <a:extLst>
              <a:ext uri="{FF2B5EF4-FFF2-40B4-BE49-F238E27FC236}">
                <a16:creationId xmlns:a16="http://schemas.microsoft.com/office/drawing/2014/main" id="{EE1FB51C-3306-5F50-AD45-F60B6807C0E2}"/>
              </a:ext>
            </a:extLst>
          </p:cNvPr>
          <p:cNvSpPr>
            <a:spLocks noGrp="1"/>
          </p:cNvSpPr>
          <p:nvPr>
            <p:ph type="pic" sz="quarter" idx="17"/>
          </p:nvPr>
        </p:nvSpPr>
        <p:spPr>
          <a:xfrm>
            <a:off x="20139370" y="5270716"/>
            <a:ext cx="3555666" cy="2719863"/>
          </a:xfrm>
          <a:custGeom>
            <a:avLst/>
            <a:gdLst>
              <a:gd name="connsiteX0" fmla="*/ 407090 w 3555666"/>
              <a:gd name="connsiteY0" fmla="*/ 0 h 2719863"/>
              <a:gd name="connsiteX1" fmla="*/ 3148578 w 3555666"/>
              <a:gd name="connsiteY1" fmla="*/ 0 h 2719863"/>
              <a:gd name="connsiteX2" fmla="*/ 3555666 w 3555666"/>
              <a:gd name="connsiteY2" fmla="*/ 407089 h 2719863"/>
              <a:gd name="connsiteX3" fmla="*/ 3555666 w 3555666"/>
              <a:gd name="connsiteY3" fmla="*/ 2312774 h 2719863"/>
              <a:gd name="connsiteX4" fmla="*/ 3148578 w 3555666"/>
              <a:gd name="connsiteY4" fmla="*/ 2719863 h 2719863"/>
              <a:gd name="connsiteX5" fmla="*/ 407090 w 3555666"/>
              <a:gd name="connsiteY5" fmla="*/ 2719863 h 2719863"/>
              <a:gd name="connsiteX6" fmla="*/ 0 w 3555666"/>
              <a:gd name="connsiteY6" fmla="*/ 2312774 h 2719863"/>
              <a:gd name="connsiteX7" fmla="*/ 0 w 3555666"/>
              <a:gd name="connsiteY7" fmla="*/ 407089 h 2719863"/>
              <a:gd name="connsiteX8" fmla="*/ 407090 w 3555666"/>
              <a:gd name="connsiteY8" fmla="*/ 0 h 2719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55666" h="2719863">
                <a:moveTo>
                  <a:pt x="407090" y="0"/>
                </a:moveTo>
                <a:lnTo>
                  <a:pt x="3148578" y="0"/>
                </a:lnTo>
                <a:cubicBezTo>
                  <a:pt x="3373750" y="0"/>
                  <a:pt x="3555666" y="181919"/>
                  <a:pt x="3555666" y="407089"/>
                </a:cubicBezTo>
                <a:lnTo>
                  <a:pt x="3555666" y="2312774"/>
                </a:lnTo>
                <a:cubicBezTo>
                  <a:pt x="3555666" y="2537945"/>
                  <a:pt x="3373750" y="2719863"/>
                  <a:pt x="3148578" y="2719863"/>
                </a:cubicBezTo>
                <a:lnTo>
                  <a:pt x="407090" y="2719863"/>
                </a:lnTo>
                <a:cubicBezTo>
                  <a:pt x="181918" y="2719863"/>
                  <a:pt x="0" y="2537945"/>
                  <a:pt x="0" y="2312774"/>
                </a:cubicBezTo>
                <a:lnTo>
                  <a:pt x="0" y="407089"/>
                </a:lnTo>
                <a:cubicBezTo>
                  <a:pt x="0" y="181919"/>
                  <a:pt x="181918" y="0"/>
                  <a:pt x="407090"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38" name="Picture Placeholder 37">
            <a:extLst>
              <a:ext uri="{FF2B5EF4-FFF2-40B4-BE49-F238E27FC236}">
                <a16:creationId xmlns:a16="http://schemas.microsoft.com/office/drawing/2014/main" id="{C09C22C9-7FA6-5090-4695-0D3F786D3A21}"/>
              </a:ext>
            </a:extLst>
          </p:cNvPr>
          <p:cNvSpPr>
            <a:spLocks noGrp="1"/>
          </p:cNvSpPr>
          <p:nvPr>
            <p:ph type="pic" sz="quarter" idx="18"/>
          </p:nvPr>
        </p:nvSpPr>
        <p:spPr>
          <a:xfrm>
            <a:off x="18189160" y="8334059"/>
            <a:ext cx="5505876" cy="4250262"/>
          </a:xfrm>
          <a:custGeom>
            <a:avLst/>
            <a:gdLst>
              <a:gd name="connsiteX0" fmla="*/ 407090 w 5505876"/>
              <a:gd name="connsiteY0" fmla="*/ 0 h 4250262"/>
              <a:gd name="connsiteX1" fmla="*/ 5098788 w 5505876"/>
              <a:gd name="connsiteY1" fmla="*/ 0 h 4250262"/>
              <a:gd name="connsiteX2" fmla="*/ 5505876 w 5505876"/>
              <a:gd name="connsiteY2" fmla="*/ 407089 h 4250262"/>
              <a:gd name="connsiteX3" fmla="*/ 5505876 w 5505876"/>
              <a:gd name="connsiteY3" fmla="*/ 3843173 h 4250262"/>
              <a:gd name="connsiteX4" fmla="*/ 5098788 w 5505876"/>
              <a:gd name="connsiteY4" fmla="*/ 4250262 h 4250262"/>
              <a:gd name="connsiteX5" fmla="*/ 407090 w 5505876"/>
              <a:gd name="connsiteY5" fmla="*/ 4250262 h 4250262"/>
              <a:gd name="connsiteX6" fmla="*/ 0 w 5505876"/>
              <a:gd name="connsiteY6" fmla="*/ 3843173 h 4250262"/>
              <a:gd name="connsiteX7" fmla="*/ 0 w 5505876"/>
              <a:gd name="connsiteY7" fmla="*/ 407089 h 4250262"/>
              <a:gd name="connsiteX8" fmla="*/ 407090 w 5505876"/>
              <a:gd name="connsiteY8" fmla="*/ 0 h 4250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5876" h="4250262">
                <a:moveTo>
                  <a:pt x="407090" y="0"/>
                </a:moveTo>
                <a:lnTo>
                  <a:pt x="5098788" y="0"/>
                </a:lnTo>
                <a:cubicBezTo>
                  <a:pt x="5323960" y="0"/>
                  <a:pt x="5505876" y="181918"/>
                  <a:pt x="5505876" y="407089"/>
                </a:cubicBezTo>
                <a:lnTo>
                  <a:pt x="5505876" y="3843173"/>
                </a:lnTo>
                <a:cubicBezTo>
                  <a:pt x="5505876" y="4068344"/>
                  <a:pt x="5323960" y="4250262"/>
                  <a:pt x="5098788" y="4250262"/>
                </a:cubicBezTo>
                <a:lnTo>
                  <a:pt x="407090" y="4250262"/>
                </a:lnTo>
                <a:cubicBezTo>
                  <a:pt x="181918" y="4250262"/>
                  <a:pt x="0" y="4068344"/>
                  <a:pt x="0" y="3843173"/>
                </a:cubicBezTo>
                <a:lnTo>
                  <a:pt x="0" y="407089"/>
                </a:lnTo>
                <a:cubicBezTo>
                  <a:pt x="0" y="181918"/>
                  <a:pt x="181918" y="0"/>
                  <a:pt x="407090"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29" name="Picture Placeholder 28">
            <a:extLst>
              <a:ext uri="{FF2B5EF4-FFF2-40B4-BE49-F238E27FC236}">
                <a16:creationId xmlns:a16="http://schemas.microsoft.com/office/drawing/2014/main" id="{318ACC03-BFA9-B877-C4DD-9F3F9E12FADD}"/>
              </a:ext>
            </a:extLst>
          </p:cNvPr>
          <p:cNvSpPr>
            <a:spLocks noGrp="1"/>
          </p:cNvSpPr>
          <p:nvPr>
            <p:ph type="pic" sz="quarter" idx="19"/>
          </p:nvPr>
        </p:nvSpPr>
        <p:spPr>
          <a:xfrm>
            <a:off x="4542778" y="6802387"/>
            <a:ext cx="7454814" cy="5781934"/>
          </a:xfrm>
          <a:custGeom>
            <a:avLst/>
            <a:gdLst>
              <a:gd name="connsiteX0" fmla="*/ 407089 w 7454814"/>
              <a:gd name="connsiteY0" fmla="*/ 0 h 5781934"/>
              <a:gd name="connsiteX1" fmla="*/ 7047726 w 7454814"/>
              <a:gd name="connsiteY1" fmla="*/ 0 h 5781934"/>
              <a:gd name="connsiteX2" fmla="*/ 7454814 w 7454814"/>
              <a:gd name="connsiteY2" fmla="*/ 407089 h 5781934"/>
              <a:gd name="connsiteX3" fmla="*/ 7454814 w 7454814"/>
              <a:gd name="connsiteY3" fmla="*/ 5374845 h 5781934"/>
              <a:gd name="connsiteX4" fmla="*/ 7047726 w 7454814"/>
              <a:gd name="connsiteY4" fmla="*/ 5781934 h 5781934"/>
              <a:gd name="connsiteX5" fmla="*/ 407089 w 7454814"/>
              <a:gd name="connsiteY5" fmla="*/ 5781934 h 5781934"/>
              <a:gd name="connsiteX6" fmla="*/ 0 w 7454814"/>
              <a:gd name="connsiteY6" fmla="*/ 5374845 h 5781934"/>
              <a:gd name="connsiteX7" fmla="*/ 0 w 7454814"/>
              <a:gd name="connsiteY7" fmla="*/ 407089 h 5781934"/>
              <a:gd name="connsiteX8" fmla="*/ 407089 w 7454814"/>
              <a:gd name="connsiteY8" fmla="*/ 0 h 578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54814" h="5781934">
                <a:moveTo>
                  <a:pt x="407089" y="0"/>
                </a:moveTo>
                <a:lnTo>
                  <a:pt x="7047726" y="0"/>
                </a:lnTo>
                <a:cubicBezTo>
                  <a:pt x="7272896" y="0"/>
                  <a:pt x="7454814" y="181919"/>
                  <a:pt x="7454814" y="407089"/>
                </a:cubicBezTo>
                <a:lnTo>
                  <a:pt x="7454814" y="5374845"/>
                </a:lnTo>
                <a:cubicBezTo>
                  <a:pt x="7454814" y="5600016"/>
                  <a:pt x="7272896" y="5781934"/>
                  <a:pt x="7047726" y="5781934"/>
                </a:cubicBezTo>
                <a:lnTo>
                  <a:pt x="407089" y="5781934"/>
                </a:lnTo>
                <a:cubicBezTo>
                  <a:pt x="181917" y="5781934"/>
                  <a:pt x="0" y="5600016"/>
                  <a:pt x="0" y="5374845"/>
                </a:cubicBezTo>
                <a:lnTo>
                  <a:pt x="0" y="407089"/>
                </a:lnTo>
                <a:cubicBezTo>
                  <a:pt x="0" y="181919"/>
                  <a:pt x="181917" y="0"/>
                  <a:pt x="407089"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31" name="Picture Placeholder 30">
            <a:extLst>
              <a:ext uri="{FF2B5EF4-FFF2-40B4-BE49-F238E27FC236}">
                <a16:creationId xmlns:a16="http://schemas.microsoft.com/office/drawing/2014/main" id="{29DEE234-505B-01C9-7DFB-87842B0073B9}"/>
              </a:ext>
            </a:extLst>
          </p:cNvPr>
          <p:cNvSpPr>
            <a:spLocks noGrp="1"/>
          </p:cNvSpPr>
          <p:nvPr>
            <p:ph type="pic" sz="quarter" idx="20"/>
          </p:nvPr>
        </p:nvSpPr>
        <p:spPr>
          <a:xfrm>
            <a:off x="12339802" y="6802387"/>
            <a:ext cx="5505878" cy="5781934"/>
          </a:xfrm>
          <a:custGeom>
            <a:avLst/>
            <a:gdLst>
              <a:gd name="connsiteX0" fmla="*/ 407088 w 5505878"/>
              <a:gd name="connsiteY0" fmla="*/ 0 h 5781934"/>
              <a:gd name="connsiteX1" fmla="*/ 5098790 w 5505878"/>
              <a:gd name="connsiteY1" fmla="*/ 0 h 5781934"/>
              <a:gd name="connsiteX2" fmla="*/ 5505878 w 5505878"/>
              <a:gd name="connsiteY2" fmla="*/ 407089 h 5781934"/>
              <a:gd name="connsiteX3" fmla="*/ 5505878 w 5505878"/>
              <a:gd name="connsiteY3" fmla="*/ 5374845 h 5781934"/>
              <a:gd name="connsiteX4" fmla="*/ 5098790 w 5505878"/>
              <a:gd name="connsiteY4" fmla="*/ 5781934 h 5781934"/>
              <a:gd name="connsiteX5" fmla="*/ 407088 w 5505878"/>
              <a:gd name="connsiteY5" fmla="*/ 5781934 h 5781934"/>
              <a:gd name="connsiteX6" fmla="*/ 0 w 5505878"/>
              <a:gd name="connsiteY6" fmla="*/ 5374845 h 5781934"/>
              <a:gd name="connsiteX7" fmla="*/ 0 w 5505878"/>
              <a:gd name="connsiteY7" fmla="*/ 407089 h 5781934"/>
              <a:gd name="connsiteX8" fmla="*/ 407088 w 5505878"/>
              <a:gd name="connsiteY8" fmla="*/ 0 h 5781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505878" h="5781934">
                <a:moveTo>
                  <a:pt x="407088" y="0"/>
                </a:moveTo>
                <a:lnTo>
                  <a:pt x="5098790" y="0"/>
                </a:lnTo>
                <a:cubicBezTo>
                  <a:pt x="5323958" y="0"/>
                  <a:pt x="5505878" y="181919"/>
                  <a:pt x="5505878" y="407089"/>
                </a:cubicBezTo>
                <a:lnTo>
                  <a:pt x="5505878" y="5374845"/>
                </a:lnTo>
                <a:cubicBezTo>
                  <a:pt x="5505878" y="5600016"/>
                  <a:pt x="5323958" y="5781934"/>
                  <a:pt x="5098790" y="5781934"/>
                </a:cubicBezTo>
                <a:lnTo>
                  <a:pt x="407088" y="5781934"/>
                </a:lnTo>
                <a:cubicBezTo>
                  <a:pt x="181917" y="5781934"/>
                  <a:pt x="0" y="5600016"/>
                  <a:pt x="0" y="5374845"/>
                </a:cubicBezTo>
                <a:lnTo>
                  <a:pt x="0" y="407089"/>
                </a:lnTo>
                <a:cubicBezTo>
                  <a:pt x="0" y="181919"/>
                  <a:pt x="181917" y="0"/>
                  <a:pt x="407088" y="0"/>
                </a:cubicBezTo>
                <a:close/>
              </a:path>
            </a:pathLst>
          </a:custGeom>
          <a:solidFill>
            <a:schemeClr val="bg1">
              <a:lumMod val="85000"/>
            </a:schemeClr>
          </a:solidFill>
        </p:spPr>
        <p:txBody>
          <a:bodyPr vert="horz" wrap="square" lIns="91440" tIns="45720" rIns="91440" bIns="45720" rtlCol="0">
            <a:noAutofit/>
          </a:bodyPr>
          <a:lstStyle>
            <a:lvl1pPr>
              <a:defRPr lang="en-US" sz="2800"/>
            </a:lvl1pPr>
          </a:lstStyle>
          <a:p>
            <a:pPr lvl="0"/>
            <a:endParaRPr lang="en-US"/>
          </a:p>
        </p:txBody>
      </p:sp>
      <p:sp>
        <p:nvSpPr>
          <p:cNvPr id="2" name="TextBox 1">
            <a:extLst>
              <a:ext uri="{FF2B5EF4-FFF2-40B4-BE49-F238E27FC236}">
                <a16:creationId xmlns:a16="http://schemas.microsoft.com/office/drawing/2014/main" id="{3C439D2B-6BC3-DBCB-1122-29B5C52418BF}"/>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Tree>
    <p:extLst>
      <p:ext uri="{BB962C8B-B14F-4D97-AF65-F5344CB8AC3E}">
        <p14:creationId xmlns:p14="http://schemas.microsoft.com/office/powerpoint/2010/main" val="34345067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Image Grid">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FD1A3D81-EB33-2DEC-DDB5-E7C3C6D5CEA3}"/>
              </a:ext>
            </a:extLst>
          </p:cNvPr>
          <p:cNvSpPr>
            <a:spLocks noGrp="1"/>
          </p:cNvSpPr>
          <p:nvPr>
            <p:ph type="pic" sz="quarter" idx="14"/>
          </p:nvPr>
        </p:nvSpPr>
        <p:spPr>
          <a:xfrm>
            <a:off x="6521022" y="685895"/>
            <a:ext cx="3548725" cy="5770646"/>
          </a:xfrm>
          <a:custGeom>
            <a:avLst/>
            <a:gdLst>
              <a:gd name="connsiteX0" fmla="*/ 406294 w 3548725"/>
              <a:gd name="connsiteY0" fmla="*/ 0 h 5770646"/>
              <a:gd name="connsiteX1" fmla="*/ 3142432 w 3548725"/>
              <a:gd name="connsiteY1" fmla="*/ 0 h 5770646"/>
              <a:gd name="connsiteX2" fmla="*/ 3548725 w 3548725"/>
              <a:gd name="connsiteY2" fmla="*/ 406294 h 5770646"/>
              <a:gd name="connsiteX3" fmla="*/ 3548725 w 3548725"/>
              <a:gd name="connsiteY3" fmla="*/ 5364353 h 5770646"/>
              <a:gd name="connsiteX4" fmla="*/ 3142432 w 3548725"/>
              <a:gd name="connsiteY4" fmla="*/ 5770646 h 5770646"/>
              <a:gd name="connsiteX5" fmla="*/ 406294 w 3548725"/>
              <a:gd name="connsiteY5" fmla="*/ 5770646 h 5770646"/>
              <a:gd name="connsiteX6" fmla="*/ 0 w 3548725"/>
              <a:gd name="connsiteY6" fmla="*/ 5364353 h 5770646"/>
              <a:gd name="connsiteX7" fmla="*/ 0 w 3548725"/>
              <a:gd name="connsiteY7" fmla="*/ 406294 h 5770646"/>
              <a:gd name="connsiteX8" fmla="*/ 406294 w 3548725"/>
              <a:gd name="connsiteY8" fmla="*/ 0 h 5770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8725" h="5770646">
                <a:moveTo>
                  <a:pt x="406294" y="0"/>
                </a:moveTo>
                <a:lnTo>
                  <a:pt x="3142432" y="0"/>
                </a:lnTo>
                <a:cubicBezTo>
                  <a:pt x="3367162" y="0"/>
                  <a:pt x="3548725" y="181562"/>
                  <a:pt x="3548725" y="406294"/>
                </a:cubicBezTo>
                <a:lnTo>
                  <a:pt x="3548725" y="5364353"/>
                </a:lnTo>
                <a:cubicBezTo>
                  <a:pt x="3548725" y="5589085"/>
                  <a:pt x="3367162" y="5770646"/>
                  <a:pt x="3142432" y="5770646"/>
                </a:cubicBezTo>
                <a:lnTo>
                  <a:pt x="406294" y="5770646"/>
                </a:lnTo>
                <a:cubicBezTo>
                  <a:pt x="181564" y="5770646"/>
                  <a:pt x="0" y="5589085"/>
                  <a:pt x="0" y="5364353"/>
                </a:cubicBezTo>
                <a:lnTo>
                  <a:pt x="0" y="406294"/>
                </a:lnTo>
                <a:cubicBezTo>
                  <a:pt x="0" y="181562"/>
                  <a:pt x="181564" y="0"/>
                  <a:pt x="406294"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31" name="Picture Placeholder 30">
            <a:extLst>
              <a:ext uri="{FF2B5EF4-FFF2-40B4-BE49-F238E27FC236}">
                <a16:creationId xmlns:a16="http://schemas.microsoft.com/office/drawing/2014/main" id="{E94099EE-AF94-1CF4-1DD0-3A7D914BB0AA}"/>
              </a:ext>
            </a:extLst>
          </p:cNvPr>
          <p:cNvSpPr>
            <a:spLocks noGrp="1"/>
          </p:cNvSpPr>
          <p:nvPr>
            <p:ph type="pic" sz="quarter" idx="19"/>
          </p:nvPr>
        </p:nvSpPr>
        <p:spPr>
          <a:xfrm>
            <a:off x="6521022" y="6799353"/>
            <a:ext cx="3548725" cy="2704395"/>
          </a:xfrm>
          <a:custGeom>
            <a:avLst/>
            <a:gdLst>
              <a:gd name="connsiteX0" fmla="*/ 406294 w 3548725"/>
              <a:gd name="connsiteY0" fmla="*/ 0 h 2704395"/>
              <a:gd name="connsiteX1" fmla="*/ 3142432 w 3548725"/>
              <a:gd name="connsiteY1" fmla="*/ 0 h 2704395"/>
              <a:gd name="connsiteX2" fmla="*/ 3548725 w 3548725"/>
              <a:gd name="connsiteY2" fmla="*/ 406294 h 2704395"/>
              <a:gd name="connsiteX3" fmla="*/ 3548725 w 3548725"/>
              <a:gd name="connsiteY3" fmla="*/ 2298101 h 2704395"/>
              <a:gd name="connsiteX4" fmla="*/ 3142432 w 3548725"/>
              <a:gd name="connsiteY4" fmla="*/ 2704395 h 2704395"/>
              <a:gd name="connsiteX5" fmla="*/ 406294 w 3548725"/>
              <a:gd name="connsiteY5" fmla="*/ 2704395 h 2704395"/>
              <a:gd name="connsiteX6" fmla="*/ 0 w 3548725"/>
              <a:gd name="connsiteY6" fmla="*/ 2298101 h 2704395"/>
              <a:gd name="connsiteX7" fmla="*/ 0 w 3548725"/>
              <a:gd name="connsiteY7" fmla="*/ 406294 h 2704395"/>
              <a:gd name="connsiteX8" fmla="*/ 406294 w 3548725"/>
              <a:gd name="connsiteY8" fmla="*/ 0 h 2704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8725" h="2704395">
                <a:moveTo>
                  <a:pt x="406294" y="0"/>
                </a:moveTo>
                <a:lnTo>
                  <a:pt x="3142432" y="0"/>
                </a:lnTo>
                <a:cubicBezTo>
                  <a:pt x="3367162" y="0"/>
                  <a:pt x="3548725" y="181563"/>
                  <a:pt x="3548725" y="406294"/>
                </a:cubicBezTo>
                <a:lnTo>
                  <a:pt x="3548725" y="2298101"/>
                </a:lnTo>
                <a:cubicBezTo>
                  <a:pt x="3548725" y="2522833"/>
                  <a:pt x="3367162" y="2704395"/>
                  <a:pt x="3142432" y="2704395"/>
                </a:cubicBezTo>
                <a:lnTo>
                  <a:pt x="406294" y="2704395"/>
                </a:lnTo>
                <a:cubicBezTo>
                  <a:pt x="181564" y="2704395"/>
                  <a:pt x="0" y="2522833"/>
                  <a:pt x="0" y="2298101"/>
                </a:cubicBezTo>
                <a:lnTo>
                  <a:pt x="0" y="406294"/>
                </a:lnTo>
                <a:cubicBezTo>
                  <a:pt x="0" y="181563"/>
                  <a:pt x="181564" y="0"/>
                  <a:pt x="406294"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21" name="Picture Placeholder 20">
            <a:extLst>
              <a:ext uri="{FF2B5EF4-FFF2-40B4-BE49-F238E27FC236}">
                <a16:creationId xmlns:a16="http://schemas.microsoft.com/office/drawing/2014/main" id="{A283B782-5BDA-9F6A-5187-C9251CBEA06D}"/>
              </a:ext>
            </a:extLst>
          </p:cNvPr>
          <p:cNvSpPr>
            <a:spLocks noGrp="1"/>
          </p:cNvSpPr>
          <p:nvPr>
            <p:ph type="pic" sz="quarter" idx="13"/>
          </p:nvPr>
        </p:nvSpPr>
        <p:spPr>
          <a:xfrm>
            <a:off x="683082" y="685895"/>
            <a:ext cx="5495130" cy="5770646"/>
          </a:xfrm>
          <a:custGeom>
            <a:avLst/>
            <a:gdLst>
              <a:gd name="connsiteX0" fmla="*/ 406295 w 5495130"/>
              <a:gd name="connsiteY0" fmla="*/ 0 h 5770646"/>
              <a:gd name="connsiteX1" fmla="*/ 5088836 w 5495130"/>
              <a:gd name="connsiteY1" fmla="*/ 0 h 5770646"/>
              <a:gd name="connsiteX2" fmla="*/ 5495130 w 5495130"/>
              <a:gd name="connsiteY2" fmla="*/ 406294 h 5770646"/>
              <a:gd name="connsiteX3" fmla="*/ 5495130 w 5495130"/>
              <a:gd name="connsiteY3" fmla="*/ 5364353 h 5770646"/>
              <a:gd name="connsiteX4" fmla="*/ 5088836 w 5495130"/>
              <a:gd name="connsiteY4" fmla="*/ 5770646 h 5770646"/>
              <a:gd name="connsiteX5" fmla="*/ 406295 w 5495130"/>
              <a:gd name="connsiteY5" fmla="*/ 5770646 h 5770646"/>
              <a:gd name="connsiteX6" fmla="*/ 0 w 5495130"/>
              <a:gd name="connsiteY6" fmla="*/ 5364353 h 5770646"/>
              <a:gd name="connsiteX7" fmla="*/ 0 w 5495130"/>
              <a:gd name="connsiteY7" fmla="*/ 406294 h 5770646"/>
              <a:gd name="connsiteX8" fmla="*/ 406295 w 5495130"/>
              <a:gd name="connsiteY8" fmla="*/ 0 h 5770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5130" h="5770646">
                <a:moveTo>
                  <a:pt x="406295" y="0"/>
                </a:moveTo>
                <a:lnTo>
                  <a:pt x="5088836" y="0"/>
                </a:lnTo>
                <a:cubicBezTo>
                  <a:pt x="5313567" y="0"/>
                  <a:pt x="5495130" y="181562"/>
                  <a:pt x="5495130" y="406294"/>
                </a:cubicBezTo>
                <a:lnTo>
                  <a:pt x="5495130" y="5364353"/>
                </a:lnTo>
                <a:cubicBezTo>
                  <a:pt x="5495130" y="5589085"/>
                  <a:pt x="5313567" y="5770646"/>
                  <a:pt x="5088836" y="5770646"/>
                </a:cubicBezTo>
                <a:lnTo>
                  <a:pt x="406295" y="5770646"/>
                </a:lnTo>
                <a:cubicBezTo>
                  <a:pt x="181563" y="5770646"/>
                  <a:pt x="0" y="5589085"/>
                  <a:pt x="0" y="5364353"/>
                </a:cubicBezTo>
                <a:lnTo>
                  <a:pt x="0" y="406294"/>
                </a:lnTo>
                <a:cubicBezTo>
                  <a:pt x="0" y="181562"/>
                  <a:pt x="181563" y="0"/>
                  <a:pt x="406295"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33" name="Picture Placeholder 32">
            <a:extLst>
              <a:ext uri="{FF2B5EF4-FFF2-40B4-BE49-F238E27FC236}">
                <a16:creationId xmlns:a16="http://schemas.microsoft.com/office/drawing/2014/main" id="{467C7167-CB2C-77FC-A28A-50A308C2799E}"/>
              </a:ext>
            </a:extLst>
          </p:cNvPr>
          <p:cNvSpPr>
            <a:spLocks noGrp="1"/>
          </p:cNvSpPr>
          <p:nvPr>
            <p:ph type="pic" sz="quarter" idx="15"/>
          </p:nvPr>
        </p:nvSpPr>
        <p:spPr>
          <a:xfrm>
            <a:off x="6521022" y="9855446"/>
            <a:ext cx="3548725" cy="2714553"/>
          </a:xfrm>
          <a:custGeom>
            <a:avLst/>
            <a:gdLst>
              <a:gd name="connsiteX0" fmla="*/ 406294 w 3548725"/>
              <a:gd name="connsiteY0" fmla="*/ 0 h 2714553"/>
              <a:gd name="connsiteX1" fmla="*/ 3142432 w 3548725"/>
              <a:gd name="connsiteY1" fmla="*/ 0 h 2714553"/>
              <a:gd name="connsiteX2" fmla="*/ 3548725 w 3548725"/>
              <a:gd name="connsiteY2" fmla="*/ 406294 h 2714553"/>
              <a:gd name="connsiteX3" fmla="*/ 3548725 w 3548725"/>
              <a:gd name="connsiteY3" fmla="*/ 2308258 h 2714553"/>
              <a:gd name="connsiteX4" fmla="*/ 3142432 w 3548725"/>
              <a:gd name="connsiteY4" fmla="*/ 2714553 h 2714553"/>
              <a:gd name="connsiteX5" fmla="*/ 406294 w 3548725"/>
              <a:gd name="connsiteY5" fmla="*/ 2714553 h 2714553"/>
              <a:gd name="connsiteX6" fmla="*/ 0 w 3548725"/>
              <a:gd name="connsiteY6" fmla="*/ 2308258 h 2714553"/>
              <a:gd name="connsiteX7" fmla="*/ 0 w 3548725"/>
              <a:gd name="connsiteY7" fmla="*/ 406294 h 2714553"/>
              <a:gd name="connsiteX8" fmla="*/ 406294 w 3548725"/>
              <a:gd name="connsiteY8" fmla="*/ 0 h 2714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48725" h="2714553">
                <a:moveTo>
                  <a:pt x="406294" y="0"/>
                </a:moveTo>
                <a:lnTo>
                  <a:pt x="3142432" y="0"/>
                </a:lnTo>
                <a:cubicBezTo>
                  <a:pt x="3367162" y="0"/>
                  <a:pt x="3548725" y="181562"/>
                  <a:pt x="3548725" y="406294"/>
                </a:cubicBezTo>
                <a:lnTo>
                  <a:pt x="3548725" y="2308258"/>
                </a:lnTo>
                <a:cubicBezTo>
                  <a:pt x="3548725" y="2532990"/>
                  <a:pt x="3367162" y="2714553"/>
                  <a:pt x="3142432" y="2714553"/>
                </a:cubicBezTo>
                <a:lnTo>
                  <a:pt x="406294" y="2714553"/>
                </a:lnTo>
                <a:cubicBezTo>
                  <a:pt x="181564" y="2714553"/>
                  <a:pt x="0" y="2532990"/>
                  <a:pt x="0" y="2308258"/>
                </a:cubicBezTo>
                <a:lnTo>
                  <a:pt x="0" y="406294"/>
                </a:lnTo>
                <a:cubicBezTo>
                  <a:pt x="0" y="181562"/>
                  <a:pt x="181564" y="0"/>
                  <a:pt x="406294" y="0"/>
                </a:cubicBezTo>
                <a:close/>
              </a:path>
            </a:pathLst>
          </a:custGeom>
          <a:solidFill>
            <a:schemeClr val="bg1">
              <a:lumMod val="85000"/>
            </a:schemeClr>
          </a:solidFill>
          <a:ln>
            <a:noFill/>
          </a:ln>
        </p:spPr>
        <p:txBody>
          <a:bodyPr wrap="square">
            <a:noAutofit/>
          </a:bodyPr>
          <a:lstStyle>
            <a:lvl1pPr marL="0" indent="0">
              <a:buNone/>
              <a:defRPr sz="2800"/>
            </a:lvl1pPr>
          </a:lstStyle>
          <a:p>
            <a:endParaRPr lang="en-US"/>
          </a:p>
        </p:txBody>
      </p:sp>
      <p:sp>
        <p:nvSpPr>
          <p:cNvPr id="27" name="Picture Placeholder 26">
            <a:extLst>
              <a:ext uri="{FF2B5EF4-FFF2-40B4-BE49-F238E27FC236}">
                <a16:creationId xmlns:a16="http://schemas.microsoft.com/office/drawing/2014/main" id="{B6395965-353B-5B86-E9ED-658E889830C7}"/>
              </a:ext>
            </a:extLst>
          </p:cNvPr>
          <p:cNvSpPr>
            <a:spLocks noGrp="1"/>
          </p:cNvSpPr>
          <p:nvPr>
            <p:ph type="pic" sz="quarter" idx="16"/>
          </p:nvPr>
        </p:nvSpPr>
        <p:spPr>
          <a:xfrm>
            <a:off x="18194360" y="685895"/>
            <a:ext cx="5495130" cy="5770646"/>
          </a:xfrm>
          <a:custGeom>
            <a:avLst/>
            <a:gdLst>
              <a:gd name="connsiteX0" fmla="*/ 406294 w 5495130"/>
              <a:gd name="connsiteY0" fmla="*/ 0 h 5770646"/>
              <a:gd name="connsiteX1" fmla="*/ 5088836 w 5495130"/>
              <a:gd name="connsiteY1" fmla="*/ 0 h 5770646"/>
              <a:gd name="connsiteX2" fmla="*/ 5495130 w 5495130"/>
              <a:gd name="connsiteY2" fmla="*/ 406294 h 5770646"/>
              <a:gd name="connsiteX3" fmla="*/ 5495130 w 5495130"/>
              <a:gd name="connsiteY3" fmla="*/ 5364353 h 5770646"/>
              <a:gd name="connsiteX4" fmla="*/ 5088836 w 5495130"/>
              <a:gd name="connsiteY4" fmla="*/ 5770646 h 5770646"/>
              <a:gd name="connsiteX5" fmla="*/ 406294 w 5495130"/>
              <a:gd name="connsiteY5" fmla="*/ 5770646 h 5770646"/>
              <a:gd name="connsiteX6" fmla="*/ 0 w 5495130"/>
              <a:gd name="connsiteY6" fmla="*/ 5364353 h 5770646"/>
              <a:gd name="connsiteX7" fmla="*/ 0 w 5495130"/>
              <a:gd name="connsiteY7" fmla="*/ 406294 h 5770646"/>
              <a:gd name="connsiteX8" fmla="*/ 406294 w 5495130"/>
              <a:gd name="connsiteY8" fmla="*/ 0 h 5770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5130" h="5770646">
                <a:moveTo>
                  <a:pt x="406294" y="0"/>
                </a:moveTo>
                <a:lnTo>
                  <a:pt x="5088836" y="0"/>
                </a:lnTo>
                <a:cubicBezTo>
                  <a:pt x="5313566" y="0"/>
                  <a:pt x="5495130" y="181562"/>
                  <a:pt x="5495130" y="406294"/>
                </a:cubicBezTo>
                <a:lnTo>
                  <a:pt x="5495130" y="5364353"/>
                </a:lnTo>
                <a:cubicBezTo>
                  <a:pt x="5495130" y="5589085"/>
                  <a:pt x="5313566" y="5770646"/>
                  <a:pt x="5088836" y="5770646"/>
                </a:cubicBezTo>
                <a:lnTo>
                  <a:pt x="406294" y="5770646"/>
                </a:lnTo>
                <a:cubicBezTo>
                  <a:pt x="181564" y="5770646"/>
                  <a:pt x="0" y="5589085"/>
                  <a:pt x="0" y="5364353"/>
                </a:cubicBezTo>
                <a:lnTo>
                  <a:pt x="0" y="406294"/>
                </a:lnTo>
                <a:cubicBezTo>
                  <a:pt x="0" y="181562"/>
                  <a:pt x="181564" y="0"/>
                  <a:pt x="406294"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37" name="Picture Placeholder 36">
            <a:extLst>
              <a:ext uri="{FF2B5EF4-FFF2-40B4-BE49-F238E27FC236}">
                <a16:creationId xmlns:a16="http://schemas.microsoft.com/office/drawing/2014/main" id="{ADE9BC33-3E9D-8433-3477-0B588E3244B3}"/>
              </a:ext>
            </a:extLst>
          </p:cNvPr>
          <p:cNvSpPr>
            <a:spLocks noGrp="1"/>
          </p:cNvSpPr>
          <p:nvPr>
            <p:ph type="pic" sz="quarter" idx="17"/>
          </p:nvPr>
        </p:nvSpPr>
        <p:spPr>
          <a:xfrm>
            <a:off x="16249228" y="6799353"/>
            <a:ext cx="7440262" cy="5770647"/>
          </a:xfrm>
          <a:custGeom>
            <a:avLst/>
            <a:gdLst>
              <a:gd name="connsiteX0" fmla="*/ 406294 w 7440262"/>
              <a:gd name="connsiteY0" fmla="*/ 0 h 5770647"/>
              <a:gd name="connsiteX1" fmla="*/ 7033968 w 7440262"/>
              <a:gd name="connsiteY1" fmla="*/ 0 h 5770647"/>
              <a:gd name="connsiteX2" fmla="*/ 7440262 w 7440262"/>
              <a:gd name="connsiteY2" fmla="*/ 406294 h 5770647"/>
              <a:gd name="connsiteX3" fmla="*/ 7440262 w 7440262"/>
              <a:gd name="connsiteY3" fmla="*/ 5364352 h 5770647"/>
              <a:gd name="connsiteX4" fmla="*/ 7033968 w 7440262"/>
              <a:gd name="connsiteY4" fmla="*/ 5770647 h 5770647"/>
              <a:gd name="connsiteX5" fmla="*/ 406294 w 7440262"/>
              <a:gd name="connsiteY5" fmla="*/ 5770647 h 5770647"/>
              <a:gd name="connsiteX6" fmla="*/ 0 w 7440262"/>
              <a:gd name="connsiteY6" fmla="*/ 5364352 h 5770647"/>
              <a:gd name="connsiteX7" fmla="*/ 0 w 7440262"/>
              <a:gd name="connsiteY7" fmla="*/ 406294 h 5770647"/>
              <a:gd name="connsiteX8" fmla="*/ 406294 w 7440262"/>
              <a:gd name="connsiteY8" fmla="*/ 0 h 577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262" h="5770647">
                <a:moveTo>
                  <a:pt x="406294" y="0"/>
                </a:moveTo>
                <a:lnTo>
                  <a:pt x="7033968" y="0"/>
                </a:lnTo>
                <a:cubicBezTo>
                  <a:pt x="7258698" y="0"/>
                  <a:pt x="7440262" y="181563"/>
                  <a:pt x="7440262" y="406294"/>
                </a:cubicBezTo>
                <a:lnTo>
                  <a:pt x="7440262" y="5364352"/>
                </a:lnTo>
                <a:cubicBezTo>
                  <a:pt x="7440262" y="5589084"/>
                  <a:pt x="7258698" y="5770647"/>
                  <a:pt x="7033968" y="5770647"/>
                </a:cubicBezTo>
                <a:lnTo>
                  <a:pt x="406294" y="5770647"/>
                </a:lnTo>
                <a:cubicBezTo>
                  <a:pt x="181562" y="5770647"/>
                  <a:pt x="0" y="5589084"/>
                  <a:pt x="0" y="5364352"/>
                </a:cubicBezTo>
                <a:lnTo>
                  <a:pt x="0" y="406294"/>
                </a:lnTo>
                <a:cubicBezTo>
                  <a:pt x="0" y="181563"/>
                  <a:pt x="181562" y="0"/>
                  <a:pt x="406294"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25" name="Picture Placeholder 24">
            <a:extLst>
              <a:ext uri="{FF2B5EF4-FFF2-40B4-BE49-F238E27FC236}">
                <a16:creationId xmlns:a16="http://schemas.microsoft.com/office/drawing/2014/main" id="{BFEE22FC-25BE-0830-1241-EF229A94153D}"/>
              </a:ext>
            </a:extLst>
          </p:cNvPr>
          <p:cNvSpPr>
            <a:spLocks noGrp="1"/>
          </p:cNvSpPr>
          <p:nvPr>
            <p:ph type="pic" sz="quarter" idx="20"/>
          </p:nvPr>
        </p:nvSpPr>
        <p:spPr>
          <a:xfrm>
            <a:off x="10412557" y="685895"/>
            <a:ext cx="7440263" cy="5770646"/>
          </a:xfrm>
          <a:custGeom>
            <a:avLst/>
            <a:gdLst>
              <a:gd name="connsiteX0" fmla="*/ 406295 w 7440263"/>
              <a:gd name="connsiteY0" fmla="*/ 0 h 5770646"/>
              <a:gd name="connsiteX1" fmla="*/ 7033969 w 7440263"/>
              <a:gd name="connsiteY1" fmla="*/ 0 h 5770646"/>
              <a:gd name="connsiteX2" fmla="*/ 7440263 w 7440263"/>
              <a:gd name="connsiteY2" fmla="*/ 406294 h 5770646"/>
              <a:gd name="connsiteX3" fmla="*/ 7440263 w 7440263"/>
              <a:gd name="connsiteY3" fmla="*/ 5364353 h 5770646"/>
              <a:gd name="connsiteX4" fmla="*/ 7033969 w 7440263"/>
              <a:gd name="connsiteY4" fmla="*/ 5770646 h 5770646"/>
              <a:gd name="connsiteX5" fmla="*/ 406295 w 7440263"/>
              <a:gd name="connsiteY5" fmla="*/ 5770646 h 5770646"/>
              <a:gd name="connsiteX6" fmla="*/ 0 w 7440263"/>
              <a:gd name="connsiteY6" fmla="*/ 5364353 h 5770646"/>
              <a:gd name="connsiteX7" fmla="*/ 0 w 7440263"/>
              <a:gd name="connsiteY7" fmla="*/ 406294 h 5770646"/>
              <a:gd name="connsiteX8" fmla="*/ 406295 w 7440263"/>
              <a:gd name="connsiteY8" fmla="*/ 0 h 5770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0263" h="5770646">
                <a:moveTo>
                  <a:pt x="406295" y="0"/>
                </a:moveTo>
                <a:lnTo>
                  <a:pt x="7033969" y="0"/>
                </a:lnTo>
                <a:cubicBezTo>
                  <a:pt x="7258701" y="0"/>
                  <a:pt x="7440263" y="181562"/>
                  <a:pt x="7440263" y="406294"/>
                </a:cubicBezTo>
                <a:lnTo>
                  <a:pt x="7440263" y="5364353"/>
                </a:lnTo>
                <a:cubicBezTo>
                  <a:pt x="7440263" y="5589085"/>
                  <a:pt x="7258701" y="5770646"/>
                  <a:pt x="7033969" y="5770646"/>
                </a:cubicBezTo>
                <a:lnTo>
                  <a:pt x="406295" y="5770646"/>
                </a:lnTo>
                <a:cubicBezTo>
                  <a:pt x="181564" y="5770646"/>
                  <a:pt x="0" y="5589085"/>
                  <a:pt x="0" y="5364353"/>
                </a:cubicBezTo>
                <a:lnTo>
                  <a:pt x="0" y="406294"/>
                </a:lnTo>
                <a:cubicBezTo>
                  <a:pt x="0" y="181562"/>
                  <a:pt x="181564" y="0"/>
                  <a:pt x="406295"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29" name="Picture Placeholder 28">
            <a:extLst>
              <a:ext uri="{FF2B5EF4-FFF2-40B4-BE49-F238E27FC236}">
                <a16:creationId xmlns:a16="http://schemas.microsoft.com/office/drawing/2014/main" id="{9FD14EF4-FB2B-DDD9-FE5E-9BAFD22B788B}"/>
              </a:ext>
            </a:extLst>
          </p:cNvPr>
          <p:cNvSpPr>
            <a:spLocks noGrp="1"/>
          </p:cNvSpPr>
          <p:nvPr>
            <p:ph type="pic" sz="quarter" idx="21"/>
          </p:nvPr>
        </p:nvSpPr>
        <p:spPr>
          <a:xfrm>
            <a:off x="683082" y="6799353"/>
            <a:ext cx="5495130" cy="5770647"/>
          </a:xfrm>
          <a:custGeom>
            <a:avLst/>
            <a:gdLst>
              <a:gd name="connsiteX0" fmla="*/ 406295 w 5495130"/>
              <a:gd name="connsiteY0" fmla="*/ 0 h 5770647"/>
              <a:gd name="connsiteX1" fmla="*/ 5088836 w 5495130"/>
              <a:gd name="connsiteY1" fmla="*/ 0 h 5770647"/>
              <a:gd name="connsiteX2" fmla="*/ 5495130 w 5495130"/>
              <a:gd name="connsiteY2" fmla="*/ 406294 h 5770647"/>
              <a:gd name="connsiteX3" fmla="*/ 5495130 w 5495130"/>
              <a:gd name="connsiteY3" fmla="*/ 5364352 h 5770647"/>
              <a:gd name="connsiteX4" fmla="*/ 5088836 w 5495130"/>
              <a:gd name="connsiteY4" fmla="*/ 5770647 h 5770647"/>
              <a:gd name="connsiteX5" fmla="*/ 406295 w 5495130"/>
              <a:gd name="connsiteY5" fmla="*/ 5770647 h 5770647"/>
              <a:gd name="connsiteX6" fmla="*/ 0 w 5495130"/>
              <a:gd name="connsiteY6" fmla="*/ 5364352 h 5770647"/>
              <a:gd name="connsiteX7" fmla="*/ 0 w 5495130"/>
              <a:gd name="connsiteY7" fmla="*/ 406294 h 5770647"/>
              <a:gd name="connsiteX8" fmla="*/ 406295 w 5495130"/>
              <a:gd name="connsiteY8" fmla="*/ 0 h 577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5130" h="5770647">
                <a:moveTo>
                  <a:pt x="406295" y="0"/>
                </a:moveTo>
                <a:lnTo>
                  <a:pt x="5088836" y="0"/>
                </a:lnTo>
                <a:cubicBezTo>
                  <a:pt x="5313567" y="0"/>
                  <a:pt x="5495130" y="181563"/>
                  <a:pt x="5495130" y="406294"/>
                </a:cubicBezTo>
                <a:lnTo>
                  <a:pt x="5495130" y="5364352"/>
                </a:lnTo>
                <a:cubicBezTo>
                  <a:pt x="5495130" y="5589084"/>
                  <a:pt x="5313567" y="5770647"/>
                  <a:pt x="5088836" y="5770647"/>
                </a:cubicBezTo>
                <a:lnTo>
                  <a:pt x="406295" y="5770647"/>
                </a:lnTo>
                <a:cubicBezTo>
                  <a:pt x="181563" y="5770647"/>
                  <a:pt x="0" y="5589084"/>
                  <a:pt x="0" y="5364352"/>
                </a:cubicBezTo>
                <a:lnTo>
                  <a:pt x="0" y="406294"/>
                </a:lnTo>
                <a:cubicBezTo>
                  <a:pt x="0" y="181563"/>
                  <a:pt x="181563" y="0"/>
                  <a:pt x="406295"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35" name="Picture Placeholder 34">
            <a:extLst>
              <a:ext uri="{FF2B5EF4-FFF2-40B4-BE49-F238E27FC236}">
                <a16:creationId xmlns:a16="http://schemas.microsoft.com/office/drawing/2014/main" id="{F3BDB665-A65E-6BFA-72FA-B402C1C5B621}"/>
              </a:ext>
            </a:extLst>
          </p:cNvPr>
          <p:cNvSpPr>
            <a:spLocks noGrp="1"/>
          </p:cNvSpPr>
          <p:nvPr>
            <p:ph type="pic" sz="quarter" idx="22"/>
          </p:nvPr>
        </p:nvSpPr>
        <p:spPr>
          <a:xfrm>
            <a:off x="10411288" y="6799353"/>
            <a:ext cx="5495129" cy="5770647"/>
          </a:xfrm>
          <a:custGeom>
            <a:avLst/>
            <a:gdLst>
              <a:gd name="connsiteX0" fmla="*/ 406294 w 5495129"/>
              <a:gd name="connsiteY0" fmla="*/ 0 h 5770647"/>
              <a:gd name="connsiteX1" fmla="*/ 5088835 w 5495129"/>
              <a:gd name="connsiteY1" fmla="*/ 0 h 5770647"/>
              <a:gd name="connsiteX2" fmla="*/ 5495129 w 5495129"/>
              <a:gd name="connsiteY2" fmla="*/ 406294 h 5770647"/>
              <a:gd name="connsiteX3" fmla="*/ 5495129 w 5495129"/>
              <a:gd name="connsiteY3" fmla="*/ 5364352 h 5770647"/>
              <a:gd name="connsiteX4" fmla="*/ 5088835 w 5495129"/>
              <a:gd name="connsiteY4" fmla="*/ 5770647 h 5770647"/>
              <a:gd name="connsiteX5" fmla="*/ 406294 w 5495129"/>
              <a:gd name="connsiteY5" fmla="*/ 5770647 h 5770647"/>
              <a:gd name="connsiteX6" fmla="*/ 0 w 5495129"/>
              <a:gd name="connsiteY6" fmla="*/ 5364352 h 5770647"/>
              <a:gd name="connsiteX7" fmla="*/ 0 w 5495129"/>
              <a:gd name="connsiteY7" fmla="*/ 406294 h 5770647"/>
              <a:gd name="connsiteX8" fmla="*/ 406294 w 5495129"/>
              <a:gd name="connsiteY8" fmla="*/ 0 h 5770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5129" h="5770647">
                <a:moveTo>
                  <a:pt x="406294" y="0"/>
                </a:moveTo>
                <a:lnTo>
                  <a:pt x="5088835" y="0"/>
                </a:lnTo>
                <a:cubicBezTo>
                  <a:pt x="5313566" y="0"/>
                  <a:pt x="5495129" y="181563"/>
                  <a:pt x="5495129" y="406294"/>
                </a:cubicBezTo>
                <a:lnTo>
                  <a:pt x="5495129" y="5364352"/>
                </a:lnTo>
                <a:cubicBezTo>
                  <a:pt x="5495129" y="5589084"/>
                  <a:pt x="5313566" y="5770647"/>
                  <a:pt x="5088835" y="5770647"/>
                </a:cubicBezTo>
                <a:lnTo>
                  <a:pt x="406294" y="5770647"/>
                </a:lnTo>
                <a:cubicBezTo>
                  <a:pt x="181563" y="5770647"/>
                  <a:pt x="0" y="5589084"/>
                  <a:pt x="0" y="5364352"/>
                </a:cubicBezTo>
                <a:lnTo>
                  <a:pt x="0" y="406294"/>
                </a:lnTo>
                <a:cubicBezTo>
                  <a:pt x="0" y="181563"/>
                  <a:pt x="181563" y="0"/>
                  <a:pt x="406294"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39" name="TextBox 38">
            <a:extLst>
              <a:ext uri="{FF2B5EF4-FFF2-40B4-BE49-F238E27FC236}">
                <a16:creationId xmlns:a16="http://schemas.microsoft.com/office/drawing/2014/main" id="{4B82DBC4-3B37-9B5D-CB39-4BAF40A374E1}"/>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Tree>
    <p:extLst>
      <p:ext uri="{BB962C8B-B14F-4D97-AF65-F5344CB8AC3E}">
        <p14:creationId xmlns:p14="http://schemas.microsoft.com/office/powerpoint/2010/main" val="82685939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Image Grid">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53E6443-A63B-5B59-D899-0F947EEC5F9D}"/>
              </a:ext>
            </a:extLst>
          </p:cNvPr>
          <p:cNvSpPr>
            <a:spLocks noGrp="1"/>
          </p:cNvSpPr>
          <p:nvPr>
            <p:ph type="pic" sz="quarter" idx="13"/>
          </p:nvPr>
        </p:nvSpPr>
        <p:spPr>
          <a:xfrm>
            <a:off x="683261" y="686142"/>
            <a:ext cx="7442201" cy="5772150"/>
          </a:xfrm>
          <a:custGeom>
            <a:avLst/>
            <a:gdLst>
              <a:gd name="connsiteX0" fmla="*/ 406400 w 7442201"/>
              <a:gd name="connsiteY0" fmla="*/ 0 h 5772150"/>
              <a:gd name="connsiteX1" fmla="*/ 7035801 w 7442201"/>
              <a:gd name="connsiteY1" fmla="*/ 0 h 5772150"/>
              <a:gd name="connsiteX2" fmla="*/ 7442201 w 7442201"/>
              <a:gd name="connsiteY2" fmla="*/ 406400 h 5772150"/>
              <a:gd name="connsiteX3" fmla="*/ 7442201 w 7442201"/>
              <a:gd name="connsiteY3" fmla="*/ 5365751 h 5772150"/>
              <a:gd name="connsiteX4" fmla="*/ 7035801 w 7442201"/>
              <a:gd name="connsiteY4" fmla="*/ 5772150 h 5772150"/>
              <a:gd name="connsiteX5" fmla="*/ 406400 w 7442201"/>
              <a:gd name="connsiteY5" fmla="*/ 5772150 h 5772150"/>
              <a:gd name="connsiteX6" fmla="*/ 0 w 7442201"/>
              <a:gd name="connsiteY6" fmla="*/ 5365751 h 5772150"/>
              <a:gd name="connsiteX7" fmla="*/ 0 w 7442201"/>
              <a:gd name="connsiteY7" fmla="*/ 406400 h 5772150"/>
              <a:gd name="connsiteX8" fmla="*/ 406400 w 7442201"/>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2201" h="5772150">
                <a:moveTo>
                  <a:pt x="406400" y="0"/>
                </a:moveTo>
                <a:lnTo>
                  <a:pt x="7035801" y="0"/>
                </a:lnTo>
                <a:cubicBezTo>
                  <a:pt x="7260591" y="0"/>
                  <a:pt x="7442201" y="181610"/>
                  <a:pt x="7442201" y="406400"/>
                </a:cubicBezTo>
                <a:lnTo>
                  <a:pt x="7442201" y="5365751"/>
                </a:lnTo>
                <a:cubicBezTo>
                  <a:pt x="7442201" y="5590540"/>
                  <a:pt x="7260591" y="5772150"/>
                  <a:pt x="7035801" y="5772150"/>
                </a:cubicBezTo>
                <a:lnTo>
                  <a:pt x="406400" y="5772150"/>
                </a:lnTo>
                <a:cubicBezTo>
                  <a:pt x="181611" y="5772150"/>
                  <a:pt x="0" y="5590540"/>
                  <a:pt x="0" y="5365751"/>
                </a:cubicBezTo>
                <a:lnTo>
                  <a:pt x="0" y="406400"/>
                </a:lnTo>
                <a:cubicBezTo>
                  <a:pt x="0" y="181610"/>
                  <a:pt x="181611" y="0"/>
                  <a:pt x="4064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5" name="Picture Placeholder 14">
            <a:extLst>
              <a:ext uri="{FF2B5EF4-FFF2-40B4-BE49-F238E27FC236}">
                <a16:creationId xmlns:a16="http://schemas.microsoft.com/office/drawing/2014/main" id="{EDD391C8-23D8-4555-8918-705F8D37418D}"/>
              </a:ext>
            </a:extLst>
          </p:cNvPr>
          <p:cNvSpPr>
            <a:spLocks noGrp="1"/>
          </p:cNvSpPr>
          <p:nvPr>
            <p:ph type="pic" sz="quarter" idx="14"/>
          </p:nvPr>
        </p:nvSpPr>
        <p:spPr>
          <a:xfrm>
            <a:off x="683261" y="6801192"/>
            <a:ext cx="7442201" cy="5772150"/>
          </a:xfrm>
          <a:custGeom>
            <a:avLst/>
            <a:gdLst>
              <a:gd name="connsiteX0" fmla="*/ 406400 w 7442201"/>
              <a:gd name="connsiteY0" fmla="*/ 0 h 5772150"/>
              <a:gd name="connsiteX1" fmla="*/ 7035801 w 7442201"/>
              <a:gd name="connsiteY1" fmla="*/ 0 h 5772150"/>
              <a:gd name="connsiteX2" fmla="*/ 7442201 w 7442201"/>
              <a:gd name="connsiteY2" fmla="*/ 406400 h 5772150"/>
              <a:gd name="connsiteX3" fmla="*/ 7442201 w 7442201"/>
              <a:gd name="connsiteY3" fmla="*/ 5365750 h 5772150"/>
              <a:gd name="connsiteX4" fmla="*/ 7035801 w 7442201"/>
              <a:gd name="connsiteY4" fmla="*/ 5772150 h 5772150"/>
              <a:gd name="connsiteX5" fmla="*/ 406400 w 7442201"/>
              <a:gd name="connsiteY5" fmla="*/ 5772150 h 5772150"/>
              <a:gd name="connsiteX6" fmla="*/ 0 w 7442201"/>
              <a:gd name="connsiteY6" fmla="*/ 5365750 h 5772150"/>
              <a:gd name="connsiteX7" fmla="*/ 0 w 7442201"/>
              <a:gd name="connsiteY7" fmla="*/ 406400 h 5772150"/>
              <a:gd name="connsiteX8" fmla="*/ 406400 w 7442201"/>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2201" h="5772150">
                <a:moveTo>
                  <a:pt x="406400" y="0"/>
                </a:moveTo>
                <a:lnTo>
                  <a:pt x="7035801" y="0"/>
                </a:lnTo>
                <a:cubicBezTo>
                  <a:pt x="7260591" y="0"/>
                  <a:pt x="7442201" y="181611"/>
                  <a:pt x="7442201" y="406400"/>
                </a:cubicBezTo>
                <a:lnTo>
                  <a:pt x="7442201" y="5365750"/>
                </a:lnTo>
                <a:cubicBezTo>
                  <a:pt x="7442201" y="5590540"/>
                  <a:pt x="7260591" y="5772150"/>
                  <a:pt x="7035801" y="5772150"/>
                </a:cubicBezTo>
                <a:lnTo>
                  <a:pt x="406400" y="5772150"/>
                </a:lnTo>
                <a:cubicBezTo>
                  <a:pt x="181611" y="5772150"/>
                  <a:pt x="0" y="5590540"/>
                  <a:pt x="0" y="5365750"/>
                </a:cubicBezTo>
                <a:lnTo>
                  <a:pt x="0" y="406400"/>
                </a:lnTo>
                <a:cubicBezTo>
                  <a:pt x="0" y="181611"/>
                  <a:pt x="181611" y="0"/>
                  <a:pt x="406400" y="0"/>
                </a:cubicBezTo>
                <a:close/>
              </a:path>
            </a:pathLst>
          </a:custGeom>
          <a:solidFill>
            <a:schemeClr val="bg1">
              <a:lumMod val="85000"/>
            </a:schemeClr>
          </a:solidFill>
          <a:ln>
            <a:noFill/>
          </a:ln>
        </p:spPr>
        <p:txBody>
          <a:bodyPr wrap="square">
            <a:noAutofit/>
          </a:bodyPr>
          <a:lstStyle>
            <a:lvl1pPr marL="0" indent="0">
              <a:buNone/>
              <a:defRPr sz="2800"/>
            </a:lvl1pPr>
          </a:lstStyle>
          <a:p>
            <a:endParaRPr lang="en-US"/>
          </a:p>
        </p:txBody>
      </p:sp>
      <p:sp>
        <p:nvSpPr>
          <p:cNvPr id="11" name="Picture Placeholder 10">
            <a:extLst>
              <a:ext uri="{FF2B5EF4-FFF2-40B4-BE49-F238E27FC236}">
                <a16:creationId xmlns:a16="http://schemas.microsoft.com/office/drawing/2014/main" id="{8504ABEA-745A-372F-CB6F-F42FCD2E1172}"/>
              </a:ext>
            </a:extLst>
          </p:cNvPr>
          <p:cNvSpPr>
            <a:spLocks noGrp="1"/>
          </p:cNvSpPr>
          <p:nvPr>
            <p:ph type="pic" sz="quarter" idx="15"/>
          </p:nvPr>
        </p:nvSpPr>
        <p:spPr>
          <a:xfrm>
            <a:off x="8468361" y="686142"/>
            <a:ext cx="7442201" cy="5772150"/>
          </a:xfrm>
          <a:custGeom>
            <a:avLst/>
            <a:gdLst>
              <a:gd name="connsiteX0" fmla="*/ 406400 w 7442201"/>
              <a:gd name="connsiteY0" fmla="*/ 0 h 5772150"/>
              <a:gd name="connsiteX1" fmla="*/ 7035801 w 7442201"/>
              <a:gd name="connsiteY1" fmla="*/ 0 h 5772150"/>
              <a:gd name="connsiteX2" fmla="*/ 7442201 w 7442201"/>
              <a:gd name="connsiteY2" fmla="*/ 406400 h 5772150"/>
              <a:gd name="connsiteX3" fmla="*/ 7442201 w 7442201"/>
              <a:gd name="connsiteY3" fmla="*/ 5365751 h 5772150"/>
              <a:gd name="connsiteX4" fmla="*/ 7035801 w 7442201"/>
              <a:gd name="connsiteY4" fmla="*/ 5772150 h 5772150"/>
              <a:gd name="connsiteX5" fmla="*/ 406400 w 7442201"/>
              <a:gd name="connsiteY5" fmla="*/ 5772150 h 5772150"/>
              <a:gd name="connsiteX6" fmla="*/ 0 w 7442201"/>
              <a:gd name="connsiteY6" fmla="*/ 5365751 h 5772150"/>
              <a:gd name="connsiteX7" fmla="*/ 0 w 7442201"/>
              <a:gd name="connsiteY7" fmla="*/ 406400 h 5772150"/>
              <a:gd name="connsiteX8" fmla="*/ 406400 w 7442201"/>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2201" h="5772150">
                <a:moveTo>
                  <a:pt x="406400" y="0"/>
                </a:moveTo>
                <a:lnTo>
                  <a:pt x="7035801" y="0"/>
                </a:lnTo>
                <a:cubicBezTo>
                  <a:pt x="7260590" y="0"/>
                  <a:pt x="7442201" y="181610"/>
                  <a:pt x="7442201" y="406400"/>
                </a:cubicBezTo>
                <a:lnTo>
                  <a:pt x="7442201" y="5365751"/>
                </a:lnTo>
                <a:cubicBezTo>
                  <a:pt x="7442201" y="5590540"/>
                  <a:pt x="7260590" y="5772150"/>
                  <a:pt x="7035801" y="5772150"/>
                </a:cubicBezTo>
                <a:lnTo>
                  <a:pt x="406400" y="5772150"/>
                </a:lnTo>
                <a:cubicBezTo>
                  <a:pt x="181610" y="5772150"/>
                  <a:pt x="0" y="5590540"/>
                  <a:pt x="0" y="5365751"/>
                </a:cubicBezTo>
                <a:lnTo>
                  <a:pt x="0" y="406400"/>
                </a:lnTo>
                <a:cubicBezTo>
                  <a:pt x="0" y="181610"/>
                  <a:pt x="181610" y="0"/>
                  <a:pt x="4064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7" name="Picture Placeholder 16">
            <a:extLst>
              <a:ext uri="{FF2B5EF4-FFF2-40B4-BE49-F238E27FC236}">
                <a16:creationId xmlns:a16="http://schemas.microsoft.com/office/drawing/2014/main" id="{686F42C6-0E0F-53AC-2F31-CE0F68E9E319}"/>
              </a:ext>
            </a:extLst>
          </p:cNvPr>
          <p:cNvSpPr>
            <a:spLocks noGrp="1"/>
          </p:cNvSpPr>
          <p:nvPr>
            <p:ph type="pic" sz="quarter" idx="16"/>
          </p:nvPr>
        </p:nvSpPr>
        <p:spPr>
          <a:xfrm>
            <a:off x="8468361" y="6801192"/>
            <a:ext cx="7442201" cy="5772150"/>
          </a:xfrm>
          <a:custGeom>
            <a:avLst/>
            <a:gdLst>
              <a:gd name="connsiteX0" fmla="*/ 406400 w 7442201"/>
              <a:gd name="connsiteY0" fmla="*/ 0 h 5772150"/>
              <a:gd name="connsiteX1" fmla="*/ 7035801 w 7442201"/>
              <a:gd name="connsiteY1" fmla="*/ 0 h 5772150"/>
              <a:gd name="connsiteX2" fmla="*/ 7442201 w 7442201"/>
              <a:gd name="connsiteY2" fmla="*/ 406400 h 5772150"/>
              <a:gd name="connsiteX3" fmla="*/ 7442201 w 7442201"/>
              <a:gd name="connsiteY3" fmla="*/ 5365750 h 5772150"/>
              <a:gd name="connsiteX4" fmla="*/ 7035801 w 7442201"/>
              <a:gd name="connsiteY4" fmla="*/ 5772150 h 5772150"/>
              <a:gd name="connsiteX5" fmla="*/ 406400 w 7442201"/>
              <a:gd name="connsiteY5" fmla="*/ 5772150 h 5772150"/>
              <a:gd name="connsiteX6" fmla="*/ 0 w 7442201"/>
              <a:gd name="connsiteY6" fmla="*/ 5365750 h 5772150"/>
              <a:gd name="connsiteX7" fmla="*/ 0 w 7442201"/>
              <a:gd name="connsiteY7" fmla="*/ 406400 h 5772150"/>
              <a:gd name="connsiteX8" fmla="*/ 406400 w 7442201"/>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2201" h="5772150">
                <a:moveTo>
                  <a:pt x="406400" y="0"/>
                </a:moveTo>
                <a:lnTo>
                  <a:pt x="7035801" y="0"/>
                </a:lnTo>
                <a:cubicBezTo>
                  <a:pt x="7260590" y="0"/>
                  <a:pt x="7442201" y="181611"/>
                  <a:pt x="7442201" y="406400"/>
                </a:cubicBezTo>
                <a:lnTo>
                  <a:pt x="7442201" y="5365750"/>
                </a:lnTo>
                <a:cubicBezTo>
                  <a:pt x="7442201" y="5590540"/>
                  <a:pt x="7260590" y="5772150"/>
                  <a:pt x="7035801" y="5772150"/>
                </a:cubicBezTo>
                <a:lnTo>
                  <a:pt x="406400" y="5772150"/>
                </a:lnTo>
                <a:cubicBezTo>
                  <a:pt x="181610" y="5772150"/>
                  <a:pt x="0" y="5590540"/>
                  <a:pt x="0" y="5365750"/>
                </a:cubicBezTo>
                <a:lnTo>
                  <a:pt x="0" y="406400"/>
                </a:lnTo>
                <a:cubicBezTo>
                  <a:pt x="0" y="181611"/>
                  <a:pt x="181610" y="0"/>
                  <a:pt x="406400" y="0"/>
                </a:cubicBezTo>
                <a:close/>
              </a:path>
            </a:pathLst>
          </a:custGeom>
          <a:solidFill>
            <a:schemeClr val="bg1">
              <a:lumMod val="85000"/>
            </a:schemeClr>
          </a:solidFill>
          <a:ln>
            <a:noFill/>
          </a:ln>
        </p:spPr>
        <p:txBody>
          <a:bodyPr wrap="square">
            <a:noAutofit/>
          </a:bodyPr>
          <a:lstStyle>
            <a:lvl1pPr marL="0" indent="0">
              <a:buNone/>
              <a:defRPr sz="2800"/>
            </a:lvl1pPr>
          </a:lstStyle>
          <a:p>
            <a:endParaRPr lang="en-US"/>
          </a:p>
        </p:txBody>
      </p:sp>
      <p:sp>
        <p:nvSpPr>
          <p:cNvPr id="13" name="Picture Placeholder 12">
            <a:extLst>
              <a:ext uri="{FF2B5EF4-FFF2-40B4-BE49-F238E27FC236}">
                <a16:creationId xmlns:a16="http://schemas.microsoft.com/office/drawing/2014/main" id="{0A3AB2A9-28F0-A5B7-C6EE-4A55FA0F3504}"/>
              </a:ext>
            </a:extLst>
          </p:cNvPr>
          <p:cNvSpPr>
            <a:spLocks noGrp="1"/>
          </p:cNvSpPr>
          <p:nvPr>
            <p:ph type="pic" sz="quarter" idx="17"/>
          </p:nvPr>
        </p:nvSpPr>
        <p:spPr>
          <a:xfrm>
            <a:off x="16253462" y="686142"/>
            <a:ext cx="7442199" cy="5772150"/>
          </a:xfrm>
          <a:custGeom>
            <a:avLst/>
            <a:gdLst>
              <a:gd name="connsiteX0" fmla="*/ 406400 w 7442199"/>
              <a:gd name="connsiteY0" fmla="*/ 0 h 5772150"/>
              <a:gd name="connsiteX1" fmla="*/ 7035799 w 7442199"/>
              <a:gd name="connsiteY1" fmla="*/ 0 h 5772150"/>
              <a:gd name="connsiteX2" fmla="*/ 7442199 w 7442199"/>
              <a:gd name="connsiteY2" fmla="*/ 406400 h 5772150"/>
              <a:gd name="connsiteX3" fmla="*/ 7442199 w 7442199"/>
              <a:gd name="connsiteY3" fmla="*/ 5365751 h 5772150"/>
              <a:gd name="connsiteX4" fmla="*/ 7035799 w 7442199"/>
              <a:gd name="connsiteY4" fmla="*/ 5772150 h 5772150"/>
              <a:gd name="connsiteX5" fmla="*/ 406400 w 7442199"/>
              <a:gd name="connsiteY5" fmla="*/ 5772150 h 5772150"/>
              <a:gd name="connsiteX6" fmla="*/ 0 w 7442199"/>
              <a:gd name="connsiteY6" fmla="*/ 5365751 h 5772150"/>
              <a:gd name="connsiteX7" fmla="*/ 0 w 7442199"/>
              <a:gd name="connsiteY7" fmla="*/ 406400 h 5772150"/>
              <a:gd name="connsiteX8" fmla="*/ 406400 w 7442199"/>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2199" h="5772150">
                <a:moveTo>
                  <a:pt x="406400" y="0"/>
                </a:moveTo>
                <a:lnTo>
                  <a:pt x="7035799" y="0"/>
                </a:lnTo>
                <a:cubicBezTo>
                  <a:pt x="7260589" y="0"/>
                  <a:pt x="7442199" y="181610"/>
                  <a:pt x="7442199" y="406400"/>
                </a:cubicBezTo>
                <a:lnTo>
                  <a:pt x="7442199" y="5365751"/>
                </a:lnTo>
                <a:cubicBezTo>
                  <a:pt x="7442199" y="5590540"/>
                  <a:pt x="7260589" y="5772150"/>
                  <a:pt x="7035799" y="5772150"/>
                </a:cubicBezTo>
                <a:lnTo>
                  <a:pt x="406400" y="5772150"/>
                </a:lnTo>
                <a:cubicBezTo>
                  <a:pt x="181609" y="5772150"/>
                  <a:pt x="0" y="5590540"/>
                  <a:pt x="0" y="5365751"/>
                </a:cubicBezTo>
                <a:lnTo>
                  <a:pt x="0" y="406400"/>
                </a:lnTo>
                <a:cubicBezTo>
                  <a:pt x="0" y="181610"/>
                  <a:pt x="181609" y="0"/>
                  <a:pt x="4064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9" name="Picture Placeholder 18">
            <a:extLst>
              <a:ext uri="{FF2B5EF4-FFF2-40B4-BE49-F238E27FC236}">
                <a16:creationId xmlns:a16="http://schemas.microsoft.com/office/drawing/2014/main" id="{9A9F774D-E2B4-62E0-4B1D-8595E724BFC3}"/>
              </a:ext>
            </a:extLst>
          </p:cNvPr>
          <p:cNvSpPr>
            <a:spLocks noGrp="1"/>
          </p:cNvSpPr>
          <p:nvPr>
            <p:ph type="pic" sz="quarter" idx="18"/>
          </p:nvPr>
        </p:nvSpPr>
        <p:spPr>
          <a:xfrm>
            <a:off x="16253462" y="6801192"/>
            <a:ext cx="7442199" cy="5772150"/>
          </a:xfrm>
          <a:custGeom>
            <a:avLst/>
            <a:gdLst>
              <a:gd name="connsiteX0" fmla="*/ 406400 w 7442199"/>
              <a:gd name="connsiteY0" fmla="*/ 0 h 5772150"/>
              <a:gd name="connsiteX1" fmla="*/ 7035799 w 7442199"/>
              <a:gd name="connsiteY1" fmla="*/ 0 h 5772150"/>
              <a:gd name="connsiteX2" fmla="*/ 7442199 w 7442199"/>
              <a:gd name="connsiteY2" fmla="*/ 406400 h 5772150"/>
              <a:gd name="connsiteX3" fmla="*/ 7442199 w 7442199"/>
              <a:gd name="connsiteY3" fmla="*/ 5365750 h 5772150"/>
              <a:gd name="connsiteX4" fmla="*/ 7035799 w 7442199"/>
              <a:gd name="connsiteY4" fmla="*/ 5772150 h 5772150"/>
              <a:gd name="connsiteX5" fmla="*/ 406400 w 7442199"/>
              <a:gd name="connsiteY5" fmla="*/ 5772150 h 5772150"/>
              <a:gd name="connsiteX6" fmla="*/ 0 w 7442199"/>
              <a:gd name="connsiteY6" fmla="*/ 5365750 h 5772150"/>
              <a:gd name="connsiteX7" fmla="*/ 0 w 7442199"/>
              <a:gd name="connsiteY7" fmla="*/ 406400 h 5772150"/>
              <a:gd name="connsiteX8" fmla="*/ 406400 w 7442199"/>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2199" h="5772150">
                <a:moveTo>
                  <a:pt x="406400" y="0"/>
                </a:moveTo>
                <a:lnTo>
                  <a:pt x="7035799" y="0"/>
                </a:lnTo>
                <a:cubicBezTo>
                  <a:pt x="7260589" y="0"/>
                  <a:pt x="7442199" y="181611"/>
                  <a:pt x="7442199" y="406400"/>
                </a:cubicBezTo>
                <a:lnTo>
                  <a:pt x="7442199" y="5365750"/>
                </a:lnTo>
                <a:cubicBezTo>
                  <a:pt x="7442199" y="5590540"/>
                  <a:pt x="7260589" y="5772150"/>
                  <a:pt x="7035799" y="5772150"/>
                </a:cubicBezTo>
                <a:lnTo>
                  <a:pt x="406400" y="5772150"/>
                </a:lnTo>
                <a:cubicBezTo>
                  <a:pt x="181609" y="5772150"/>
                  <a:pt x="0" y="5590540"/>
                  <a:pt x="0" y="5365750"/>
                </a:cubicBezTo>
                <a:lnTo>
                  <a:pt x="0" y="406400"/>
                </a:lnTo>
                <a:cubicBezTo>
                  <a:pt x="0" y="181611"/>
                  <a:pt x="181609" y="0"/>
                  <a:pt x="406400" y="0"/>
                </a:cubicBezTo>
                <a:close/>
              </a:path>
            </a:pathLst>
          </a:custGeom>
          <a:solidFill>
            <a:schemeClr val="bg1">
              <a:lumMod val="85000"/>
            </a:schemeClr>
          </a:solidFill>
          <a:ln>
            <a:noFill/>
          </a:ln>
        </p:spPr>
        <p:txBody>
          <a:bodyPr wrap="square">
            <a:noAutofit/>
          </a:bodyPr>
          <a:lstStyle>
            <a:lvl1pPr marL="0" indent="0">
              <a:buNone/>
              <a:defRPr sz="2800"/>
            </a:lvl1pPr>
          </a:lstStyle>
          <a:p>
            <a:endParaRPr lang="en-US"/>
          </a:p>
        </p:txBody>
      </p:sp>
      <p:sp>
        <p:nvSpPr>
          <p:cNvPr id="22" name="TextBox 21">
            <a:extLst>
              <a:ext uri="{FF2B5EF4-FFF2-40B4-BE49-F238E27FC236}">
                <a16:creationId xmlns:a16="http://schemas.microsoft.com/office/drawing/2014/main" id="{35CDBB9C-4239-C441-B946-5B5321A677FC}"/>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Tree>
    <p:extLst>
      <p:ext uri="{BB962C8B-B14F-4D97-AF65-F5344CB8AC3E}">
        <p14:creationId xmlns:p14="http://schemas.microsoft.com/office/powerpoint/2010/main" val="17875208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Image Grid">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FE36D3DE-B1E4-5705-8D87-3D56AB190249}"/>
              </a:ext>
            </a:extLst>
          </p:cNvPr>
          <p:cNvSpPr>
            <a:spLocks noGrp="1"/>
          </p:cNvSpPr>
          <p:nvPr>
            <p:ph type="pic" sz="quarter" idx="13"/>
          </p:nvPr>
        </p:nvSpPr>
        <p:spPr>
          <a:xfrm>
            <a:off x="683261" y="0"/>
            <a:ext cx="5490211" cy="3538220"/>
          </a:xfrm>
          <a:custGeom>
            <a:avLst/>
            <a:gdLst>
              <a:gd name="connsiteX0" fmla="*/ 0 w 5490211"/>
              <a:gd name="connsiteY0" fmla="*/ 0 h 3538220"/>
              <a:gd name="connsiteX1" fmla="*/ 5490211 w 5490211"/>
              <a:gd name="connsiteY1" fmla="*/ 0 h 3538220"/>
              <a:gd name="connsiteX2" fmla="*/ 5490211 w 5490211"/>
              <a:gd name="connsiteY2" fmla="*/ 20320 h 3538220"/>
              <a:gd name="connsiteX3" fmla="*/ 5490211 w 5490211"/>
              <a:gd name="connsiteY3" fmla="*/ 3131820 h 3538220"/>
              <a:gd name="connsiteX4" fmla="*/ 5083811 w 5490211"/>
              <a:gd name="connsiteY4" fmla="*/ 3538220 h 3538220"/>
              <a:gd name="connsiteX5" fmla="*/ 406400 w 5490211"/>
              <a:gd name="connsiteY5" fmla="*/ 3538220 h 3538220"/>
              <a:gd name="connsiteX6" fmla="*/ 0 w 5490211"/>
              <a:gd name="connsiteY6" fmla="*/ 3131820 h 3538220"/>
              <a:gd name="connsiteX7" fmla="*/ 0 w 5490211"/>
              <a:gd name="connsiteY7" fmla="*/ 20320 h 3538220"/>
              <a:gd name="connsiteX8" fmla="*/ 0 w 5490211"/>
              <a:gd name="connsiteY8" fmla="*/ 0 h 3538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0211" h="3538220">
                <a:moveTo>
                  <a:pt x="0" y="0"/>
                </a:moveTo>
                <a:lnTo>
                  <a:pt x="5490211" y="0"/>
                </a:lnTo>
                <a:cubicBezTo>
                  <a:pt x="5490211" y="6350"/>
                  <a:pt x="5490211" y="13970"/>
                  <a:pt x="5490211" y="20320"/>
                </a:cubicBezTo>
                <a:lnTo>
                  <a:pt x="5490211" y="3131820"/>
                </a:lnTo>
                <a:cubicBezTo>
                  <a:pt x="5490211" y="3356610"/>
                  <a:pt x="5308601" y="3538220"/>
                  <a:pt x="5083811" y="3538220"/>
                </a:cubicBezTo>
                <a:lnTo>
                  <a:pt x="406400" y="3538220"/>
                </a:lnTo>
                <a:cubicBezTo>
                  <a:pt x="181611" y="3538220"/>
                  <a:pt x="0" y="3356610"/>
                  <a:pt x="0" y="3131820"/>
                </a:cubicBezTo>
                <a:lnTo>
                  <a:pt x="0" y="20320"/>
                </a:lnTo>
                <a:cubicBezTo>
                  <a:pt x="0" y="13970"/>
                  <a:pt x="0" y="6350"/>
                  <a:pt x="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25" name="Picture Placeholder 24">
            <a:extLst>
              <a:ext uri="{FF2B5EF4-FFF2-40B4-BE49-F238E27FC236}">
                <a16:creationId xmlns:a16="http://schemas.microsoft.com/office/drawing/2014/main" id="{7EC9E790-45D8-EA52-42B8-FE0E4FB2D891}"/>
              </a:ext>
            </a:extLst>
          </p:cNvPr>
          <p:cNvSpPr>
            <a:spLocks noGrp="1"/>
          </p:cNvSpPr>
          <p:nvPr>
            <p:ph type="pic" sz="quarter" idx="14"/>
          </p:nvPr>
        </p:nvSpPr>
        <p:spPr>
          <a:xfrm>
            <a:off x="683261" y="3881120"/>
            <a:ext cx="5496561" cy="5772150"/>
          </a:xfrm>
          <a:custGeom>
            <a:avLst/>
            <a:gdLst>
              <a:gd name="connsiteX0" fmla="*/ 406400 w 5496561"/>
              <a:gd name="connsiteY0" fmla="*/ 0 h 5772150"/>
              <a:gd name="connsiteX1" fmla="*/ 5090161 w 5496561"/>
              <a:gd name="connsiteY1" fmla="*/ 0 h 5772150"/>
              <a:gd name="connsiteX2" fmla="*/ 5496561 w 5496561"/>
              <a:gd name="connsiteY2" fmla="*/ 406400 h 5772150"/>
              <a:gd name="connsiteX3" fmla="*/ 5496561 w 5496561"/>
              <a:gd name="connsiteY3" fmla="*/ 5365750 h 5772150"/>
              <a:gd name="connsiteX4" fmla="*/ 5090161 w 5496561"/>
              <a:gd name="connsiteY4" fmla="*/ 5772150 h 5772150"/>
              <a:gd name="connsiteX5" fmla="*/ 406400 w 5496561"/>
              <a:gd name="connsiteY5" fmla="*/ 5772150 h 5772150"/>
              <a:gd name="connsiteX6" fmla="*/ 0 w 5496561"/>
              <a:gd name="connsiteY6" fmla="*/ 5365750 h 5772150"/>
              <a:gd name="connsiteX7" fmla="*/ 0 w 5496561"/>
              <a:gd name="connsiteY7" fmla="*/ 406400 h 5772150"/>
              <a:gd name="connsiteX8" fmla="*/ 406400 w 5496561"/>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6561" h="5772150">
                <a:moveTo>
                  <a:pt x="406400" y="0"/>
                </a:moveTo>
                <a:lnTo>
                  <a:pt x="5090161" y="0"/>
                </a:lnTo>
                <a:cubicBezTo>
                  <a:pt x="5314951" y="0"/>
                  <a:pt x="5496561" y="181610"/>
                  <a:pt x="5496561" y="406400"/>
                </a:cubicBezTo>
                <a:lnTo>
                  <a:pt x="5496561" y="5365750"/>
                </a:lnTo>
                <a:cubicBezTo>
                  <a:pt x="5496561" y="5590540"/>
                  <a:pt x="5314951" y="5772150"/>
                  <a:pt x="5090161" y="5772150"/>
                </a:cubicBezTo>
                <a:lnTo>
                  <a:pt x="406400" y="5772150"/>
                </a:lnTo>
                <a:cubicBezTo>
                  <a:pt x="181611" y="5772150"/>
                  <a:pt x="0" y="5590540"/>
                  <a:pt x="0" y="5365750"/>
                </a:cubicBezTo>
                <a:lnTo>
                  <a:pt x="0" y="406400"/>
                </a:lnTo>
                <a:cubicBezTo>
                  <a:pt x="0" y="181610"/>
                  <a:pt x="181611" y="0"/>
                  <a:pt x="4064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42" name="Picture Placeholder 41">
            <a:extLst>
              <a:ext uri="{FF2B5EF4-FFF2-40B4-BE49-F238E27FC236}">
                <a16:creationId xmlns:a16="http://schemas.microsoft.com/office/drawing/2014/main" id="{285F2332-9FA4-7193-A956-249E3C6D0F00}"/>
              </a:ext>
            </a:extLst>
          </p:cNvPr>
          <p:cNvSpPr>
            <a:spLocks noGrp="1"/>
          </p:cNvSpPr>
          <p:nvPr>
            <p:ph type="pic" sz="quarter" idx="15"/>
          </p:nvPr>
        </p:nvSpPr>
        <p:spPr>
          <a:xfrm>
            <a:off x="485319" y="9977121"/>
            <a:ext cx="5852160" cy="3744907"/>
          </a:xfrm>
          <a:custGeom>
            <a:avLst/>
            <a:gdLst>
              <a:gd name="connsiteX0" fmla="*/ 604341 w 5852160"/>
              <a:gd name="connsiteY0" fmla="*/ 0 h 3744907"/>
              <a:gd name="connsiteX1" fmla="*/ 5288102 w 5852160"/>
              <a:gd name="connsiteY1" fmla="*/ 0 h 3744907"/>
              <a:gd name="connsiteX2" fmla="*/ 5694503 w 5852160"/>
              <a:gd name="connsiteY2" fmla="*/ 406400 h 3744907"/>
              <a:gd name="connsiteX3" fmla="*/ 5694503 w 5852160"/>
              <a:gd name="connsiteY3" fmla="*/ 3738880 h 3744907"/>
              <a:gd name="connsiteX4" fmla="*/ 5852160 w 5852160"/>
              <a:gd name="connsiteY4" fmla="*/ 3738880 h 3744907"/>
              <a:gd name="connsiteX5" fmla="*/ 5852160 w 5852160"/>
              <a:gd name="connsiteY5" fmla="*/ 3744907 h 3744907"/>
              <a:gd name="connsiteX6" fmla="*/ 0 w 5852160"/>
              <a:gd name="connsiteY6" fmla="*/ 3744907 h 3744907"/>
              <a:gd name="connsiteX7" fmla="*/ 0 w 5852160"/>
              <a:gd name="connsiteY7" fmla="*/ 3738880 h 3744907"/>
              <a:gd name="connsiteX8" fmla="*/ 197941 w 5852160"/>
              <a:gd name="connsiteY8" fmla="*/ 3738880 h 3744907"/>
              <a:gd name="connsiteX9" fmla="*/ 197941 w 5852160"/>
              <a:gd name="connsiteY9" fmla="*/ 406400 h 3744907"/>
              <a:gd name="connsiteX10" fmla="*/ 604341 w 5852160"/>
              <a:gd name="connsiteY10" fmla="*/ 0 h 374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2160" h="3744907">
                <a:moveTo>
                  <a:pt x="604341" y="0"/>
                </a:moveTo>
                <a:lnTo>
                  <a:pt x="5288102" y="0"/>
                </a:lnTo>
                <a:cubicBezTo>
                  <a:pt x="5512893" y="0"/>
                  <a:pt x="5694503" y="181610"/>
                  <a:pt x="5694503" y="406400"/>
                </a:cubicBezTo>
                <a:lnTo>
                  <a:pt x="5694503" y="3738880"/>
                </a:lnTo>
                <a:lnTo>
                  <a:pt x="5852160" y="3738880"/>
                </a:lnTo>
                <a:lnTo>
                  <a:pt x="5852160" y="3744907"/>
                </a:lnTo>
                <a:lnTo>
                  <a:pt x="0" y="3744907"/>
                </a:lnTo>
                <a:lnTo>
                  <a:pt x="0" y="3738880"/>
                </a:lnTo>
                <a:lnTo>
                  <a:pt x="197941" y="3738880"/>
                </a:lnTo>
                <a:lnTo>
                  <a:pt x="197941" y="406400"/>
                </a:lnTo>
                <a:cubicBezTo>
                  <a:pt x="197941" y="181610"/>
                  <a:pt x="379552" y="0"/>
                  <a:pt x="604341"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9" name="Picture Placeholder 18">
            <a:extLst>
              <a:ext uri="{FF2B5EF4-FFF2-40B4-BE49-F238E27FC236}">
                <a16:creationId xmlns:a16="http://schemas.microsoft.com/office/drawing/2014/main" id="{5B4835E6-BA1A-8794-2FFC-AF3433434600}"/>
              </a:ext>
            </a:extLst>
          </p:cNvPr>
          <p:cNvSpPr>
            <a:spLocks noGrp="1"/>
          </p:cNvSpPr>
          <p:nvPr>
            <p:ph type="pic" sz="quarter" idx="16"/>
          </p:nvPr>
        </p:nvSpPr>
        <p:spPr>
          <a:xfrm>
            <a:off x="6517641" y="0"/>
            <a:ext cx="5496560" cy="3538220"/>
          </a:xfrm>
          <a:custGeom>
            <a:avLst/>
            <a:gdLst>
              <a:gd name="connsiteX0" fmla="*/ 0 w 5496560"/>
              <a:gd name="connsiteY0" fmla="*/ 0 h 3538220"/>
              <a:gd name="connsiteX1" fmla="*/ 5496560 w 5496560"/>
              <a:gd name="connsiteY1" fmla="*/ 0 h 3538220"/>
              <a:gd name="connsiteX2" fmla="*/ 5496560 w 5496560"/>
              <a:gd name="connsiteY2" fmla="*/ 20320 h 3538220"/>
              <a:gd name="connsiteX3" fmla="*/ 5496560 w 5496560"/>
              <a:gd name="connsiteY3" fmla="*/ 3131820 h 3538220"/>
              <a:gd name="connsiteX4" fmla="*/ 5090159 w 5496560"/>
              <a:gd name="connsiteY4" fmla="*/ 3538220 h 3538220"/>
              <a:gd name="connsiteX5" fmla="*/ 406399 w 5496560"/>
              <a:gd name="connsiteY5" fmla="*/ 3538220 h 3538220"/>
              <a:gd name="connsiteX6" fmla="*/ 0 w 5496560"/>
              <a:gd name="connsiteY6" fmla="*/ 3131820 h 3538220"/>
              <a:gd name="connsiteX7" fmla="*/ 0 w 5496560"/>
              <a:gd name="connsiteY7" fmla="*/ 20320 h 3538220"/>
              <a:gd name="connsiteX8" fmla="*/ 0 w 5496560"/>
              <a:gd name="connsiteY8" fmla="*/ 0 h 3538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6560" h="3538220">
                <a:moveTo>
                  <a:pt x="0" y="0"/>
                </a:moveTo>
                <a:lnTo>
                  <a:pt x="5496560" y="0"/>
                </a:lnTo>
                <a:cubicBezTo>
                  <a:pt x="5496560" y="6350"/>
                  <a:pt x="5496560" y="13970"/>
                  <a:pt x="5496560" y="20320"/>
                </a:cubicBezTo>
                <a:lnTo>
                  <a:pt x="5496560" y="3131820"/>
                </a:lnTo>
                <a:cubicBezTo>
                  <a:pt x="5496560" y="3356610"/>
                  <a:pt x="5314949" y="3538220"/>
                  <a:pt x="5090159" y="3538220"/>
                </a:cubicBezTo>
                <a:lnTo>
                  <a:pt x="406399" y="3538220"/>
                </a:lnTo>
                <a:cubicBezTo>
                  <a:pt x="181610" y="3538220"/>
                  <a:pt x="0" y="3356610"/>
                  <a:pt x="0" y="3131820"/>
                </a:cubicBezTo>
                <a:lnTo>
                  <a:pt x="0" y="20320"/>
                </a:lnTo>
                <a:cubicBezTo>
                  <a:pt x="0" y="13970"/>
                  <a:pt x="0" y="6350"/>
                  <a:pt x="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27" name="Picture Placeholder 26">
            <a:extLst>
              <a:ext uri="{FF2B5EF4-FFF2-40B4-BE49-F238E27FC236}">
                <a16:creationId xmlns:a16="http://schemas.microsoft.com/office/drawing/2014/main" id="{05584FD6-5652-084C-9376-7C6D0E620182}"/>
              </a:ext>
            </a:extLst>
          </p:cNvPr>
          <p:cNvSpPr>
            <a:spLocks noGrp="1"/>
          </p:cNvSpPr>
          <p:nvPr>
            <p:ph type="pic" sz="quarter" idx="17"/>
          </p:nvPr>
        </p:nvSpPr>
        <p:spPr>
          <a:xfrm>
            <a:off x="6521450" y="3881120"/>
            <a:ext cx="5496560" cy="5772150"/>
          </a:xfrm>
          <a:custGeom>
            <a:avLst/>
            <a:gdLst>
              <a:gd name="connsiteX0" fmla="*/ 406401 w 5496560"/>
              <a:gd name="connsiteY0" fmla="*/ 0 h 5772150"/>
              <a:gd name="connsiteX1" fmla="*/ 5090160 w 5496560"/>
              <a:gd name="connsiteY1" fmla="*/ 0 h 5772150"/>
              <a:gd name="connsiteX2" fmla="*/ 5496560 w 5496560"/>
              <a:gd name="connsiteY2" fmla="*/ 406400 h 5772150"/>
              <a:gd name="connsiteX3" fmla="*/ 5496560 w 5496560"/>
              <a:gd name="connsiteY3" fmla="*/ 5365750 h 5772150"/>
              <a:gd name="connsiteX4" fmla="*/ 5090160 w 5496560"/>
              <a:gd name="connsiteY4" fmla="*/ 5772150 h 5772150"/>
              <a:gd name="connsiteX5" fmla="*/ 406401 w 5496560"/>
              <a:gd name="connsiteY5" fmla="*/ 5772150 h 5772150"/>
              <a:gd name="connsiteX6" fmla="*/ 0 w 5496560"/>
              <a:gd name="connsiteY6" fmla="*/ 5365750 h 5772150"/>
              <a:gd name="connsiteX7" fmla="*/ 0 w 5496560"/>
              <a:gd name="connsiteY7" fmla="*/ 406400 h 5772150"/>
              <a:gd name="connsiteX8" fmla="*/ 406401 w 5496560"/>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6560" h="5772150">
                <a:moveTo>
                  <a:pt x="406401" y="0"/>
                </a:moveTo>
                <a:lnTo>
                  <a:pt x="5090160" y="0"/>
                </a:lnTo>
                <a:cubicBezTo>
                  <a:pt x="5314950" y="0"/>
                  <a:pt x="5496560" y="181610"/>
                  <a:pt x="5496560" y="406400"/>
                </a:cubicBezTo>
                <a:lnTo>
                  <a:pt x="5496560" y="5365750"/>
                </a:lnTo>
                <a:cubicBezTo>
                  <a:pt x="5496560" y="5590540"/>
                  <a:pt x="5314950" y="5772150"/>
                  <a:pt x="5090160" y="5772150"/>
                </a:cubicBezTo>
                <a:lnTo>
                  <a:pt x="406401" y="5772150"/>
                </a:lnTo>
                <a:cubicBezTo>
                  <a:pt x="181611" y="5772150"/>
                  <a:pt x="0" y="5590540"/>
                  <a:pt x="0" y="5365750"/>
                </a:cubicBezTo>
                <a:lnTo>
                  <a:pt x="0" y="406400"/>
                </a:lnTo>
                <a:cubicBezTo>
                  <a:pt x="0" y="181610"/>
                  <a:pt x="181611" y="0"/>
                  <a:pt x="406401"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44" name="Picture Placeholder 43">
            <a:extLst>
              <a:ext uri="{FF2B5EF4-FFF2-40B4-BE49-F238E27FC236}">
                <a16:creationId xmlns:a16="http://schemas.microsoft.com/office/drawing/2014/main" id="{4DB655E3-A8F2-C94B-F488-3430864D685A}"/>
              </a:ext>
            </a:extLst>
          </p:cNvPr>
          <p:cNvSpPr>
            <a:spLocks noGrp="1"/>
          </p:cNvSpPr>
          <p:nvPr>
            <p:ph type="pic" sz="quarter" idx="18"/>
          </p:nvPr>
        </p:nvSpPr>
        <p:spPr>
          <a:xfrm>
            <a:off x="6334328" y="9977121"/>
            <a:ext cx="5852158" cy="3744907"/>
          </a:xfrm>
          <a:custGeom>
            <a:avLst/>
            <a:gdLst>
              <a:gd name="connsiteX0" fmla="*/ 594795 w 5852158"/>
              <a:gd name="connsiteY0" fmla="*/ 0 h 3744907"/>
              <a:gd name="connsiteX1" fmla="*/ 5278554 w 5852158"/>
              <a:gd name="connsiteY1" fmla="*/ 0 h 3744907"/>
              <a:gd name="connsiteX2" fmla="*/ 5684953 w 5852158"/>
              <a:gd name="connsiteY2" fmla="*/ 406400 h 3744907"/>
              <a:gd name="connsiteX3" fmla="*/ 5684953 w 5852158"/>
              <a:gd name="connsiteY3" fmla="*/ 3738880 h 3744907"/>
              <a:gd name="connsiteX4" fmla="*/ 5852158 w 5852158"/>
              <a:gd name="connsiteY4" fmla="*/ 3738880 h 3744907"/>
              <a:gd name="connsiteX5" fmla="*/ 5852158 w 5852158"/>
              <a:gd name="connsiteY5" fmla="*/ 3744907 h 3744907"/>
              <a:gd name="connsiteX6" fmla="*/ 0 w 5852158"/>
              <a:gd name="connsiteY6" fmla="*/ 3744907 h 3744907"/>
              <a:gd name="connsiteX7" fmla="*/ 0 w 5852158"/>
              <a:gd name="connsiteY7" fmla="*/ 3738880 h 3744907"/>
              <a:gd name="connsiteX8" fmla="*/ 188394 w 5852158"/>
              <a:gd name="connsiteY8" fmla="*/ 3738880 h 3744907"/>
              <a:gd name="connsiteX9" fmla="*/ 188394 w 5852158"/>
              <a:gd name="connsiteY9" fmla="*/ 406400 h 3744907"/>
              <a:gd name="connsiteX10" fmla="*/ 594795 w 5852158"/>
              <a:gd name="connsiteY10" fmla="*/ 0 h 374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2158" h="3744907">
                <a:moveTo>
                  <a:pt x="594795" y="0"/>
                </a:moveTo>
                <a:lnTo>
                  <a:pt x="5278554" y="0"/>
                </a:lnTo>
                <a:cubicBezTo>
                  <a:pt x="5503343" y="0"/>
                  <a:pt x="5684953" y="181610"/>
                  <a:pt x="5684953" y="406400"/>
                </a:cubicBezTo>
                <a:lnTo>
                  <a:pt x="5684953" y="3738880"/>
                </a:lnTo>
                <a:lnTo>
                  <a:pt x="5852158" y="3738880"/>
                </a:lnTo>
                <a:lnTo>
                  <a:pt x="5852158" y="3744907"/>
                </a:lnTo>
                <a:lnTo>
                  <a:pt x="0" y="3744907"/>
                </a:lnTo>
                <a:lnTo>
                  <a:pt x="0" y="3738880"/>
                </a:lnTo>
                <a:lnTo>
                  <a:pt x="188394" y="3738880"/>
                </a:lnTo>
                <a:lnTo>
                  <a:pt x="188394" y="406400"/>
                </a:lnTo>
                <a:cubicBezTo>
                  <a:pt x="188394" y="181610"/>
                  <a:pt x="370005" y="0"/>
                  <a:pt x="594795"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21" name="Picture Placeholder 20">
            <a:extLst>
              <a:ext uri="{FF2B5EF4-FFF2-40B4-BE49-F238E27FC236}">
                <a16:creationId xmlns:a16="http://schemas.microsoft.com/office/drawing/2014/main" id="{3926B289-C137-116E-AE5C-79A731FECC6C}"/>
              </a:ext>
            </a:extLst>
          </p:cNvPr>
          <p:cNvSpPr>
            <a:spLocks noGrp="1"/>
          </p:cNvSpPr>
          <p:nvPr>
            <p:ph type="pic" sz="quarter" idx="19"/>
          </p:nvPr>
        </p:nvSpPr>
        <p:spPr>
          <a:xfrm>
            <a:off x="12358370" y="0"/>
            <a:ext cx="5496560" cy="3538220"/>
          </a:xfrm>
          <a:custGeom>
            <a:avLst/>
            <a:gdLst>
              <a:gd name="connsiteX0" fmla="*/ 0 w 5496560"/>
              <a:gd name="connsiteY0" fmla="*/ 0 h 3538220"/>
              <a:gd name="connsiteX1" fmla="*/ 5496560 w 5496560"/>
              <a:gd name="connsiteY1" fmla="*/ 0 h 3538220"/>
              <a:gd name="connsiteX2" fmla="*/ 5496560 w 5496560"/>
              <a:gd name="connsiteY2" fmla="*/ 20320 h 3538220"/>
              <a:gd name="connsiteX3" fmla="*/ 5496560 w 5496560"/>
              <a:gd name="connsiteY3" fmla="*/ 3131820 h 3538220"/>
              <a:gd name="connsiteX4" fmla="*/ 5090160 w 5496560"/>
              <a:gd name="connsiteY4" fmla="*/ 3538220 h 3538220"/>
              <a:gd name="connsiteX5" fmla="*/ 406400 w 5496560"/>
              <a:gd name="connsiteY5" fmla="*/ 3538220 h 3538220"/>
              <a:gd name="connsiteX6" fmla="*/ 0 w 5496560"/>
              <a:gd name="connsiteY6" fmla="*/ 3131820 h 3538220"/>
              <a:gd name="connsiteX7" fmla="*/ 0 w 5496560"/>
              <a:gd name="connsiteY7" fmla="*/ 20320 h 3538220"/>
              <a:gd name="connsiteX8" fmla="*/ 0 w 5496560"/>
              <a:gd name="connsiteY8" fmla="*/ 0 h 3538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6560" h="3538220">
                <a:moveTo>
                  <a:pt x="0" y="0"/>
                </a:moveTo>
                <a:lnTo>
                  <a:pt x="5496560" y="0"/>
                </a:lnTo>
                <a:cubicBezTo>
                  <a:pt x="5496560" y="6350"/>
                  <a:pt x="5496560" y="13970"/>
                  <a:pt x="5496560" y="20320"/>
                </a:cubicBezTo>
                <a:lnTo>
                  <a:pt x="5496560" y="3131820"/>
                </a:lnTo>
                <a:cubicBezTo>
                  <a:pt x="5496560" y="3356610"/>
                  <a:pt x="5314950" y="3538220"/>
                  <a:pt x="5090160" y="3538220"/>
                </a:cubicBezTo>
                <a:lnTo>
                  <a:pt x="406400" y="3538220"/>
                </a:lnTo>
                <a:cubicBezTo>
                  <a:pt x="181610" y="3538220"/>
                  <a:pt x="0" y="3356610"/>
                  <a:pt x="0" y="3131820"/>
                </a:cubicBezTo>
                <a:lnTo>
                  <a:pt x="0" y="20320"/>
                </a:lnTo>
                <a:cubicBezTo>
                  <a:pt x="0" y="13970"/>
                  <a:pt x="0" y="6350"/>
                  <a:pt x="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29" name="Picture Placeholder 28">
            <a:extLst>
              <a:ext uri="{FF2B5EF4-FFF2-40B4-BE49-F238E27FC236}">
                <a16:creationId xmlns:a16="http://schemas.microsoft.com/office/drawing/2014/main" id="{A498E2EB-2E98-2D10-48D8-BFBC93A8594E}"/>
              </a:ext>
            </a:extLst>
          </p:cNvPr>
          <p:cNvSpPr>
            <a:spLocks noGrp="1"/>
          </p:cNvSpPr>
          <p:nvPr>
            <p:ph type="pic" sz="quarter" idx="20"/>
          </p:nvPr>
        </p:nvSpPr>
        <p:spPr>
          <a:xfrm>
            <a:off x="12360910" y="3881120"/>
            <a:ext cx="5496560" cy="5772150"/>
          </a:xfrm>
          <a:custGeom>
            <a:avLst/>
            <a:gdLst>
              <a:gd name="connsiteX0" fmla="*/ 406400 w 5496560"/>
              <a:gd name="connsiteY0" fmla="*/ 0 h 5772150"/>
              <a:gd name="connsiteX1" fmla="*/ 5090160 w 5496560"/>
              <a:gd name="connsiteY1" fmla="*/ 0 h 5772150"/>
              <a:gd name="connsiteX2" fmla="*/ 5496560 w 5496560"/>
              <a:gd name="connsiteY2" fmla="*/ 406400 h 5772150"/>
              <a:gd name="connsiteX3" fmla="*/ 5496560 w 5496560"/>
              <a:gd name="connsiteY3" fmla="*/ 5365750 h 5772150"/>
              <a:gd name="connsiteX4" fmla="*/ 5090160 w 5496560"/>
              <a:gd name="connsiteY4" fmla="*/ 5772150 h 5772150"/>
              <a:gd name="connsiteX5" fmla="*/ 406400 w 5496560"/>
              <a:gd name="connsiteY5" fmla="*/ 5772150 h 5772150"/>
              <a:gd name="connsiteX6" fmla="*/ 0 w 5496560"/>
              <a:gd name="connsiteY6" fmla="*/ 5365750 h 5772150"/>
              <a:gd name="connsiteX7" fmla="*/ 0 w 5496560"/>
              <a:gd name="connsiteY7" fmla="*/ 406400 h 5772150"/>
              <a:gd name="connsiteX8" fmla="*/ 406400 w 5496560"/>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6560" h="5772150">
                <a:moveTo>
                  <a:pt x="406400" y="0"/>
                </a:moveTo>
                <a:lnTo>
                  <a:pt x="5090160" y="0"/>
                </a:lnTo>
                <a:cubicBezTo>
                  <a:pt x="5314950" y="0"/>
                  <a:pt x="5496560" y="181610"/>
                  <a:pt x="5496560" y="406400"/>
                </a:cubicBezTo>
                <a:lnTo>
                  <a:pt x="5496560" y="5365750"/>
                </a:lnTo>
                <a:cubicBezTo>
                  <a:pt x="5496560" y="5590540"/>
                  <a:pt x="5314950" y="5772150"/>
                  <a:pt x="5090160" y="5772150"/>
                </a:cubicBezTo>
                <a:lnTo>
                  <a:pt x="406400" y="5772150"/>
                </a:lnTo>
                <a:cubicBezTo>
                  <a:pt x="181610" y="5772150"/>
                  <a:pt x="0" y="5590540"/>
                  <a:pt x="0" y="5365750"/>
                </a:cubicBezTo>
                <a:lnTo>
                  <a:pt x="0" y="406400"/>
                </a:lnTo>
                <a:cubicBezTo>
                  <a:pt x="0" y="181610"/>
                  <a:pt x="181610" y="0"/>
                  <a:pt x="4064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46" name="Picture Placeholder 45">
            <a:extLst>
              <a:ext uri="{FF2B5EF4-FFF2-40B4-BE49-F238E27FC236}">
                <a16:creationId xmlns:a16="http://schemas.microsoft.com/office/drawing/2014/main" id="{522BB57C-2C34-7C06-7ED8-8347612C2204}"/>
              </a:ext>
            </a:extLst>
          </p:cNvPr>
          <p:cNvSpPr>
            <a:spLocks noGrp="1"/>
          </p:cNvSpPr>
          <p:nvPr>
            <p:ph type="pic" sz="quarter" idx="21"/>
          </p:nvPr>
        </p:nvSpPr>
        <p:spPr>
          <a:xfrm>
            <a:off x="12167566" y="9977121"/>
            <a:ext cx="5852160" cy="3744907"/>
          </a:xfrm>
          <a:custGeom>
            <a:avLst/>
            <a:gdLst>
              <a:gd name="connsiteX0" fmla="*/ 601014 w 5852160"/>
              <a:gd name="connsiteY0" fmla="*/ 0 h 3744907"/>
              <a:gd name="connsiteX1" fmla="*/ 5284774 w 5852160"/>
              <a:gd name="connsiteY1" fmla="*/ 0 h 3744907"/>
              <a:gd name="connsiteX2" fmla="*/ 5691174 w 5852160"/>
              <a:gd name="connsiteY2" fmla="*/ 406400 h 3744907"/>
              <a:gd name="connsiteX3" fmla="*/ 5691174 w 5852160"/>
              <a:gd name="connsiteY3" fmla="*/ 3738880 h 3744907"/>
              <a:gd name="connsiteX4" fmla="*/ 5852160 w 5852160"/>
              <a:gd name="connsiteY4" fmla="*/ 3738880 h 3744907"/>
              <a:gd name="connsiteX5" fmla="*/ 5852160 w 5852160"/>
              <a:gd name="connsiteY5" fmla="*/ 3744907 h 3744907"/>
              <a:gd name="connsiteX6" fmla="*/ 0 w 5852160"/>
              <a:gd name="connsiteY6" fmla="*/ 3744907 h 3744907"/>
              <a:gd name="connsiteX7" fmla="*/ 0 w 5852160"/>
              <a:gd name="connsiteY7" fmla="*/ 3738880 h 3744907"/>
              <a:gd name="connsiteX8" fmla="*/ 194614 w 5852160"/>
              <a:gd name="connsiteY8" fmla="*/ 3738880 h 3744907"/>
              <a:gd name="connsiteX9" fmla="*/ 194614 w 5852160"/>
              <a:gd name="connsiteY9" fmla="*/ 406400 h 3744907"/>
              <a:gd name="connsiteX10" fmla="*/ 601014 w 5852160"/>
              <a:gd name="connsiteY10" fmla="*/ 0 h 374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2160" h="3744907">
                <a:moveTo>
                  <a:pt x="601014" y="0"/>
                </a:moveTo>
                <a:lnTo>
                  <a:pt x="5284774" y="0"/>
                </a:lnTo>
                <a:cubicBezTo>
                  <a:pt x="5509564" y="0"/>
                  <a:pt x="5691174" y="181610"/>
                  <a:pt x="5691174" y="406400"/>
                </a:cubicBezTo>
                <a:lnTo>
                  <a:pt x="5691174" y="3738880"/>
                </a:lnTo>
                <a:lnTo>
                  <a:pt x="5852160" y="3738880"/>
                </a:lnTo>
                <a:lnTo>
                  <a:pt x="5852160" y="3744907"/>
                </a:lnTo>
                <a:lnTo>
                  <a:pt x="0" y="3744907"/>
                </a:lnTo>
                <a:lnTo>
                  <a:pt x="0" y="3738880"/>
                </a:lnTo>
                <a:lnTo>
                  <a:pt x="194614" y="3738880"/>
                </a:lnTo>
                <a:lnTo>
                  <a:pt x="194614" y="406400"/>
                </a:lnTo>
                <a:cubicBezTo>
                  <a:pt x="194614" y="181610"/>
                  <a:pt x="376224" y="0"/>
                  <a:pt x="601014"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23" name="Picture Placeholder 22">
            <a:extLst>
              <a:ext uri="{FF2B5EF4-FFF2-40B4-BE49-F238E27FC236}">
                <a16:creationId xmlns:a16="http://schemas.microsoft.com/office/drawing/2014/main" id="{06B71F0B-63E8-DFF5-6161-3B6F4E2489C1}"/>
              </a:ext>
            </a:extLst>
          </p:cNvPr>
          <p:cNvSpPr>
            <a:spLocks noGrp="1"/>
          </p:cNvSpPr>
          <p:nvPr>
            <p:ph type="pic" sz="quarter" idx="22"/>
          </p:nvPr>
        </p:nvSpPr>
        <p:spPr>
          <a:xfrm>
            <a:off x="18199100" y="0"/>
            <a:ext cx="5496560" cy="3538220"/>
          </a:xfrm>
          <a:custGeom>
            <a:avLst/>
            <a:gdLst>
              <a:gd name="connsiteX0" fmla="*/ 0 w 5496560"/>
              <a:gd name="connsiteY0" fmla="*/ 0 h 3538220"/>
              <a:gd name="connsiteX1" fmla="*/ 5496560 w 5496560"/>
              <a:gd name="connsiteY1" fmla="*/ 0 h 3538220"/>
              <a:gd name="connsiteX2" fmla="*/ 5496560 w 5496560"/>
              <a:gd name="connsiteY2" fmla="*/ 20320 h 3538220"/>
              <a:gd name="connsiteX3" fmla="*/ 5496560 w 5496560"/>
              <a:gd name="connsiteY3" fmla="*/ 3131820 h 3538220"/>
              <a:gd name="connsiteX4" fmla="*/ 5090160 w 5496560"/>
              <a:gd name="connsiteY4" fmla="*/ 3538220 h 3538220"/>
              <a:gd name="connsiteX5" fmla="*/ 406400 w 5496560"/>
              <a:gd name="connsiteY5" fmla="*/ 3538220 h 3538220"/>
              <a:gd name="connsiteX6" fmla="*/ 0 w 5496560"/>
              <a:gd name="connsiteY6" fmla="*/ 3131820 h 3538220"/>
              <a:gd name="connsiteX7" fmla="*/ 0 w 5496560"/>
              <a:gd name="connsiteY7" fmla="*/ 20320 h 3538220"/>
              <a:gd name="connsiteX8" fmla="*/ 0 w 5496560"/>
              <a:gd name="connsiteY8" fmla="*/ 0 h 3538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6560" h="3538220">
                <a:moveTo>
                  <a:pt x="0" y="0"/>
                </a:moveTo>
                <a:lnTo>
                  <a:pt x="5496560" y="0"/>
                </a:lnTo>
                <a:cubicBezTo>
                  <a:pt x="5496560" y="6350"/>
                  <a:pt x="5496560" y="13970"/>
                  <a:pt x="5496560" y="20320"/>
                </a:cubicBezTo>
                <a:lnTo>
                  <a:pt x="5496560" y="3131820"/>
                </a:lnTo>
                <a:cubicBezTo>
                  <a:pt x="5496560" y="3356610"/>
                  <a:pt x="5314950" y="3538220"/>
                  <a:pt x="5090160" y="3538220"/>
                </a:cubicBezTo>
                <a:lnTo>
                  <a:pt x="406400" y="3538220"/>
                </a:lnTo>
                <a:cubicBezTo>
                  <a:pt x="181610" y="3538220"/>
                  <a:pt x="0" y="3356610"/>
                  <a:pt x="0" y="3131820"/>
                </a:cubicBezTo>
                <a:lnTo>
                  <a:pt x="0" y="20320"/>
                </a:lnTo>
                <a:cubicBezTo>
                  <a:pt x="0" y="13970"/>
                  <a:pt x="0" y="6350"/>
                  <a:pt x="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31" name="Picture Placeholder 30">
            <a:extLst>
              <a:ext uri="{FF2B5EF4-FFF2-40B4-BE49-F238E27FC236}">
                <a16:creationId xmlns:a16="http://schemas.microsoft.com/office/drawing/2014/main" id="{66BD3E44-A276-0D87-CD2C-D2EBF9AF1068}"/>
              </a:ext>
            </a:extLst>
          </p:cNvPr>
          <p:cNvSpPr>
            <a:spLocks noGrp="1"/>
          </p:cNvSpPr>
          <p:nvPr>
            <p:ph type="pic" sz="quarter" idx="23"/>
          </p:nvPr>
        </p:nvSpPr>
        <p:spPr>
          <a:xfrm>
            <a:off x="18199100" y="3881120"/>
            <a:ext cx="5496560" cy="5772150"/>
          </a:xfrm>
          <a:custGeom>
            <a:avLst/>
            <a:gdLst>
              <a:gd name="connsiteX0" fmla="*/ 406400 w 5496560"/>
              <a:gd name="connsiteY0" fmla="*/ 0 h 5772150"/>
              <a:gd name="connsiteX1" fmla="*/ 5090160 w 5496560"/>
              <a:gd name="connsiteY1" fmla="*/ 0 h 5772150"/>
              <a:gd name="connsiteX2" fmla="*/ 5496560 w 5496560"/>
              <a:gd name="connsiteY2" fmla="*/ 406400 h 5772150"/>
              <a:gd name="connsiteX3" fmla="*/ 5496560 w 5496560"/>
              <a:gd name="connsiteY3" fmla="*/ 5365750 h 5772150"/>
              <a:gd name="connsiteX4" fmla="*/ 5090160 w 5496560"/>
              <a:gd name="connsiteY4" fmla="*/ 5772150 h 5772150"/>
              <a:gd name="connsiteX5" fmla="*/ 406400 w 5496560"/>
              <a:gd name="connsiteY5" fmla="*/ 5772150 h 5772150"/>
              <a:gd name="connsiteX6" fmla="*/ 0 w 5496560"/>
              <a:gd name="connsiteY6" fmla="*/ 5365750 h 5772150"/>
              <a:gd name="connsiteX7" fmla="*/ 0 w 5496560"/>
              <a:gd name="connsiteY7" fmla="*/ 406400 h 5772150"/>
              <a:gd name="connsiteX8" fmla="*/ 406400 w 5496560"/>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6560" h="5772150">
                <a:moveTo>
                  <a:pt x="406400" y="0"/>
                </a:moveTo>
                <a:lnTo>
                  <a:pt x="5090160" y="0"/>
                </a:lnTo>
                <a:cubicBezTo>
                  <a:pt x="5314950" y="0"/>
                  <a:pt x="5496560" y="181610"/>
                  <a:pt x="5496560" y="406400"/>
                </a:cubicBezTo>
                <a:lnTo>
                  <a:pt x="5496560" y="5365750"/>
                </a:lnTo>
                <a:cubicBezTo>
                  <a:pt x="5496560" y="5590540"/>
                  <a:pt x="5314950" y="5772150"/>
                  <a:pt x="5090160" y="5772150"/>
                </a:cubicBezTo>
                <a:lnTo>
                  <a:pt x="406400" y="5772150"/>
                </a:lnTo>
                <a:cubicBezTo>
                  <a:pt x="181610" y="5772150"/>
                  <a:pt x="0" y="5590540"/>
                  <a:pt x="0" y="5365750"/>
                </a:cubicBezTo>
                <a:lnTo>
                  <a:pt x="0" y="406400"/>
                </a:lnTo>
                <a:cubicBezTo>
                  <a:pt x="0" y="181610"/>
                  <a:pt x="181610" y="0"/>
                  <a:pt x="4064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48" name="Picture Placeholder 47">
            <a:extLst>
              <a:ext uri="{FF2B5EF4-FFF2-40B4-BE49-F238E27FC236}">
                <a16:creationId xmlns:a16="http://schemas.microsoft.com/office/drawing/2014/main" id="{34060603-BD1E-0421-08F0-D3757AAA9ADF}"/>
              </a:ext>
            </a:extLst>
          </p:cNvPr>
          <p:cNvSpPr>
            <a:spLocks noGrp="1"/>
          </p:cNvSpPr>
          <p:nvPr>
            <p:ph type="pic" sz="quarter" idx="24"/>
          </p:nvPr>
        </p:nvSpPr>
        <p:spPr>
          <a:xfrm>
            <a:off x="18000808" y="9977121"/>
            <a:ext cx="5852160" cy="3744907"/>
          </a:xfrm>
          <a:custGeom>
            <a:avLst/>
            <a:gdLst>
              <a:gd name="connsiteX0" fmla="*/ 607232 w 5852160"/>
              <a:gd name="connsiteY0" fmla="*/ 0 h 3744907"/>
              <a:gd name="connsiteX1" fmla="*/ 5290992 w 5852160"/>
              <a:gd name="connsiteY1" fmla="*/ 0 h 3744907"/>
              <a:gd name="connsiteX2" fmla="*/ 5697392 w 5852160"/>
              <a:gd name="connsiteY2" fmla="*/ 406400 h 3744907"/>
              <a:gd name="connsiteX3" fmla="*/ 5697392 w 5852160"/>
              <a:gd name="connsiteY3" fmla="*/ 3738880 h 3744907"/>
              <a:gd name="connsiteX4" fmla="*/ 5852160 w 5852160"/>
              <a:gd name="connsiteY4" fmla="*/ 3738880 h 3744907"/>
              <a:gd name="connsiteX5" fmla="*/ 5852160 w 5852160"/>
              <a:gd name="connsiteY5" fmla="*/ 3744907 h 3744907"/>
              <a:gd name="connsiteX6" fmla="*/ 0 w 5852160"/>
              <a:gd name="connsiteY6" fmla="*/ 3744907 h 3744907"/>
              <a:gd name="connsiteX7" fmla="*/ 0 w 5852160"/>
              <a:gd name="connsiteY7" fmla="*/ 3738880 h 3744907"/>
              <a:gd name="connsiteX8" fmla="*/ 200832 w 5852160"/>
              <a:gd name="connsiteY8" fmla="*/ 3738880 h 3744907"/>
              <a:gd name="connsiteX9" fmla="*/ 200832 w 5852160"/>
              <a:gd name="connsiteY9" fmla="*/ 406400 h 3744907"/>
              <a:gd name="connsiteX10" fmla="*/ 607232 w 5852160"/>
              <a:gd name="connsiteY10" fmla="*/ 0 h 3744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2160" h="3744907">
                <a:moveTo>
                  <a:pt x="607232" y="0"/>
                </a:moveTo>
                <a:lnTo>
                  <a:pt x="5290992" y="0"/>
                </a:lnTo>
                <a:cubicBezTo>
                  <a:pt x="5515782" y="0"/>
                  <a:pt x="5697392" y="181610"/>
                  <a:pt x="5697392" y="406400"/>
                </a:cubicBezTo>
                <a:lnTo>
                  <a:pt x="5697392" y="3738880"/>
                </a:lnTo>
                <a:lnTo>
                  <a:pt x="5852160" y="3738880"/>
                </a:lnTo>
                <a:lnTo>
                  <a:pt x="5852160" y="3744907"/>
                </a:lnTo>
                <a:lnTo>
                  <a:pt x="0" y="3744907"/>
                </a:lnTo>
                <a:lnTo>
                  <a:pt x="0" y="3738880"/>
                </a:lnTo>
                <a:lnTo>
                  <a:pt x="200832" y="3738880"/>
                </a:lnTo>
                <a:lnTo>
                  <a:pt x="200832" y="406400"/>
                </a:lnTo>
                <a:cubicBezTo>
                  <a:pt x="200832" y="181610"/>
                  <a:pt x="382442" y="0"/>
                  <a:pt x="607232"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Tree>
    <p:extLst>
      <p:ext uri="{BB962C8B-B14F-4D97-AF65-F5344CB8AC3E}">
        <p14:creationId xmlns:p14="http://schemas.microsoft.com/office/powerpoint/2010/main" val="32630386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Image Grid">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C14DBB82-A55D-9984-BCF1-09FD8B022E25}"/>
              </a:ext>
            </a:extLst>
          </p:cNvPr>
          <p:cNvSpPr>
            <a:spLocks noGrp="1"/>
          </p:cNvSpPr>
          <p:nvPr>
            <p:ph type="pic" sz="quarter" idx="20"/>
          </p:nvPr>
        </p:nvSpPr>
        <p:spPr>
          <a:xfrm>
            <a:off x="15275392" y="0"/>
            <a:ext cx="5495129" cy="5054554"/>
          </a:xfrm>
          <a:custGeom>
            <a:avLst/>
            <a:gdLst>
              <a:gd name="connsiteX0" fmla="*/ 0 w 5495129"/>
              <a:gd name="connsiteY0" fmla="*/ 0 h 5054554"/>
              <a:gd name="connsiteX1" fmla="*/ 5495129 w 5495129"/>
              <a:gd name="connsiteY1" fmla="*/ 0 h 5054554"/>
              <a:gd name="connsiteX2" fmla="*/ 5495129 w 5495129"/>
              <a:gd name="connsiteY2" fmla="*/ 4648259 h 5054554"/>
              <a:gd name="connsiteX3" fmla="*/ 5088835 w 5495129"/>
              <a:gd name="connsiteY3" fmla="*/ 5054554 h 5054554"/>
              <a:gd name="connsiteX4" fmla="*/ 406294 w 5495129"/>
              <a:gd name="connsiteY4" fmla="*/ 5054554 h 5054554"/>
              <a:gd name="connsiteX5" fmla="*/ 0 w 5495129"/>
              <a:gd name="connsiteY5" fmla="*/ 4648259 h 5054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95129" h="5054554">
                <a:moveTo>
                  <a:pt x="0" y="0"/>
                </a:moveTo>
                <a:lnTo>
                  <a:pt x="5495129" y="0"/>
                </a:lnTo>
                <a:lnTo>
                  <a:pt x="5495129" y="4648259"/>
                </a:lnTo>
                <a:cubicBezTo>
                  <a:pt x="5495129" y="4872992"/>
                  <a:pt x="5313565" y="5054554"/>
                  <a:pt x="5088835" y="5054554"/>
                </a:cubicBezTo>
                <a:lnTo>
                  <a:pt x="406294" y="5054554"/>
                </a:lnTo>
                <a:cubicBezTo>
                  <a:pt x="181563" y="5054554"/>
                  <a:pt x="0" y="4872992"/>
                  <a:pt x="0" y="4648259"/>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1" name="Picture Placeholder 10">
            <a:extLst>
              <a:ext uri="{FF2B5EF4-FFF2-40B4-BE49-F238E27FC236}">
                <a16:creationId xmlns:a16="http://schemas.microsoft.com/office/drawing/2014/main" id="{CA9FDFEE-7BFB-F0C1-E402-65BDC44D506A}"/>
              </a:ext>
            </a:extLst>
          </p:cNvPr>
          <p:cNvSpPr>
            <a:spLocks noGrp="1"/>
          </p:cNvSpPr>
          <p:nvPr>
            <p:ph type="pic" sz="quarter" idx="13"/>
          </p:nvPr>
        </p:nvSpPr>
        <p:spPr>
          <a:xfrm>
            <a:off x="1" y="0"/>
            <a:ext cx="3257973" cy="3530950"/>
          </a:xfrm>
          <a:custGeom>
            <a:avLst/>
            <a:gdLst>
              <a:gd name="connsiteX0" fmla="*/ 0 w 3257973"/>
              <a:gd name="connsiteY0" fmla="*/ 0 h 3530950"/>
              <a:gd name="connsiteX1" fmla="*/ 3257973 w 3257973"/>
              <a:gd name="connsiteY1" fmla="*/ 0 h 3530950"/>
              <a:gd name="connsiteX2" fmla="*/ 3257973 w 3257973"/>
              <a:gd name="connsiteY2" fmla="*/ 3124656 h 3530950"/>
              <a:gd name="connsiteX3" fmla="*/ 2851678 w 3257973"/>
              <a:gd name="connsiteY3" fmla="*/ 3530950 h 3530950"/>
              <a:gd name="connsiteX4" fmla="*/ 0 w 3257973"/>
              <a:gd name="connsiteY4" fmla="*/ 3530950 h 3530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7973" h="3530950">
                <a:moveTo>
                  <a:pt x="0" y="0"/>
                </a:moveTo>
                <a:lnTo>
                  <a:pt x="3257973" y="0"/>
                </a:lnTo>
                <a:lnTo>
                  <a:pt x="3257973" y="3124656"/>
                </a:lnTo>
                <a:cubicBezTo>
                  <a:pt x="3257973" y="3349387"/>
                  <a:pt x="3076410" y="3530950"/>
                  <a:pt x="2851678" y="3530950"/>
                </a:cubicBezTo>
                <a:lnTo>
                  <a:pt x="0" y="3530950"/>
                </a:ln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32" name="Picture Placeholder 31">
            <a:extLst>
              <a:ext uri="{FF2B5EF4-FFF2-40B4-BE49-F238E27FC236}">
                <a16:creationId xmlns:a16="http://schemas.microsoft.com/office/drawing/2014/main" id="{2EB2EBB1-AC83-8755-CEBC-A86A26E72178}"/>
              </a:ext>
            </a:extLst>
          </p:cNvPr>
          <p:cNvSpPr>
            <a:spLocks noGrp="1"/>
          </p:cNvSpPr>
          <p:nvPr>
            <p:ph type="pic" sz="quarter" idx="14"/>
          </p:nvPr>
        </p:nvSpPr>
        <p:spPr>
          <a:xfrm>
            <a:off x="0" y="3861065"/>
            <a:ext cx="3259242" cy="7313295"/>
          </a:xfrm>
          <a:custGeom>
            <a:avLst/>
            <a:gdLst>
              <a:gd name="connsiteX0" fmla="*/ 0 w 3259242"/>
              <a:gd name="connsiteY0" fmla="*/ 0 h 7313295"/>
              <a:gd name="connsiteX1" fmla="*/ 2852948 w 3259242"/>
              <a:gd name="connsiteY1" fmla="*/ 0 h 7313295"/>
              <a:gd name="connsiteX2" fmla="*/ 3259242 w 3259242"/>
              <a:gd name="connsiteY2" fmla="*/ 406295 h 7313295"/>
              <a:gd name="connsiteX3" fmla="*/ 3259242 w 3259242"/>
              <a:gd name="connsiteY3" fmla="*/ 6907001 h 7313295"/>
              <a:gd name="connsiteX4" fmla="*/ 2852948 w 3259242"/>
              <a:gd name="connsiteY4" fmla="*/ 7313295 h 7313295"/>
              <a:gd name="connsiteX5" fmla="*/ 0 w 3259242"/>
              <a:gd name="connsiteY5" fmla="*/ 7313295 h 731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59242" h="7313295">
                <a:moveTo>
                  <a:pt x="0" y="0"/>
                </a:moveTo>
                <a:lnTo>
                  <a:pt x="2852948" y="0"/>
                </a:lnTo>
                <a:cubicBezTo>
                  <a:pt x="3077679" y="0"/>
                  <a:pt x="3259242" y="181563"/>
                  <a:pt x="3259242" y="406295"/>
                </a:cubicBezTo>
                <a:lnTo>
                  <a:pt x="3259242" y="6907001"/>
                </a:lnTo>
                <a:cubicBezTo>
                  <a:pt x="3259242" y="7131732"/>
                  <a:pt x="3077679" y="7313295"/>
                  <a:pt x="2852948" y="7313295"/>
                </a:cubicBezTo>
                <a:lnTo>
                  <a:pt x="0" y="7313295"/>
                </a:ln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43" name="Picture Placeholder 42">
            <a:extLst>
              <a:ext uri="{FF2B5EF4-FFF2-40B4-BE49-F238E27FC236}">
                <a16:creationId xmlns:a16="http://schemas.microsoft.com/office/drawing/2014/main" id="{13C00E19-2AA9-F815-90E6-4AA5650D9C1C}"/>
              </a:ext>
            </a:extLst>
          </p:cNvPr>
          <p:cNvSpPr>
            <a:spLocks noGrp="1"/>
          </p:cNvSpPr>
          <p:nvPr>
            <p:ph type="pic" sz="quarter" idx="15"/>
          </p:nvPr>
        </p:nvSpPr>
        <p:spPr>
          <a:xfrm>
            <a:off x="0" y="11517170"/>
            <a:ext cx="3383280" cy="2198830"/>
          </a:xfrm>
          <a:custGeom>
            <a:avLst/>
            <a:gdLst>
              <a:gd name="connsiteX0" fmla="*/ 0 w 3383280"/>
              <a:gd name="connsiteY0" fmla="*/ 0 h 2198830"/>
              <a:gd name="connsiteX1" fmla="*/ 2852948 w 3383280"/>
              <a:gd name="connsiteY1" fmla="*/ 0 h 2198830"/>
              <a:gd name="connsiteX2" fmla="*/ 3259242 w 3383280"/>
              <a:gd name="connsiteY2" fmla="*/ 406294 h 2198830"/>
              <a:gd name="connsiteX3" fmla="*/ 3259242 w 3383280"/>
              <a:gd name="connsiteY3" fmla="*/ 2195258 h 2198830"/>
              <a:gd name="connsiteX4" fmla="*/ 3383280 w 3383280"/>
              <a:gd name="connsiteY4" fmla="*/ 2195258 h 2198830"/>
              <a:gd name="connsiteX5" fmla="*/ 3383280 w 3383280"/>
              <a:gd name="connsiteY5" fmla="*/ 2198830 h 2198830"/>
              <a:gd name="connsiteX6" fmla="*/ 0 w 3383280"/>
              <a:gd name="connsiteY6" fmla="*/ 2198830 h 2198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83280" h="2198830">
                <a:moveTo>
                  <a:pt x="0" y="0"/>
                </a:moveTo>
                <a:lnTo>
                  <a:pt x="2852948" y="0"/>
                </a:lnTo>
                <a:cubicBezTo>
                  <a:pt x="3077679" y="0"/>
                  <a:pt x="3259242" y="181563"/>
                  <a:pt x="3259242" y="406294"/>
                </a:cubicBezTo>
                <a:lnTo>
                  <a:pt x="3259242" y="2195258"/>
                </a:lnTo>
                <a:lnTo>
                  <a:pt x="3383280" y="2195258"/>
                </a:lnTo>
                <a:lnTo>
                  <a:pt x="3383280" y="2198830"/>
                </a:lnTo>
                <a:lnTo>
                  <a:pt x="0" y="2198830"/>
                </a:ln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3" name="Picture Placeholder 12">
            <a:extLst>
              <a:ext uri="{FF2B5EF4-FFF2-40B4-BE49-F238E27FC236}">
                <a16:creationId xmlns:a16="http://schemas.microsoft.com/office/drawing/2014/main" id="{C52DCB68-B979-B244-67BD-D01870D46C4B}"/>
              </a:ext>
            </a:extLst>
          </p:cNvPr>
          <p:cNvSpPr>
            <a:spLocks noGrp="1"/>
          </p:cNvSpPr>
          <p:nvPr>
            <p:ph type="pic" sz="quarter" idx="16"/>
          </p:nvPr>
        </p:nvSpPr>
        <p:spPr>
          <a:xfrm>
            <a:off x="3600783" y="1"/>
            <a:ext cx="5495128" cy="1999729"/>
          </a:xfrm>
          <a:custGeom>
            <a:avLst/>
            <a:gdLst>
              <a:gd name="connsiteX0" fmla="*/ 0 w 5495128"/>
              <a:gd name="connsiteY0" fmla="*/ 0 h 1999729"/>
              <a:gd name="connsiteX1" fmla="*/ 5495128 w 5495128"/>
              <a:gd name="connsiteY1" fmla="*/ 0 h 1999729"/>
              <a:gd name="connsiteX2" fmla="*/ 5495128 w 5495128"/>
              <a:gd name="connsiteY2" fmla="*/ 1593435 h 1999729"/>
              <a:gd name="connsiteX3" fmla="*/ 5088834 w 5495128"/>
              <a:gd name="connsiteY3" fmla="*/ 1999729 h 1999729"/>
              <a:gd name="connsiteX4" fmla="*/ 406293 w 5495128"/>
              <a:gd name="connsiteY4" fmla="*/ 1999729 h 1999729"/>
              <a:gd name="connsiteX5" fmla="*/ 0 w 5495128"/>
              <a:gd name="connsiteY5" fmla="*/ 1593435 h 1999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95128" h="1999729">
                <a:moveTo>
                  <a:pt x="0" y="0"/>
                </a:moveTo>
                <a:lnTo>
                  <a:pt x="5495128" y="0"/>
                </a:lnTo>
                <a:lnTo>
                  <a:pt x="5495128" y="1593435"/>
                </a:lnTo>
                <a:cubicBezTo>
                  <a:pt x="5495128" y="1818166"/>
                  <a:pt x="5313565" y="1999729"/>
                  <a:pt x="5088834" y="1999729"/>
                </a:cubicBezTo>
                <a:lnTo>
                  <a:pt x="406293" y="1999729"/>
                </a:lnTo>
                <a:cubicBezTo>
                  <a:pt x="181563" y="1999729"/>
                  <a:pt x="0" y="1818166"/>
                  <a:pt x="0" y="1593435"/>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5" name="Picture Placeholder 14">
            <a:extLst>
              <a:ext uri="{FF2B5EF4-FFF2-40B4-BE49-F238E27FC236}">
                <a16:creationId xmlns:a16="http://schemas.microsoft.com/office/drawing/2014/main" id="{D0451EE5-0598-7ADA-E78F-4247741F0CF4}"/>
              </a:ext>
            </a:extLst>
          </p:cNvPr>
          <p:cNvSpPr>
            <a:spLocks noGrp="1"/>
          </p:cNvSpPr>
          <p:nvPr>
            <p:ph type="pic" sz="quarter" idx="17"/>
          </p:nvPr>
        </p:nvSpPr>
        <p:spPr>
          <a:xfrm>
            <a:off x="9438722" y="0"/>
            <a:ext cx="5493858" cy="3530950"/>
          </a:xfrm>
          <a:custGeom>
            <a:avLst/>
            <a:gdLst>
              <a:gd name="connsiteX0" fmla="*/ 0 w 5493858"/>
              <a:gd name="connsiteY0" fmla="*/ 0 h 3530950"/>
              <a:gd name="connsiteX1" fmla="*/ 5493858 w 5493858"/>
              <a:gd name="connsiteY1" fmla="*/ 0 h 3530950"/>
              <a:gd name="connsiteX2" fmla="*/ 5493858 w 5493858"/>
              <a:gd name="connsiteY2" fmla="*/ 3124656 h 3530950"/>
              <a:gd name="connsiteX3" fmla="*/ 5087564 w 5493858"/>
              <a:gd name="connsiteY3" fmla="*/ 3530950 h 3530950"/>
              <a:gd name="connsiteX4" fmla="*/ 406294 w 5493858"/>
              <a:gd name="connsiteY4" fmla="*/ 3530950 h 3530950"/>
              <a:gd name="connsiteX5" fmla="*/ 0 w 5493858"/>
              <a:gd name="connsiteY5" fmla="*/ 3124656 h 35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93858" h="3530950">
                <a:moveTo>
                  <a:pt x="0" y="0"/>
                </a:moveTo>
                <a:lnTo>
                  <a:pt x="5493858" y="0"/>
                </a:lnTo>
                <a:lnTo>
                  <a:pt x="5493858" y="3124656"/>
                </a:lnTo>
                <a:cubicBezTo>
                  <a:pt x="5493858" y="3349387"/>
                  <a:pt x="5312296" y="3530950"/>
                  <a:pt x="5087564" y="3530950"/>
                </a:cubicBezTo>
                <a:lnTo>
                  <a:pt x="406294" y="3530950"/>
                </a:lnTo>
                <a:cubicBezTo>
                  <a:pt x="181562" y="3530950"/>
                  <a:pt x="0" y="3349387"/>
                  <a:pt x="0" y="3124656"/>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34" name="Picture Placeholder 33">
            <a:extLst>
              <a:ext uri="{FF2B5EF4-FFF2-40B4-BE49-F238E27FC236}">
                <a16:creationId xmlns:a16="http://schemas.microsoft.com/office/drawing/2014/main" id="{5C77EBCE-5329-AA48-4566-8B2F49C33794}"/>
              </a:ext>
            </a:extLst>
          </p:cNvPr>
          <p:cNvSpPr>
            <a:spLocks noGrp="1"/>
          </p:cNvSpPr>
          <p:nvPr>
            <p:ph type="pic" sz="quarter" idx="18"/>
          </p:nvPr>
        </p:nvSpPr>
        <p:spPr>
          <a:xfrm>
            <a:off x="3600783" y="2342541"/>
            <a:ext cx="5495128" cy="7298059"/>
          </a:xfrm>
          <a:custGeom>
            <a:avLst/>
            <a:gdLst>
              <a:gd name="connsiteX0" fmla="*/ 406293 w 5495128"/>
              <a:gd name="connsiteY0" fmla="*/ 0 h 7298059"/>
              <a:gd name="connsiteX1" fmla="*/ 5088834 w 5495128"/>
              <a:gd name="connsiteY1" fmla="*/ 0 h 7298059"/>
              <a:gd name="connsiteX2" fmla="*/ 5495128 w 5495128"/>
              <a:gd name="connsiteY2" fmla="*/ 406294 h 7298059"/>
              <a:gd name="connsiteX3" fmla="*/ 5495128 w 5495128"/>
              <a:gd name="connsiteY3" fmla="*/ 6891764 h 7298059"/>
              <a:gd name="connsiteX4" fmla="*/ 5088834 w 5495128"/>
              <a:gd name="connsiteY4" fmla="*/ 7298059 h 7298059"/>
              <a:gd name="connsiteX5" fmla="*/ 406293 w 5495128"/>
              <a:gd name="connsiteY5" fmla="*/ 7298059 h 7298059"/>
              <a:gd name="connsiteX6" fmla="*/ 0 w 5495128"/>
              <a:gd name="connsiteY6" fmla="*/ 6891764 h 7298059"/>
              <a:gd name="connsiteX7" fmla="*/ 0 w 5495128"/>
              <a:gd name="connsiteY7" fmla="*/ 406294 h 7298059"/>
              <a:gd name="connsiteX8" fmla="*/ 406293 w 5495128"/>
              <a:gd name="connsiteY8" fmla="*/ 0 h 7298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5128" h="7298059">
                <a:moveTo>
                  <a:pt x="406293" y="0"/>
                </a:moveTo>
                <a:lnTo>
                  <a:pt x="5088834" y="0"/>
                </a:lnTo>
                <a:cubicBezTo>
                  <a:pt x="5313565" y="0"/>
                  <a:pt x="5495128" y="181563"/>
                  <a:pt x="5495128" y="406294"/>
                </a:cubicBezTo>
                <a:lnTo>
                  <a:pt x="5495128" y="6891764"/>
                </a:lnTo>
                <a:cubicBezTo>
                  <a:pt x="5495128" y="7116496"/>
                  <a:pt x="5313565" y="7298059"/>
                  <a:pt x="5088834" y="7298059"/>
                </a:cubicBezTo>
                <a:lnTo>
                  <a:pt x="406293" y="7298059"/>
                </a:lnTo>
                <a:cubicBezTo>
                  <a:pt x="181563" y="7298059"/>
                  <a:pt x="0" y="7116496"/>
                  <a:pt x="0" y="6891764"/>
                </a:cubicBezTo>
                <a:lnTo>
                  <a:pt x="0" y="406294"/>
                </a:lnTo>
                <a:cubicBezTo>
                  <a:pt x="0" y="181563"/>
                  <a:pt x="181563" y="0"/>
                  <a:pt x="406293"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45" name="Picture Placeholder 44">
            <a:extLst>
              <a:ext uri="{FF2B5EF4-FFF2-40B4-BE49-F238E27FC236}">
                <a16:creationId xmlns:a16="http://schemas.microsoft.com/office/drawing/2014/main" id="{A796F040-EEE0-0593-80B3-39177648DEC9}"/>
              </a:ext>
            </a:extLst>
          </p:cNvPr>
          <p:cNvSpPr>
            <a:spLocks noGrp="1"/>
          </p:cNvSpPr>
          <p:nvPr>
            <p:ph type="pic" sz="quarter" idx="19"/>
          </p:nvPr>
        </p:nvSpPr>
        <p:spPr>
          <a:xfrm>
            <a:off x="3424576" y="9983410"/>
            <a:ext cx="5852159" cy="3732591"/>
          </a:xfrm>
          <a:custGeom>
            <a:avLst/>
            <a:gdLst>
              <a:gd name="connsiteX0" fmla="*/ 583771 w 5852159"/>
              <a:gd name="connsiteY0" fmla="*/ 0 h 3732591"/>
              <a:gd name="connsiteX1" fmla="*/ 5266311 w 5852159"/>
              <a:gd name="connsiteY1" fmla="*/ 0 h 3732591"/>
              <a:gd name="connsiteX2" fmla="*/ 5672606 w 5852159"/>
              <a:gd name="connsiteY2" fmla="*/ 406294 h 3732591"/>
              <a:gd name="connsiteX3" fmla="*/ 5672606 w 5852159"/>
              <a:gd name="connsiteY3" fmla="*/ 3729019 h 3732591"/>
              <a:gd name="connsiteX4" fmla="*/ 5852159 w 5852159"/>
              <a:gd name="connsiteY4" fmla="*/ 3729019 h 3732591"/>
              <a:gd name="connsiteX5" fmla="*/ 5852159 w 5852159"/>
              <a:gd name="connsiteY5" fmla="*/ 3732591 h 3732591"/>
              <a:gd name="connsiteX6" fmla="*/ 0 w 5852159"/>
              <a:gd name="connsiteY6" fmla="*/ 3732591 h 3732591"/>
              <a:gd name="connsiteX7" fmla="*/ 0 w 5852159"/>
              <a:gd name="connsiteY7" fmla="*/ 3729019 h 3732591"/>
              <a:gd name="connsiteX8" fmla="*/ 177478 w 5852159"/>
              <a:gd name="connsiteY8" fmla="*/ 3729019 h 3732591"/>
              <a:gd name="connsiteX9" fmla="*/ 177478 w 5852159"/>
              <a:gd name="connsiteY9" fmla="*/ 406294 h 3732591"/>
              <a:gd name="connsiteX10" fmla="*/ 583771 w 5852159"/>
              <a:gd name="connsiteY10" fmla="*/ 0 h 3732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2159" h="3732591">
                <a:moveTo>
                  <a:pt x="583771" y="0"/>
                </a:moveTo>
                <a:lnTo>
                  <a:pt x="5266311" y="0"/>
                </a:lnTo>
                <a:cubicBezTo>
                  <a:pt x="5491043" y="0"/>
                  <a:pt x="5672606" y="181563"/>
                  <a:pt x="5672606" y="406294"/>
                </a:cubicBezTo>
                <a:lnTo>
                  <a:pt x="5672606" y="3729019"/>
                </a:lnTo>
                <a:lnTo>
                  <a:pt x="5852159" y="3729019"/>
                </a:lnTo>
                <a:lnTo>
                  <a:pt x="5852159" y="3732591"/>
                </a:lnTo>
                <a:lnTo>
                  <a:pt x="0" y="3732591"/>
                </a:lnTo>
                <a:lnTo>
                  <a:pt x="0" y="3729019"/>
                </a:lnTo>
                <a:lnTo>
                  <a:pt x="177478" y="3729019"/>
                </a:lnTo>
                <a:lnTo>
                  <a:pt x="177478" y="406294"/>
                </a:lnTo>
                <a:cubicBezTo>
                  <a:pt x="177478" y="181563"/>
                  <a:pt x="359041" y="0"/>
                  <a:pt x="583771"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37" name="Picture Placeholder 36">
            <a:extLst>
              <a:ext uri="{FF2B5EF4-FFF2-40B4-BE49-F238E27FC236}">
                <a16:creationId xmlns:a16="http://schemas.microsoft.com/office/drawing/2014/main" id="{A79118BE-DF78-D7AE-CE1F-951ED6896E6E}"/>
              </a:ext>
            </a:extLst>
          </p:cNvPr>
          <p:cNvSpPr>
            <a:spLocks noGrp="1"/>
          </p:cNvSpPr>
          <p:nvPr>
            <p:ph type="pic" sz="quarter" idx="21"/>
          </p:nvPr>
        </p:nvSpPr>
        <p:spPr>
          <a:xfrm>
            <a:off x="9439991" y="3861065"/>
            <a:ext cx="5493858" cy="7313295"/>
          </a:xfrm>
          <a:custGeom>
            <a:avLst/>
            <a:gdLst>
              <a:gd name="connsiteX0" fmla="*/ 406294 w 5493858"/>
              <a:gd name="connsiteY0" fmla="*/ 0 h 7313295"/>
              <a:gd name="connsiteX1" fmla="*/ 5087564 w 5493858"/>
              <a:gd name="connsiteY1" fmla="*/ 0 h 7313295"/>
              <a:gd name="connsiteX2" fmla="*/ 5493858 w 5493858"/>
              <a:gd name="connsiteY2" fmla="*/ 406295 h 7313295"/>
              <a:gd name="connsiteX3" fmla="*/ 5493858 w 5493858"/>
              <a:gd name="connsiteY3" fmla="*/ 6907001 h 7313295"/>
              <a:gd name="connsiteX4" fmla="*/ 5087564 w 5493858"/>
              <a:gd name="connsiteY4" fmla="*/ 7313295 h 7313295"/>
              <a:gd name="connsiteX5" fmla="*/ 406294 w 5493858"/>
              <a:gd name="connsiteY5" fmla="*/ 7313295 h 7313295"/>
              <a:gd name="connsiteX6" fmla="*/ 0 w 5493858"/>
              <a:gd name="connsiteY6" fmla="*/ 6907001 h 7313295"/>
              <a:gd name="connsiteX7" fmla="*/ 0 w 5493858"/>
              <a:gd name="connsiteY7" fmla="*/ 406295 h 7313295"/>
              <a:gd name="connsiteX8" fmla="*/ 406294 w 5493858"/>
              <a:gd name="connsiteY8" fmla="*/ 0 h 7313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3858" h="7313295">
                <a:moveTo>
                  <a:pt x="406294" y="0"/>
                </a:moveTo>
                <a:lnTo>
                  <a:pt x="5087564" y="0"/>
                </a:lnTo>
                <a:cubicBezTo>
                  <a:pt x="5312297" y="0"/>
                  <a:pt x="5493858" y="181563"/>
                  <a:pt x="5493858" y="406295"/>
                </a:cubicBezTo>
                <a:lnTo>
                  <a:pt x="5493858" y="6907001"/>
                </a:lnTo>
                <a:cubicBezTo>
                  <a:pt x="5493858" y="7131732"/>
                  <a:pt x="5312297" y="7313295"/>
                  <a:pt x="5087564" y="7313295"/>
                </a:cubicBezTo>
                <a:lnTo>
                  <a:pt x="406294" y="7313295"/>
                </a:lnTo>
                <a:cubicBezTo>
                  <a:pt x="181563" y="7313295"/>
                  <a:pt x="0" y="7131732"/>
                  <a:pt x="0" y="6907001"/>
                </a:cubicBezTo>
                <a:lnTo>
                  <a:pt x="0" y="406295"/>
                </a:lnTo>
                <a:cubicBezTo>
                  <a:pt x="0" y="181563"/>
                  <a:pt x="181563" y="0"/>
                  <a:pt x="406294"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47" name="Picture Placeholder 46">
            <a:extLst>
              <a:ext uri="{FF2B5EF4-FFF2-40B4-BE49-F238E27FC236}">
                <a16:creationId xmlns:a16="http://schemas.microsoft.com/office/drawing/2014/main" id="{F8012C5E-145F-D256-F54A-74A276685615}"/>
              </a:ext>
            </a:extLst>
          </p:cNvPr>
          <p:cNvSpPr>
            <a:spLocks noGrp="1"/>
          </p:cNvSpPr>
          <p:nvPr>
            <p:ph type="pic" sz="quarter" idx="22"/>
          </p:nvPr>
        </p:nvSpPr>
        <p:spPr>
          <a:xfrm>
            <a:off x="9307368" y="11517170"/>
            <a:ext cx="5852160" cy="2198830"/>
          </a:xfrm>
          <a:custGeom>
            <a:avLst/>
            <a:gdLst>
              <a:gd name="connsiteX0" fmla="*/ 538917 w 5852160"/>
              <a:gd name="connsiteY0" fmla="*/ 0 h 2198830"/>
              <a:gd name="connsiteX1" fmla="*/ 5220187 w 5852160"/>
              <a:gd name="connsiteY1" fmla="*/ 0 h 2198830"/>
              <a:gd name="connsiteX2" fmla="*/ 5626481 w 5852160"/>
              <a:gd name="connsiteY2" fmla="*/ 406294 h 2198830"/>
              <a:gd name="connsiteX3" fmla="*/ 5626481 w 5852160"/>
              <a:gd name="connsiteY3" fmla="*/ 2195258 h 2198830"/>
              <a:gd name="connsiteX4" fmla="*/ 5852160 w 5852160"/>
              <a:gd name="connsiteY4" fmla="*/ 2195258 h 2198830"/>
              <a:gd name="connsiteX5" fmla="*/ 5852160 w 5852160"/>
              <a:gd name="connsiteY5" fmla="*/ 2198830 h 2198830"/>
              <a:gd name="connsiteX6" fmla="*/ 0 w 5852160"/>
              <a:gd name="connsiteY6" fmla="*/ 2198830 h 2198830"/>
              <a:gd name="connsiteX7" fmla="*/ 0 w 5852160"/>
              <a:gd name="connsiteY7" fmla="*/ 2195258 h 2198830"/>
              <a:gd name="connsiteX8" fmla="*/ 132623 w 5852160"/>
              <a:gd name="connsiteY8" fmla="*/ 2195258 h 2198830"/>
              <a:gd name="connsiteX9" fmla="*/ 132623 w 5852160"/>
              <a:gd name="connsiteY9" fmla="*/ 406294 h 2198830"/>
              <a:gd name="connsiteX10" fmla="*/ 538917 w 5852160"/>
              <a:gd name="connsiteY10" fmla="*/ 0 h 2198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852160" h="2198830">
                <a:moveTo>
                  <a:pt x="538917" y="0"/>
                </a:moveTo>
                <a:lnTo>
                  <a:pt x="5220187" y="0"/>
                </a:lnTo>
                <a:cubicBezTo>
                  <a:pt x="5444920" y="0"/>
                  <a:pt x="5626481" y="181563"/>
                  <a:pt x="5626481" y="406294"/>
                </a:cubicBezTo>
                <a:lnTo>
                  <a:pt x="5626481" y="2195258"/>
                </a:lnTo>
                <a:lnTo>
                  <a:pt x="5852160" y="2195258"/>
                </a:lnTo>
                <a:lnTo>
                  <a:pt x="5852160" y="2198830"/>
                </a:lnTo>
                <a:lnTo>
                  <a:pt x="0" y="2198830"/>
                </a:lnTo>
                <a:lnTo>
                  <a:pt x="0" y="2195258"/>
                </a:lnTo>
                <a:lnTo>
                  <a:pt x="132623" y="2195258"/>
                </a:lnTo>
                <a:lnTo>
                  <a:pt x="132623" y="406294"/>
                </a:lnTo>
                <a:cubicBezTo>
                  <a:pt x="132623" y="181563"/>
                  <a:pt x="314186" y="0"/>
                  <a:pt x="538917"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30" name="Picture Placeholder 29">
            <a:extLst>
              <a:ext uri="{FF2B5EF4-FFF2-40B4-BE49-F238E27FC236}">
                <a16:creationId xmlns:a16="http://schemas.microsoft.com/office/drawing/2014/main" id="{7662FE03-68D3-D1B1-24B8-3347C547BB99}"/>
              </a:ext>
            </a:extLst>
          </p:cNvPr>
          <p:cNvSpPr>
            <a:spLocks noGrp="1"/>
          </p:cNvSpPr>
          <p:nvPr>
            <p:ph type="pic" sz="quarter" idx="23"/>
          </p:nvPr>
        </p:nvSpPr>
        <p:spPr>
          <a:xfrm>
            <a:off x="21113330" y="1"/>
            <a:ext cx="3264320" cy="3529681"/>
          </a:xfrm>
          <a:custGeom>
            <a:avLst/>
            <a:gdLst>
              <a:gd name="connsiteX0" fmla="*/ 0 w 3264320"/>
              <a:gd name="connsiteY0" fmla="*/ 0 h 3529681"/>
              <a:gd name="connsiteX1" fmla="*/ 3264320 w 3264320"/>
              <a:gd name="connsiteY1" fmla="*/ 0 h 3529681"/>
              <a:gd name="connsiteX2" fmla="*/ 3264320 w 3264320"/>
              <a:gd name="connsiteY2" fmla="*/ 3529681 h 3529681"/>
              <a:gd name="connsiteX3" fmla="*/ 407564 w 3264320"/>
              <a:gd name="connsiteY3" fmla="*/ 3529681 h 3529681"/>
              <a:gd name="connsiteX4" fmla="*/ 1270 w 3264320"/>
              <a:gd name="connsiteY4" fmla="*/ 3123387 h 3529681"/>
              <a:gd name="connsiteX5" fmla="*/ 0 w 3264320"/>
              <a:gd name="connsiteY5" fmla="*/ 3124656 h 3529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4320" h="3529681">
                <a:moveTo>
                  <a:pt x="0" y="0"/>
                </a:moveTo>
                <a:lnTo>
                  <a:pt x="3264320" y="0"/>
                </a:lnTo>
                <a:lnTo>
                  <a:pt x="3264320" y="3529681"/>
                </a:lnTo>
                <a:lnTo>
                  <a:pt x="407564" y="3529681"/>
                </a:lnTo>
                <a:cubicBezTo>
                  <a:pt x="182834" y="3529681"/>
                  <a:pt x="1270" y="3348118"/>
                  <a:pt x="1270" y="3123387"/>
                </a:cubicBezTo>
                <a:lnTo>
                  <a:pt x="0" y="3124656"/>
                </a:ln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39" name="Picture Placeholder 38">
            <a:extLst>
              <a:ext uri="{FF2B5EF4-FFF2-40B4-BE49-F238E27FC236}">
                <a16:creationId xmlns:a16="http://schemas.microsoft.com/office/drawing/2014/main" id="{E3035DDB-80C6-1348-55BF-DC466924CA3C}"/>
              </a:ext>
            </a:extLst>
          </p:cNvPr>
          <p:cNvSpPr>
            <a:spLocks noGrp="1"/>
          </p:cNvSpPr>
          <p:nvPr>
            <p:ph type="pic" sz="quarter" idx="24"/>
          </p:nvPr>
        </p:nvSpPr>
        <p:spPr>
          <a:xfrm>
            <a:off x="15275392" y="5398634"/>
            <a:ext cx="5495129" cy="7299328"/>
          </a:xfrm>
          <a:custGeom>
            <a:avLst/>
            <a:gdLst>
              <a:gd name="connsiteX0" fmla="*/ 406294 w 5495129"/>
              <a:gd name="connsiteY0" fmla="*/ 0 h 7299328"/>
              <a:gd name="connsiteX1" fmla="*/ 5088835 w 5495129"/>
              <a:gd name="connsiteY1" fmla="*/ 0 h 7299328"/>
              <a:gd name="connsiteX2" fmla="*/ 5495129 w 5495129"/>
              <a:gd name="connsiteY2" fmla="*/ 406294 h 7299328"/>
              <a:gd name="connsiteX3" fmla="*/ 5495129 w 5495129"/>
              <a:gd name="connsiteY3" fmla="*/ 6893034 h 7299328"/>
              <a:gd name="connsiteX4" fmla="*/ 5088835 w 5495129"/>
              <a:gd name="connsiteY4" fmla="*/ 7299328 h 7299328"/>
              <a:gd name="connsiteX5" fmla="*/ 406294 w 5495129"/>
              <a:gd name="connsiteY5" fmla="*/ 7299328 h 7299328"/>
              <a:gd name="connsiteX6" fmla="*/ 0 w 5495129"/>
              <a:gd name="connsiteY6" fmla="*/ 6893034 h 7299328"/>
              <a:gd name="connsiteX7" fmla="*/ 0 w 5495129"/>
              <a:gd name="connsiteY7" fmla="*/ 406294 h 7299328"/>
              <a:gd name="connsiteX8" fmla="*/ 406294 w 5495129"/>
              <a:gd name="connsiteY8" fmla="*/ 0 h 7299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95129" h="7299328">
                <a:moveTo>
                  <a:pt x="406294" y="0"/>
                </a:moveTo>
                <a:lnTo>
                  <a:pt x="5088835" y="0"/>
                </a:lnTo>
                <a:cubicBezTo>
                  <a:pt x="5313565" y="0"/>
                  <a:pt x="5495129" y="181563"/>
                  <a:pt x="5495129" y="406294"/>
                </a:cubicBezTo>
                <a:lnTo>
                  <a:pt x="5495129" y="6893034"/>
                </a:lnTo>
                <a:cubicBezTo>
                  <a:pt x="5495129" y="7117765"/>
                  <a:pt x="5313565" y="7299328"/>
                  <a:pt x="5088835" y="7299328"/>
                </a:cubicBezTo>
                <a:lnTo>
                  <a:pt x="406294" y="7299328"/>
                </a:lnTo>
                <a:cubicBezTo>
                  <a:pt x="181563" y="7299328"/>
                  <a:pt x="0" y="7117765"/>
                  <a:pt x="0" y="6893034"/>
                </a:cubicBezTo>
                <a:lnTo>
                  <a:pt x="0" y="406294"/>
                </a:lnTo>
                <a:cubicBezTo>
                  <a:pt x="0" y="181563"/>
                  <a:pt x="181563" y="0"/>
                  <a:pt x="406294"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49" name="Picture Placeholder 48">
            <a:extLst>
              <a:ext uri="{FF2B5EF4-FFF2-40B4-BE49-F238E27FC236}">
                <a16:creationId xmlns:a16="http://schemas.microsoft.com/office/drawing/2014/main" id="{43F478DF-47E2-182E-B5DA-6C368D15E7EB}"/>
              </a:ext>
            </a:extLst>
          </p:cNvPr>
          <p:cNvSpPr>
            <a:spLocks noGrp="1"/>
          </p:cNvSpPr>
          <p:nvPr>
            <p:ph type="pic" sz="quarter" idx="25"/>
          </p:nvPr>
        </p:nvSpPr>
        <p:spPr>
          <a:xfrm>
            <a:off x="15190162" y="13155044"/>
            <a:ext cx="5760719" cy="560957"/>
          </a:xfrm>
          <a:custGeom>
            <a:avLst/>
            <a:gdLst>
              <a:gd name="connsiteX0" fmla="*/ 492793 w 5760719"/>
              <a:gd name="connsiteY0" fmla="*/ 0 h 560957"/>
              <a:gd name="connsiteX1" fmla="*/ 5175335 w 5760719"/>
              <a:gd name="connsiteY1" fmla="*/ 0 h 560957"/>
              <a:gd name="connsiteX2" fmla="*/ 5581629 w 5760719"/>
              <a:gd name="connsiteY2" fmla="*/ 406294 h 560957"/>
              <a:gd name="connsiteX3" fmla="*/ 5581629 w 5760719"/>
              <a:gd name="connsiteY3" fmla="*/ 557385 h 560957"/>
              <a:gd name="connsiteX4" fmla="*/ 5760719 w 5760719"/>
              <a:gd name="connsiteY4" fmla="*/ 557385 h 560957"/>
              <a:gd name="connsiteX5" fmla="*/ 5760719 w 5760719"/>
              <a:gd name="connsiteY5" fmla="*/ 560957 h 560957"/>
              <a:gd name="connsiteX6" fmla="*/ 0 w 5760719"/>
              <a:gd name="connsiteY6" fmla="*/ 560957 h 560957"/>
              <a:gd name="connsiteX7" fmla="*/ 0 w 5760719"/>
              <a:gd name="connsiteY7" fmla="*/ 557385 h 560957"/>
              <a:gd name="connsiteX8" fmla="*/ 86499 w 5760719"/>
              <a:gd name="connsiteY8" fmla="*/ 557385 h 560957"/>
              <a:gd name="connsiteX9" fmla="*/ 86499 w 5760719"/>
              <a:gd name="connsiteY9" fmla="*/ 406294 h 560957"/>
              <a:gd name="connsiteX10" fmla="*/ 492793 w 5760719"/>
              <a:gd name="connsiteY10" fmla="*/ 0 h 560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60719" h="560957">
                <a:moveTo>
                  <a:pt x="492793" y="0"/>
                </a:moveTo>
                <a:lnTo>
                  <a:pt x="5175335" y="0"/>
                </a:lnTo>
                <a:cubicBezTo>
                  <a:pt x="5400065" y="0"/>
                  <a:pt x="5581629" y="181563"/>
                  <a:pt x="5581629" y="406294"/>
                </a:cubicBezTo>
                <a:lnTo>
                  <a:pt x="5581629" y="557385"/>
                </a:lnTo>
                <a:lnTo>
                  <a:pt x="5760719" y="557385"/>
                </a:lnTo>
                <a:lnTo>
                  <a:pt x="5760719" y="560957"/>
                </a:lnTo>
                <a:lnTo>
                  <a:pt x="0" y="560957"/>
                </a:lnTo>
                <a:lnTo>
                  <a:pt x="0" y="557385"/>
                </a:lnTo>
                <a:lnTo>
                  <a:pt x="86499" y="557385"/>
                </a:lnTo>
                <a:lnTo>
                  <a:pt x="86499" y="406294"/>
                </a:lnTo>
                <a:cubicBezTo>
                  <a:pt x="86499" y="181563"/>
                  <a:pt x="268062" y="0"/>
                  <a:pt x="492793"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51" name="Picture Placeholder 50">
            <a:extLst>
              <a:ext uri="{FF2B5EF4-FFF2-40B4-BE49-F238E27FC236}">
                <a16:creationId xmlns:a16="http://schemas.microsoft.com/office/drawing/2014/main" id="{20BB2455-D339-7E73-D7B9-575A8EE68060}"/>
              </a:ext>
            </a:extLst>
          </p:cNvPr>
          <p:cNvSpPr>
            <a:spLocks noGrp="1"/>
          </p:cNvSpPr>
          <p:nvPr>
            <p:ph type="pic" sz="quarter" idx="26"/>
          </p:nvPr>
        </p:nvSpPr>
        <p:spPr>
          <a:xfrm>
            <a:off x="21114600" y="3991841"/>
            <a:ext cx="3263050" cy="7299329"/>
          </a:xfrm>
          <a:custGeom>
            <a:avLst/>
            <a:gdLst>
              <a:gd name="connsiteX0" fmla="*/ 406294 w 3263050"/>
              <a:gd name="connsiteY0" fmla="*/ 0 h 7299329"/>
              <a:gd name="connsiteX1" fmla="*/ 3263050 w 3263050"/>
              <a:gd name="connsiteY1" fmla="*/ 0 h 7299329"/>
              <a:gd name="connsiteX2" fmla="*/ 3263050 w 3263050"/>
              <a:gd name="connsiteY2" fmla="*/ 7299329 h 7299329"/>
              <a:gd name="connsiteX3" fmla="*/ 406294 w 3263050"/>
              <a:gd name="connsiteY3" fmla="*/ 7299329 h 7299329"/>
              <a:gd name="connsiteX4" fmla="*/ 0 w 3263050"/>
              <a:gd name="connsiteY4" fmla="*/ 6893034 h 7299329"/>
              <a:gd name="connsiteX5" fmla="*/ 0 w 3263050"/>
              <a:gd name="connsiteY5" fmla="*/ 406294 h 7299329"/>
              <a:gd name="connsiteX6" fmla="*/ 406294 w 3263050"/>
              <a:gd name="connsiteY6" fmla="*/ 0 h 729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63050" h="7299329">
                <a:moveTo>
                  <a:pt x="406294" y="0"/>
                </a:moveTo>
                <a:lnTo>
                  <a:pt x="3263050" y="0"/>
                </a:lnTo>
                <a:lnTo>
                  <a:pt x="3263050" y="7299329"/>
                </a:lnTo>
                <a:lnTo>
                  <a:pt x="406294" y="7299329"/>
                </a:lnTo>
                <a:cubicBezTo>
                  <a:pt x="181564" y="7299329"/>
                  <a:pt x="0" y="7117766"/>
                  <a:pt x="0" y="6893034"/>
                </a:cubicBezTo>
                <a:lnTo>
                  <a:pt x="0" y="406294"/>
                </a:lnTo>
                <a:cubicBezTo>
                  <a:pt x="0" y="181563"/>
                  <a:pt x="181564" y="0"/>
                  <a:pt x="406294"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53" name="Picture Placeholder 52">
            <a:extLst>
              <a:ext uri="{FF2B5EF4-FFF2-40B4-BE49-F238E27FC236}">
                <a16:creationId xmlns:a16="http://schemas.microsoft.com/office/drawing/2014/main" id="{C08E80BD-DC38-A3CA-2560-201DD93B5ECF}"/>
              </a:ext>
            </a:extLst>
          </p:cNvPr>
          <p:cNvSpPr>
            <a:spLocks noGrp="1"/>
          </p:cNvSpPr>
          <p:nvPr>
            <p:ph type="pic" sz="quarter" idx="27"/>
          </p:nvPr>
        </p:nvSpPr>
        <p:spPr>
          <a:xfrm>
            <a:off x="20922342" y="11633980"/>
            <a:ext cx="3455306" cy="2082021"/>
          </a:xfrm>
          <a:custGeom>
            <a:avLst/>
            <a:gdLst>
              <a:gd name="connsiteX0" fmla="*/ 598552 w 3455306"/>
              <a:gd name="connsiteY0" fmla="*/ 0 h 2082021"/>
              <a:gd name="connsiteX1" fmla="*/ 3455306 w 3455306"/>
              <a:gd name="connsiteY1" fmla="*/ 0 h 2082021"/>
              <a:gd name="connsiteX2" fmla="*/ 3455306 w 3455306"/>
              <a:gd name="connsiteY2" fmla="*/ 2082021 h 2082021"/>
              <a:gd name="connsiteX3" fmla="*/ 0 w 3455306"/>
              <a:gd name="connsiteY3" fmla="*/ 2082021 h 2082021"/>
              <a:gd name="connsiteX4" fmla="*/ 0 w 3455306"/>
              <a:gd name="connsiteY4" fmla="*/ 2078449 h 2082021"/>
              <a:gd name="connsiteX5" fmla="*/ 192258 w 3455306"/>
              <a:gd name="connsiteY5" fmla="*/ 2078449 h 2082021"/>
              <a:gd name="connsiteX6" fmla="*/ 192258 w 3455306"/>
              <a:gd name="connsiteY6" fmla="*/ 406294 h 2082021"/>
              <a:gd name="connsiteX7" fmla="*/ 598552 w 3455306"/>
              <a:gd name="connsiteY7" fmla="*/ 0 h 2082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55306" h="2082021">
                <a:moveTo>
                  <a:pt x="598552" y="0"/>
                </a:moveTo>
                <a:lnTo>
                  <a:pt x="3455306" y="0"/>
                </a:lnTo>
                <a:lnTo>
                  <a:pt x="3455306" y="2082021"/>
                </a:lnTo>
                <a:lnTo>
                  <a:pt x="0" y="2082021"/>
                </a:lnTo>
                <a:lnTo>
                  <a:pt x="0" y="2078449"/>
                </a:lnTo>
                <a:lnTo>
                  <a:pt x="192258" y="2078449"/>
                </a:lnTo>
                <a:lnTo>
                  <a:pt x="192258" y="406294"/>
                </a:lnTo>
                <a:cubicBezTo>
                  <a:pt x="192258" y="181563"/>
                  <a:pt x="373822" y="0"/>
                  <a:pt x="598552"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Tree>
    <p:extLst>
      <p:ext uri="{BB962C8B-B14F-4D97-AF65-F5344CB8AC3E}">
        <p14:creationId xmlns:p14="http://schemas.microsoft.com/office/powerpoint/2010/main" val="131678605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5_Image Gri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C3240904-9D02-DC8A-BB1C-50D4E0D06589}"/>
              </a:ext>
            </a:extLst>
          </p:cNvPr>
          <p:cNvSpPr>
            <a:spLocks noGrp="1"/>
          </p:cNvSpPr>
          <p:nvPr>
            <p:ph type="pic" sz="quarter" idx="13"/>
          </p:nvPr>
        </p:nvSpPr>
        <p:spPr>
          <a:xfrm>
            <a:off x="683261" y="692517"/>
            <a:ext cx="7442201" cy="5772150"/>
          </a:xfrm>
          <a:custGeom>
            <a:avLst/>
            <a:gdLst>
              <a:gd name="connsiteX0" fmla="*/ 406400 w 7442201"/>
              <a:gd name="connsiteY0" fmla="*/ 0 h 5772150"/>
              <a:gd name="connsiteX1" fmla="*/ 7035801 w 7442201"/>
              <a:gd name="connsiteY1" fmla="*/ 0 h 5772150"/>
              <a:gd name="connsiteX2" fmla="*/ 7442201 w 7442201"/>
              <a:gd name="connsiteY2" fmla="*/ 406400 h 5772150"/>
              <a:gd name="connsiteX3" fmla="*/ 7442201 w 7442201"/>
              <a:gd name="connsiteY3" fmla="*/ 5365751 h 5772150"/>
              <a:gd name="connsiteX4" fmla="*/ 7035801 w 7442201"/>
              <a:gd name="connsiteY4" fmla="*/ 5772150 h 5772150"/>
              <a:gd name="connsiteX5" fmla="*/ 406400 w 7442201"/>
              <a:gd name="connsiteY5" fmla="*/ 5772150 h 5772150"/>
              <a:gd name="connsiteX6" fmla="*/ 0 w 7442201"/>
              <a:gd name="connsiteY6" fmla="*/ 5365751 h 5772150"/>
              <a:gd name="connsiteX7" fmla="*/ 0 w 7442201"/>
              <a:gd name="connsiteY7" fmla="*/ 406400 h 5772150"/>
              <a:gd name="connsiteX8" fmla="*/ 406400 w 7442201"/>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2201" h="5772150">
                <a:moveTo>
                  <a:pt x="406400" y="0"/>
                </a:moveTo>
                <a:lnTo>
                  <a:pt x="7035801" y="0"/>
                </a:lnTo>
                <a:cubicBezTo>
                  <a:pt x="7260591" y="0"/>
                  <a:pt x="7442201" y="181610"/>
                  <a:pt x="7442201" y="406400"/>
                </a:cubicBezTo>
                <a:lnTo>
                  <a:pt x="7442201" y="5365751"/>
                </a:lnTo>
                <a:cubicBezTo>
                  <a:pt x="7442201" y="5590540"/>
                  <a:pt x="7260591" y="5772150"/>
                  <a:pt x="7035801" y="5772150"/>
                </a:cubicBezTo>
                <a:lnTo>
                  <a:pt x="406400" y="5772150"/>
                </a:lnTo>
                <a:cubicBezTo>
                  <a:pt x="181611" y="5772150"/>
                  <a:pt x="0" y="5590540"/>
                  <a:pt x="0" y="5365751"/>
                </a:cubicBezTo>
                <a:lnTo>
                  <a:pt x="0" y="406400"/>
                </a:lnTo>
                <a:cubicBezTo>
                  <a:pt x="0" y="181610"/>
                  <a:pt x="181611" y="0"/>
                  <a:pt x="4064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0" name="Picture Placeholder 9">
            <a:extLst>
              <a:ext uri="{FF2B5EF4-FFF2-40B4-BE49-F238E27FC236}">
                <a16:creationId xmlns:a16="http://schemas.microsoft.com/office/drawing/2014/main" id="{7B8C40F5-E662-4F2E-7915-D4154C5C6C85}"/>
              </a:ext>
            </a:extLst>
          </p:cNvPr>
          <p:cNvSpPr>
            <a:spLocks noGrp="1"/>
          </p:cNvSpPr>
          <p:nvPr>
            <p:ph type="pic" sz="quarter" idx="14"/>
          </p:nvPr>
        </p:nvSpPr>
        <p:spPr>
          <a:xfrm>
            <a:off x="683261" y="6807567"/>
            <a:ext cx="7442201" cy="5772150"/>
          </a:xfrm>
          <a:custGeom>
            <a:avLst/>
            <a:gdLst>
              <a:gd name="connsiteX0" fmla="*/ 406400 w 7442201"/>
              <a:gd name="connsiteY0" fmla="*/ 0 h 5772150"/>
              <a:gd name="connsiteX1" fmla="*/ 7035801 w 7442201"/>
              <a:gd name="connsiteY1" fmla="*/ 0 h 5772150"/>
              <a:gd name="connsiteX2" fmla="*/ 7442201 w 7442201"/>
              <a:gd name="connsiteY2" fmla="*/ 406400 h 5772150"/>
              <a:gd name="connsiteX3" fmla="*/ 7442201 w 7442201"/>
              <a:gd name="connsiteY3" fmla="*/ 5365750 h 5772150"/>
              <a:gd name="connsiteX4" fmla="*/ 7035801 w 7442201"/>
              <a:gd name="connsiteY4" fmla="*/ 5772150 h 5772150"/>
              <a:gd name="connsiteX5" fmla="*/ 406400 w 7442201"/>
              <a:gd name="connsiteY5" fmla="*/ 5772150 h 5772150"/>
              <a:gd name="connsiteX6" fmla="*/ 0 w 7442201"/>
              <a:gd name="connsiteY6" fmla="*/ 5365750 h 5772150"/>
              <a:gd name="connsiteX7" fmla="*/ 0 w 7442201"/>
              <a:gd name="connsiteY7" fmla="*/ 406400 h 5772150"/>
              <a:gd name="connsiteX8" fmla="*/ 406400 w 7442201"/>
              <a:gd name="connsiteY8" fmla="*/ 0 h 5772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42201" h="5772150">
                <a:moveTo>
                  <a:pt x="406400" y="0"/>
                </a:moveTo>
                <a:lnTo>
                  <a:pt x="7035801" y="0"/>
                </a:lnTo>
                <a:cubicBezTo>
                  <a:pt x="7260591" y="0"/>
                  <a:pt x="7442201" y="181611"/>
                  <a:pt x="7442201" y="406400"/>
                </a:cubicBezTo>
                <a:lnTo>
                  <a:pt x="7442201" y="5365750"/>
                </a:lnTo>
                <a:cubicBezTo>
                  <a:pt x="7442201" y="5590540"/>
                  <a:pt x="7260591" y="5772150"/>
                  <a:pt x="7035801" y="5772150"/>
                </a:cubicBezTo>
                <a:lnTo>
                  <a:pt x="406400" y="5772150"/>
                </a:lnTo>
                <a:cubicBezTo>
                  <a:pt x="181611" y="5772150"/>
                  <a:pt x="0" y="5590540"/>
                  <a:pt x="0" y="5365750"/>
                </a:cubicBezTo>
                <a:lnTo>
                  <a:pt x="0" y="406400"/>
                </a:lnTo>
                <a:cubicBezTo>
                  <a:pt x="0" y="181611"/>
                  <a:pt x="181611" y="0"/>
                  <a:pt x="4064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2" name="Picture Placeholder 11">
            <a:extLst>
              <a:ext uri="{FF2B5EF4-FFF2-40B4-BE49-F238E27FC236}">
                <a16:creationId xmlns:a16="http://schemas.microsoft.com/office/drawing/2014/main" id="{9805345C-3480-F5D7-F860-81B70C33B5FF}"/>
              </a:ext>
            </a:extLst>
          </p:cNvPr>
          <p:cNvSpPr>
            <a:spLocks noGrp="1"/>
          </p:cNvSpPr>
          <p:nvPr>
            <p:ph type="pic" sz="quarter" idx="15"/>
          </p:nvPr>
        </p:nvSpPr>
        <p:spPr>
          <a:xfrm>
            <a:off x="8468360" y="692517"/>
            <a:ext cx="15227300" cy="11887200"/>
          </a:xfrm>
          <a:custGeom>
            <a:avLst/>
            <a:gdLst>
              <a:gd name="connsiteX0" fmla="*/ 406400 w 15227300"/>
              <a:gd name="connsiteY0" fmla="*/ 0 h 11887200"/>
              <a:gd name="connsiteX1" fmla="*/ 14820900 w 15227300"/>
              <a:gd name="connsiteY1" fmla="*/ 0 h 11887200"/>
              <a:gd name="connsiteX2" fmla="*/ 15227300 w 15227300"/>
              <a:gd name="connsiteY2" fmla="*/ 406400 h 11887200"/>
              <a:gd name="connsiteX3" fmla="*/ 15227300 w 15227300"/>
              <a:gd name="connsiteY3" fmla="*/ 11480800 h 11887200"/>
              <a:gd name="connsiteX4" fmla="*/ 14820900 w 15227300"/>
              <a:gd name="connsiteY4" fmla="*/ 11887200 h 11887200"/>
              <a:gd name="connsiteX5" fmla="*/ 406400 w 15227300"/>
              <a:gd name="connsiteY5" fmla="*/ 11887200 h 11887200"/>
              <a:gd name="connsiteX6" fmla="*/ 0 w 15227300"/>
              <a:gd name="connsiteY6" fmla="*/ 11480800 h 11887200"/>
              <a:gd name="connsiteX7" fmla="*/ 0 w 15227300"/>
              <a:gd name="connsiteY7" fmla="*/ 406400 h 11887200"/>
              <a:gd name="connsiteX8" fmla="*/ 406400 w 15227300"/>
              <a:gd name="connsiteY8" fmla="*/ 0 h 1188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27300" h="11887200">
                <a:moveTo>
                  <a:pt x="406400" y="0"/>
                </a:moveTo>
                <a:lnTo>
                  <a:pt x="14820900" y="0"/>
                </a:lnTo>
                <a:cubicBezTo>
                  <a:pt x="15045690" y="0"/>
                  <a:pt x="15227300" y="181610"/>
                  <a:pt x="15227300" y="406400"/>
                </a:cubicBezTo>
                <a:lnTo>
                  <a:pt x="15227300" y="11480800"/>
                </a:lnTo>
                <a:cubicBezTo>
                  <a:pt x="15227300" y="11705590"/>
                  <a:pt x="15045690" y="11887200"/>
                  <a:pt x="14820900" y="11887200"/>
                </a:cubicBezTo>
                <a:lnTo>
                  <a:pt x="406400" y="11887200"/>
                </a:lnTo>
                <a:cubicBezTo>
                  <a:pt x="181610" y="11887200"/>
                  <a:pt x="0" y="11705590"/>
                  <a:pt x="0" y="11480800"/>
                </a:cubicBezTo>
                <a:lnTo>
                  <a:pt x="0" y="406400"/>
                </a:lnTo>
                <a:cubicBezTo>
                  <a:pt x="0" y="181610"/>
                  <a:pt x="181610" y="0"/>
                  <a:pt x="406400" y="0"/>
                </a:cubicBezTo>
                <a:close/>
              </a:path>
            </a:pathLst>
          </a:custGeom>
          <a:solidFill>
            <a:schemeClr val="bg1">
              <a:lumMod val="85000"/>
            </a:schemeClr>
          </a:solidFill>
        </p:spPr>
        <p:txBody>
          <a:bodyPr wrap="square">
            <a:noAutofit/>
          </a:bodyPr>
          <a:lstStyle>
            <a:lvl1pPr marL="0" indent="0">
              <a:buNone/>
              <a:defRPr sz="2800"/>
            </a:lvl1pPr>
          </a:lstStyle>
          <a:p>
            <a:endParaRPr lang="en-US"/>
          </a:p>
        </p:txBody>
      </p:sp>
      <p:sp>
        <p:nvSpPr>
          <p:cNvPr id="15" name="TextBox 14">
            <a:extLst>
              <a:ext uri="{FF2B5EF4-FFF2-40B4-BE49-F238E27FC236}">
                <a16:creationId xmlns:a16="http://schemas.microsoft.com/office/drawing/2014/main" id="{02C1BBE6-C2CE-4514-6C98-999FC49EBA02}"/>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Tree>
    <p:extLst>
      <p:ext uri="{BB962C8B-B14F-4D97-AF65-F5344CB8AC3E}">
        <p14:creationId xmlns:p14="http://schemas.microsoft.com/office/powerpoint/2010/main" val="206515156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6_Image Gri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6" name="Picture Placeholder 5">
            <a:extLst>
              <a:ext uri="{FF2B5EF4-FFF2-40B4-BE49-F238E27FC236}">
                <a16:creationId xmlns:a16="http://schemas.microsoft.com/office/drawing/2014/main" id="{BB1ECE5C-4328-4F2A-F2A9-7B18387F76BE}"/>
              </a:ext>
            </a:extLst>
          </p:cNvPr>
          <p:cNvSpPr>
            <a:spLocks noGrp="1"/>
          </p:cNvSpPr>
          <p:nvPr>
            <p:ph type="pic" sz="quarter" idx="13"/>
          </p:nvPr>
        </p:nvSpPr>
        <p:spPr>
          <a:xfrm>
            <a:off x="2632765" y="1484242"/>
            <a:ext cx="19114052" cy="10778436"/>
          </a:xfrm>
          <a:prstGeom prst="roundRect">
            <a:avLst>
              <a:gd name="adj" fmla="val 3470"/>
            </a:avLst>
          </a:prstGeom>
          <a:solidFill>
            <a:schemeClr val="bg1">
              <a:lumMod val="85000"/>
            </a:schemeClr>
          </a:solidFill>
        </p:spPr>
        <p:txBody>
          <a:bodyPr/>
          <a:lstStyle/>
          <a:p>
            <a:endParaRPr lang="en-US"/>
          </a:p>
        </p:txBody>
      </p:sp>
      <p:sp>
        <p:nvSpPr>
          <p:cNvPr id="7" name="Footer Placeholder 6">
            <a:extLst>
              <a:ext uri="{FF2B5EF4-FFF2-40B4-BE49-F238E27FC236}">
                <a16:creationId xmlns:a16="http://schemas.microsoft.com/office/drawing/2014/main" id="{49A889DB-11A7-9C6D-8A25-5CA1FFB40175}"/>
              </a:ext>
            </a:extLst>
          </p:cNvPr>
          <p:cNvSpPr>
            <a:spLocks noGrp="1"/>
          </p:cNvSpPr>
          <p:nvPr>
            <p:ph type="ftr" sz="quarter" idx="14"/>
          </p:nvPr>
        </p:nvSpPr>
        <p:spPr/>
        <p:txBody>
          <a:bodyPr/>
          <a:lstStyle/>
          <a:p>
            <a:r>
              <a:rPr lang="en-US">
                <a:solidFill>
                  <a:srgbClr val="001E60"/>
                </a:solidFill>
              </a:rPr>
              <a:t>Add Team Name Here</a:t>
            </a:r>
          </a:p>
        </p:txBody>
      </p:sp>
    </p:spTree>
    <p:extLst>
      <p:ext uri="{BB962C8B-B14F-4D97-AF65-F5344CB8AC3E}">
        <p14:creationId xmlns:p14="http://schemas.microsoft.com/office/powerpoint/2010/main" val="228501492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Full-bleed Image Headlines">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07F5DBC0-96F7-CD7A-26CF-F443B3F30CCE}"/>
              </a:ext>
            </a:extLst>
          </p:cNvPr>
          <p:cNvSpPr/>
          <p:nvPr userDrawn="1"/>
        </p:nvSpPr>
        <p:spPr>
          <a:xfrm>
            <a:off x="23336162" y="590412"/>
            <a:ext cx="380546" cy="425614"/>
          </a:xfrm>
          <a:custGeom>
            <a:avLst/>
            <a:gdLst>
              <a:gd name="connsiteX0" fmla="*/ 97891 w 195782"/>
              <a:gd name="connsiteY0" fmla="*/ 141952 h 218997"/>
              <a:gd name="connsiteX1" fmla="*/ 110088 w 195782"/>
              <a:gd name="connsiteY1" fmla="*/ 151219 h 218997"/>
              <a:gd name="connsiteX2" fmla="*/ 115370 w 195782"/>
              <a:gd name="connsiteY2" fmla="*/ 204301 h 218997"/>
              <a:gd name="connsiteX3" fmla="*/ 97891 w 195782"/>
              <a:gd name="connsiteY3" fmla="*/ 218997 h 218997"/>
              <a:gd name="connsiteX4" fmla="*/ 80411 w 195782"/>
              <a:gd name="connsiteY4" fmla="*/ 204301 h 218997"/>
              <a:gd name="connsiteX5" fmla="*/ 85694 w 195782"/>
              <a:gd name="connsiteY5" fmla="*/ 151219 h 218997"/>
              <a:gd name="connsiteX6" fmla="*/ 97891 w 195782"/>
              <a:gd name="connsiteY6" fmla="*/ 141952 h 218997"/>
              <a:gd name="connsiteX7" fmla="*/ 140192 w 195782"/>
              <a:gd name="connsiteY7" fmla="*/ 119812 h 218997"/>
              <a:gd name="connsiteX8" fmla="*/ 188901 w 195782"/>
              <a:gd name="connsiteY8" fmla="*/ 141797 h 218997"/>
              <a:gd name="connsiteX9" fmla="*/ 192902 w 195782"/>
              <a:gd name="connsiteY9" fmla="*/ 164247 h 218997"/>
              <a:gd name="connsiteX10" fmla="*/ 171421 w 195782"/>
              <a:gd name="connsiteY10" fmla="*/ 172002 h 218997"/>
              <a:gd name="connsiteX11" fmla="*/ 127995 w 195782"/>
              <a:gd name="connsiteY11" fmla="*/ 140866 h 218997"/>
              <a:gd name="connsiteX12" fmla="*/ 126053 w 195782"/>
              <a:gd name="connsiteY12" fmla="*/ 125705 h 218997"/>
              <a:gd name="connsiteX13" fmla="*/ 140192 w 195782"/>
              <a:gd name="connsiteY13" fmla="*/ 119812 h 218997"/>
              <a:gd name="connsiteX14" fmla="*/ 55590 w 195782"/>
              <a:gd name="connsiteY14" fmla="*/ 119812 h 218997"/>
              <a:gd name="connsiteX15" fmla="*/ 69729 w 195782"/>
              <a:gd name="connsiteY15" fmla="*/ 125706 h 218997"/>
              <a:gd name="connsiteX16" fmla="*/ 67787 w 195782"/>
              <a:gd name="connsiteY16" fmla="*/ 140867 h 218997"/>
              <a:gd name="connsiteX17" fmla="*/ 24361 w 195782"/>
              <a:gd name="connsiteY17" fmla="*/ 172003 h 218997"/>
              <a:gd name="connsiteX18" fmla="*/ 2880 w 195782"/>
              <a:gd name="connsiteY18" fmla="*/ 164248 h 218997"/>
              <a:gd name="connsiteX19" fmla="*/ 6881 w 195782"/>
              <a:gd name="connsiteY19" fmla="*/ 141797 h 218997"/>
              <a:gd name="connsiteX20" fmla="*/ 55590 w 195782"/>
              <a:gd name="connsiteY20" fmla="*/ 119812 h 218997"/>
              <a:gd name="connsiteX21" fmla="*/ 183618 w 195782"/>
              <a:gd name="connsiteY21" fmla="*/ 46219 h 218997"/>
              <a:gd name="connsiteX22" fmla="*/ 192902 w 195782"/>
              <a:gd name="connsiteY22" fmla="*/ 54749 h 218997"/>
              <a:gd name="connsiteX23" fmla="*/ 188901 w 195782"/>
              <a:gd name="connsiteY23" fmla="*/ 77161 h 218997"/>
              <a:gd name="connsiteX24" fmla="*/ 140192 w 195782"/>
              <a:gd name="connsiteY24" fmla="*/ 99146 h 218997"/>
              <a:gd name="connsiteX25" fmla="*/ 126053 w 195782"/>
              <a:gd name="connsiteY25" fmla="*/ 93252 h 218997"/>
              <a:gd name="connsiteX26" fmla="*/ 127995 w 195782"/>
              <a:gd name="connsiteY26" fmla="*/ 78091 h 218997"/>
              <a:gd name="connsiteX27" fmla="*/ 171421 w 195782"/>
              <a:gd name="connsiteY27" fmla="*/ 46994 h 218997"/>
              <a:gd name="connsiteX28" fmla="*/ 183618 w 195782"/>
              <a:gd name="connsiteY28" fmla="*/ 46219 h 218997"/>
              <a:gd name="connsiteX29" fmla="*/ 12179 w 195782"/>
              <a:gd name="connsiteY29" fmla="*/ 46219 h 218997"/>
              <a:gd name="connsiteX30" fmla="*/ 24361 w 195782"/>
              <a:gd name="connsiteY30" fmla="*/ 46994 h 218997"/>
              <a:gd name="connsiteX31" fmla="*/ 67787 w 195782"/>
              <a:gd name="connsiteY31" fmla="*/ 78130 h 218997"/>
              <a:gd name="connsiteX32" fmla="*/ 69729 w 195782"/>
              <a:gd name="connsiteY32" fmla="*/ 93291 h 218997"/>
              <a:gd name="connsiteX33" fmla="*/ 55590 w 195782"/>
              <a:gd name="connsiteY33" fmla="*/ 99185 h 218997"/>
              <a:gd name="connsiteX34" fmla="*/ 6881 w 195782"/>
              <a:gd name="connsiteY34" fmla="*/ 77200 h 218997"/>
              <a:gd name="connsiteX35" fmla="*/ 2880 w 195782"/>
              <a:gd name="connsiteY35" fmla="*/ 54749 h 218997"/>
              <a:gd name="connsiteX36" fmla="*/ 12179 w 195782"/>
              <a:gd name="connsiteY36" fmla="*/ 46219 h 218997"/>
              <a:gd name="connsiteX37" fmla="*/ 97891 w 195782"/>
              <a:gd name="connsiteY37" fmla="*/ 0 h 218997"/>
              <a:gd name="connsiteX38" fmla="*/ 115370 w 195782"/>
              <a:gd name="connsiteY38" fmla="*/ 14695 h 218997"/>
              <a:gd name="connsiteX39" fmla="*/ 110088 w 195782"/>
              <a:gd name="connsiteY39" fmla="*/ 67778 h 218997"/>
              <a:gd name="connsiteX40" fmla="*/ 97891 w 195782"/>
              <a:gd name="connsiteY40" fmla="*/ 77045 h 218997"/>
              <a:gd name="connsiteX41" fmla="*/ 85694 w 195782"/>
              <a:gd name="connsiteY41" fmla="*/ 67778 h 218997"/>
              <a:gd name="connsiteX42" fmla="*/ 80411 w 195782"/>
              <a:gd name="connsiteY42" fmla="*/ 14695 h 218997"/>
              <a:gd name="connsiteX43" fmla="*/ 97891 w 195782"/>
              <a:gd name="connsiteY43" fmla="*/ 0 h 218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5782" h="218997">
                <a:moveTo>
                  <a:pt x="97891" y="141952"/>
                </a:moveTo>
                <a:cubicBezTo>
                  <a:pt x="105193" y="141952"/>
                  <a:pt x="109233" y="146838"/>
                  <a:pt x="110088" y="151219"/>
                </a:cubicBezTo>
                <a:cubicBezTo>
                  <a:pt x="112651" y="164208"/>
                  <a:pt x="115487" y="184100"/>
                  <a:pt x="115370" y="204301"/>
                </a:cubicBezTo>
                <a:cubicBezTo>
                  <a:pt x="115331" y="213840"/>
                  <a:pt x="106747" y="218997"/>
                  <a:pt x="97891" y="218997"/>
                </a:cubicBezTo>
                <a:cubicBezTo>
                  <a:pt x="89035" y="218997"/>
                  <a:pt x="80489" y="213840"/>
                  <a:pt x="80411" y="204301"/>
                </a:cubicBezTo>
                <a:cubicBezTo>
                  <a:pt x="80295" y="184100"/>
                  <a:pt x="83130" y="164208"/>
                  <a:pt x="85694" y="151219"/>
                </a:cubicBezTo>
                <a:cubicBezTo>
                  <a:pt x="86549" y="146838"/>
                  <a:pt x="90588" y="141952"/>
                  <a:pt x="97891" y="141952"/>
                </a:cubicBezTo>
                <a:close/>
                <a:moveTo>
                  <a:pt x="140192" y="119812"/>
                </a:moveTo>
                <a:cubicBezTo>
                  <a:pt x="152738" y="124116"/>
                  <a:pt x="171421" y="131599"/>
                  <a:pt x="188901" y="141797"/>
                </a:cubicBezTo>
                <a:cubicBezTo>
                  <a:pt x="197135" y="146605"/>
                  <a:pt x="197330" y="156570"/>
                  <a:pt x="192902" y="164247"/>
                </a:cubicBezTo>
                <a:cubicBezTo>
                  <a:pt x="188473" y="171925"/>
                  <a:pt x="179695" y="176733"/>
                  <a:pt x="171421" y="172002"/>
                </a:cubicBezTo>
                <a:cubicBezTo>
                  <a:pt x="153825" y="161998"/>
                  <a:pt x="137977" y="149552"/>
                  <a:pt x="127995" y="140866"/>
                </a:cubicBezTo>
                <a:cubicBezTo>
                  <a:pt x="124654" y="137958"/>
                  <a:pt x="122401" y="132026"/>
                  <a:pt x="126053" y="125705"/>
                </a:cubicBezTo>
                <a:cubicBezTo>
                  <a:pt x="129704" y="119424"/>
                  <a:pt x="135958" y="118377"/>
                  <a:pt x="140192" y="119812"/>
                </a:cubicBezTo>
                <a:close/>
                <a:moveTo>
                  <a:pt x="55590" y="119812"/>
                </a:moveTo>
                <a:cubicBezTo>
                  <a:pt x="59824" y="118378"/>
                  <a:pt x="66078" y="119386"/>
                  <a:pt x="69729" y="125706"/>
                </a:cubicBezTo>
                <a:cubicBezTo>
                  <a:pt x="73381" y="131988"/>
                  <a:pt x="71128" y="137959"/>
                  <a:pt x="67787" y="140867"/>
                </a:cubicBezTo>
                <a:cubicBezTo>
                  <a:pt x="57805" y="149591"/>
                  <a:pt x="41957" y="161999"/>
                  <a:pt x="24361" y="172003"/>
                </a:cubicBezTo>
                <a:cubicBezTo>
                  <a:pt x="16048" y="176733"/>
                  <a:pt x="7309" y="171925"/>
                  <a:pt x="2880" y="164248"/>
                </a:cubicBezTo>
                <a:cubicBezTo>
                  <a:pt x="-1548" y="156609"/>
                  <a:pt x="-1353" y="146605"/>
                  <a:pt x="6881" y="141797"/>
                </a:cubicBezTo>
                <a:cubicBezTo>
                  <a:pt x="24361" y="131600"/>
                  <a:pt x="43044" y="124116"/>
                  <a:pt x="55590" y="119812"/>
                </a:cubicBezTo>
                <a:close/>
                <a:moveTo>
                  <a:pt x="183618" y="46219"/>
                </a:moveTo>
                <a:cubicBezTo>
                  <a:pt x="187395" y="47789"/>
                  <a:pt x="190687" y="50911"/>
                  <a:pt x="192902" y="54749"/>
                </a:cubicBezTo>
                <a:cubicBezTo>
                  <a:pt x="197330" y="62426"/>
                  <a:pt x="197135" y="72391"/>
                  <a:pt x="188901" y="77161"/>
                </a:cubicBezTo>
                <a:cubicBezTo>
                  <a:pt x="171421" y="87358"/>
                  <a:pt x="152738" y="94842"/>
                  <a:pt x="140192" y="99146"/>
                </a:cubicBezTo>
                <a:cubicBezTo>
                  <a:pt x="135958" y="100580"/>
                  <a:pt x="129704" y="99572"/>
                  <a:pt x="126053" y="93252"/>
                </a:cubicBezTo>
                <a:cubicBezTo>
                  <a:pt x="122401" y="86971"/>
                  <a:pt x="124654" y="80999"/>
                  <a:pt x="127995" y="78091"/>
                </a:cubicBezTo>
                <a:cubicBezTo>
                  <a:pt x="137977" y="69406"/>
                  <a:pt x="153825" y="56998"/>
                  <a:pt x="171421" y="46994"/>
                </a:cubicBezTo>
                <a:cubicBezTo>
                  <a:pt x="175578" y="44629"/>
                  <a:pt x="179841" y="44648"/>
                  <a:pt x="183618" y="46219"/>
                </a:cubicBezTo>
                <a:close/>
                <a:moveTo>
                  <a:pt x="12179" y="46219"/>
                </a:moveTo>
                <a:cubicBezTo>
                  <a:pt x="15961" y="44648"/>
                  <a:pt x="20224" y="44629"/>
                  <a:pt x="24361" y="46994"/>
                </a:cubicBezTo>
                <a:cubicBezTo>
                  <a:pt x="41957" y="56998"/>
                  <a:pt x="57805" y="69406"/>
                  <a:pt x="67787" y="78130"/>
                </a:cubicBezTo>
                <a:cubicBezTo>
                  <a:pt x="71128" y="81038"/>
                  <a:pt x="73381" y="86971"/>
                  <a:pt x="69729" y="93291"/>
                </a:cubicBezTo>
                <a:cubicBezTo>
                  <a:pt x="66078" y="99572"/>
                  <a:pt x="59824" y="100619"/>
                  <a:pt x="55590" y="99185"/>
                </a:cubicBezTo>
                <a:cubicBezTo>
                  <a:pt x="43044" y="94881"/>
                  <a:pt x="24361" y="87397"/>
                  <a:pt x="6881" y="77200"/>
                </a:cubicBezTo>
                <a:cubicBezTo>
                  <a:pt x="-1353" y="72391"/>
                  <a:pt x="-1548" y="62426"/>
                  <a:pt x="2880" y="54749"/>
                </a:cubicBezTo>
                <a:cubicBezTo>
                  <a:pt x="5095" y="50911"/>
                  <a:pt x="8396" y="47789"/>
                  <a:pt x="12179" y="46219"/>
                </a:cubicBezTo>
                <a:close/>
                <a:moveTo>
                  <a:pt x="97891" y="0"/>
                </a:moveTo>
                <a:cubicBezTo>
                  <a:pt x="106747" y="0"/>
                  <a:pt x="115331" y="5157"/>
                  <a:pt x="115370" y="14695"/>
                </a:cubicBezTo>
                <a:cubicBezTo>
                  <a:pt x="115487" y="34897"/>
                  <a:pt x="112651" y="54788"/>
                  <a:pt x="110088" y="67778"/>
                </a:cubicBezTo>
                <a:cubicBezTo>
                  <a:pt x="109233" y="72159"/>
                  <a:pt x="105193" y="77045"/>
                  <a:pt x="97891" y="77045"/>
                </a:cubicBezTo>
                <a:cubicBezTo>
                  <a:pt x="90588" y="77045"/>
                  <a:pt x="86549" y="72159"/>
                  <a:pt x="85694" y="67778"/>
                </a:cubicBezTo>
                <a:cubicBezTo>
                  <a:pt x="83130" y="54788"/>
                  <a:pt x="80295" y="34897"/>
                  <a:pt x="80411" y="14695"/>
                </a:cubicBezTo>
                <a:cubicBezTo>
                  <a:pt x="80489" y="5157"/>
                  <a:pt x="89035" y="0"/>
                  <a:pt x="97891" y="0"/>
                </a:cubicBezTo>
                <a:close/>
              </a:path>
            </a:pathLst>
          </a:custGeom>
          <a:solidFill>
            <a:schemeClr val="accent5"/>
          </a:solidFill>
          <a:ln w="378" cap="flat">
            <a:noFill/>
            <a:prstDash val="solid"/>
            <a:miter/>
          </a:ln>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endParaRPr lang="en-US" sz="7200"/>
          </a:p>
        </p:txBody>
      </p:sp>
      <p:sp>
        <p:nvSpPr>
          <p:cNvPr id="12" name="Picture Placeholder 11">
            <a:extLst>
              <a:ext uri="{FF2B5EF4-FFF2-40B4-BE49-F238E27FC236}">
                <a16:creationId xmlns:a16="http://schemas.microsoft.com/office/drawing/2014/main" id="{6EF40859-7466-4682-05EB-BE7782D03D22}"/>
              </a:ext>
            </a:extLst>
          </p:cNvPr>
          <p:cNvSpPr>
            <a:spLocks noGrp="1"/>
          </p:cNvSpPr>
          <p:nvPr>
            <p:ph type="pic" sz="quarter" idx="10"/>
          </p:nvPr>
        </p:nvSpPr>
        <p:spPr>
          <a:xfrm>
            <a:off x="0" y="0"/>
            <a:ext cx="24377650" cy="13716000"/>
          </a:xfrm>
          <a:custGeom>
            <a:avLst/>
            <a:gdLst>
              <a:gd name="connsiteX0" fmla="*/ 23526436 w 24377650"/>
              <a:gd name="connsiteY0" fmla="*/ 866292 h 13716000"/>
              <a:gd name="connsiteX1" fmla="*/ 23502728 w 24377650"/>
              <a:gd name="connsiteY1" fmla="*/ 884302 h 13716000"/>
              <a:gd name="connsiteX2" fmla="*/ 23492458 w 24377650"/>
              <a:gd name="connsiteY2" fmla="*/ 987465 h 13716000"/>
              <a:gd name="connsiteX3" fmla="*/ 23526436 w 24377650"/>
              <a:gd name="connsiteY3" fmla="*/ 1016026 h 13716000"/>
              <a:gd name="connsiteX4" fmla="*/ 23560410 w 24377650"/>
              <a:gd name="connsiteY4" fmla="*/ 987465 h 13716000"/>
              <a:gd name="connsiteX5" fmla="*/ 23550142 w 24377650"/>
              <a:gd name="connsiteY5" fmla="*/ 884302 h 13716000"/>
              <a:gd name="connsiteX6" fmla="*/ 23526436 w 24377650"/>
              <a:gd name="connsiteY6" fmla="*/ 866292 h 13716000"/>
              <a:gd name="connsiteX7" fmla="*/ 23608656 w 24377650"/>
              <a:gd name="connsiteY7" fmla="*/ 823263 h 13716000"/>
              <a:gd name="connsiteX8" fmla="*/ 23581174 w 24377650"/>
              <a:gd name="connsiteY8" fmla="*/ 834716 h 13716000"/>
              <a:gd name="connsiteX9" fmla="*/ 23584948 w 24377650"/>
              <a:gd name="connsiteY9" fmla="*/ 864181 h 13716000"/>
              <a:gd name="connsiteX10" fmla="*/ 23669356 w 24377650"/>
              <a:gd name="connsiteY10" fmla="*/ 924693 h 13716000"/>
              <a:gd name="connsiteX11" fmla="*/ 23711110 w 24377650"/>
              <a:gd name="connsiteY11" fmla="*/ 909621 h 13716000"/>
              <a:gd name="connsiteX12" fmla="*/ 23703334 w 24377650"/>
              <a:gd name="connsiteY12" fmla="*/ 865990 h 13716000"/>
              <a:gd name="connsiteX13" fmla="*/ 23608656 w 24377650"/>
              <a:gd name="connsiteY13" fmla="*/ 823263 h 13716000"/>
              <a:gd name="connsiteX14" fmla="*/ 23444214 w 24377650"/>
              <a:gd name="connsiteY14" fmla="*/ 823263 h 13716000"/>
              <a:gd name="connsiteX15" fmla="*/ 23349536 w 24377650"/>
              <a:gd name="connsiteY15" fmla="*/ 865990 h 13716000"/>
              <a:gd name="connsiteX16" fmla="*/ 23341760 w 24377650"/>
              <a:gd name="connsiteY16" fmla="*/ 909623 h 13716000"/>
              <a:gd name="connsiteX17" fmla="*/ 23383514 w 24377650"/>
              <a:gd name="connsiteY17" fmla="*/ 924695 h 13716000"/>
              <a:gd name="connsiteX18" fmla="*/ 23467922 w 24377650"/>
              <a:gd name="connsiteY18" fmla="*/ 864183 h 13716000"/>
              <a:gd name="connsiteX19" fmla="*/ 23471696 w 24377650"/>
              <a:gd name="connsiteY19" fmla="*/ 834718 h 13716000"/>
              <a:gd name="connsiteX20" fmla="*/ 23444214 w 24377650"/>
              <a:gd name="connsiteY20" fmla="*/ 823263 h 13716000"/>
              <a:gd name="connsiteX21" fmla="*/ 23693064 w 24377650"/>
              <a:gd name="connsiteY21" fmla="*/ 680237 h 13716000"/>
              <a:gd name="connsiteX22" fmla="*/ 23669356 w 24377650"/>
              <a:gd name="connsiteY22" fmla="*/ 681744 h 13716000"/>
              <a:gd name="connsiteX23" fmla="*/ 23584948 w 24377650"/>
              <a:gd name="connsiteY23" fmla="*/ 742180 h 13716000"/>
              <a:gd name="connsiteX24" fmla="*/ 23581174 w 24377650"/>
              <a:gd name="connsiteY24" fmla="*/ 771645 h 13716000"/>
              <a:gd name="connsiteX25" fmla="*/ 23608656 w 24377650"/>
              <a:gd name="connsiteY25" fmla="*/ 783099 h 13716000"/>
              <a:gd name="connsiteX26" fmla="*/ 23703334 w 24377650"/>
              <a:gd name="connsiteY26" fmla="*/ 740372 h 13716000"/>
              <a:gd name="connsiteX27" fmla="*/ 23711110 w 24377650"/>
              <a:gd name="connsiteY27" fmla="*/ 696815 h 13716000"/>
              <a:gd name="connsiteX28" fmla="*/ 23693064 w 24377650"/>
              <a:gd name="connsiteY28" fmla="*/ 680237 h 13716000"/>
              <a:gd name="connsiteX29" fmla="*/ 23359834 w 24377650"/>
              <a:gd name="connsiteY29" fmla="*/ 680237 h 13716000"/>
              <a:gd name="connsiteX30" fmla="*/ 23341760 w 24377650"/>
              <a:gd name="connsiteY30" fmla="*/ 696815 h 13716000"/>
              <a:gd name="connsiteX31" fmla="*/ 23349536 w 24377650"/>
              <a:gd name="connsiteY31" fmla="*/ 740448 h 13716000"/>
              <a:gd name="connsiteX32" fmla="*/ 23444214 w 24377650"/>
              <a:gd name="connsiteY32" fmla="*/ 783175 h 13716000"/>
              <a:gd name="connsiteX33" fmla="*/ 23471696 w 24377650"/>
              <a:gd name="connsiteY33" fmla="*/ 771721 h 13716000"/>
              <a:gd name="connsiteX34" fmla="*/ 23467922 w 24377650"/>
              <a:gd name="connsiteY34" fmla="*/ 742255 h 13716000"/>
              <a:gd name="connsiteX35" fmla="*/ 23383514 w 24377650"/>
              <a:gd name="connsiteY35" fmla="*/ 681744 h 13716000"/>
              <a:gd name="connsiteX36" fmla="*/ 23359834 w 24377650"/>
              <a:gd name="connsiteY36" fmla="*/ 680237 h 13716000"/>
              <a:gd name="connsiteX37" fmla="*/ 23526436 w 24377650"/>
              <a:gd name="connsiteY37" fmla="*/ 590412 h 13716000"/>
              <a:gd name="connsiteX38" fmla="*/ 23492458 w 24377650"/>
              <a:gd name="connsiteY38" fmla="*/ 618972 h 13716000"/>
              <a:gd name="connsiteX39" fmla="*/ 23502728 w 24377650"/>
              <a:gd name="connsiteY39" fmla="*/ 722137 h 13716000"/>
              <a:gd name="connsiteX40" fmla="*/ 23526436 w 24377650"/>
              <a:gd name="connsiteY40" fmla="*/ 740147 h 13716000"/>
              <a:gd name="connsiteX41" fmla="*/ 23550142 w 24377650"/>
              <a:gd name="connsiteY41" fmla="*/ 722137 h 13716000"/>
              <a:gd name="connsiteX42" fmla="*/ 23560410 w 24377650"/>
              <a:gd name="connsiteY42" fmla="*/ 618972 h 13716000"/>
              <a:gd name="connsiteX43" fmla="*/ 23526436 w 24377650"/>
              <a:gd name="connsiteY43" fmla="*/ 590412 h 13716000"/>
              <a:gd name="connsiteX44" fmla="*/ 0 w 24377650"/>
              <a:gd name="connsiteY44" fmla="*/ 0 h 13716000"/>
              <a:gd name="connsiteX45" fmla="*/ 24377650 w 24377650"/>
              <a:gd name="connsiteY45" fmla="*/ 0 h 13716000"/>
              <a:gd name="connsiteX46" fmla="*/ 24377650 w 24377650"/>
              <a:gd name="connsiteY46" fmla="*/ 13716000 h 13716000"/>
              <a:gd name="connsiteX47" fmla="*/ 0 w 24377650"/>
              <a:gd name="connsiteY47"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377650" h="13716000">
                <a:moveTo>
                  <a:pt x="23526436" y="866292"/>
                </a:moveTo>
                <a:cubicBezTo>
                  <a:pt x="23512240" y="866292"/>
                  <a:pt x="23504390" y="875787"/>
                  <a:pt x="23502728" y="884302"/>
                </a:cubicBezTo>
                <a:cubicBezTo>
                  <a:pt x="23497744" y="909545"/>
                  <a:pt x="23492234" y="948205"/>
                  <a:pt x="23492458" y="987465"/>
                </a:cubicBezTo>
                <a:cubicBezTo>
                  <a:pt x="23492610" y="1006004"/>
                  <a:pt x="23509222" y="1016026"/>
                  <a:pt x="23526436" y="1016026"/>
                </a:cubicBezTo>
                <a:cubicBezTo>
                  <a:pt x="23543648" y="1016026"/>
                  <a:pt x="23560334" y="1006004"/>
                  <a:pt x="23560410" y="987465"/>
                </a:cubicBezTo>
                <a:cubicBezTo>
                  <a:pt x="23560636" y="948205"/>
                  <a:pt x="23555124" y="909545"/>
                  <a:pt x="23550142" y="884302"/>
                </a:cubicBezTo>
                <a:cubicBezTo>
                  <a:pt x="23548480" y="875787"/>
                  <a:pt x="23540628" y="866292"/>
                  <a:pt x="23526436" y="866292"/>
                </a:cubicBezTo>
                <a:close/>
                <a:moveTo>
                  <a:pt x="23608656" y="823263"/>
                </a:moveTo>
                <a:cubicBezTo>
                  <a:pt x="23600426" y="820474"/>
                  <a:pt x="23588270" y="822509"/>
                  <a:pt x="23581174" y="834716"/>
                </a:cubicBezTo>
                <a:cubicBezTo>
                  <a:pt x="23574076" y="847001"/>
                  <a:pt x="23578454" y="858529"/>
                  <a:pt x="23584948" y="864181"/>
                </a:cubicBezTo>
                <a:cubicBezTo>
                  <a:pt x="23604352" y="881062"/>
                  <a:pt x="23635156" y="905251"/>
                  <a:pt x="23669356" y="924693"/>
                </a:cubicBezTo>
                <a:cubicBezTo>
                  <a:pt x="23685440" y="933887"/>
                  <a:pt x="23702502" y="924543"/>
                  <a:pt x="23711110" y="909621"/>
                </a:cubicBezTo>
                <a:cubicBezTo>
                  <a:pt x="23719716" y="894701"/>
                  <a:pt x="23719338" y="875335"/>
                  <a:pt x="23703334" y="865990"/>
                </a:cubicBezTo>
                <a:cubicBezTo>
                  <a:pt x="23669356" y="846171"/>
                  <a:pt x="23633042" y="831628"/>
                  <a:pt x="23608656" y="823263"/>
                </a:cubicBezTo>
                <a:close/>
                <a:moveTo>
                  <a:pt x="23444214" y="823263"/>
                </a:moveTo>
                <a:cubicBezTo>
                  <a:pt x="23419828" y="831628"/>
                  <a:pt x="23383514" y="846173"/>
                  <a:pt x="23349536" y="865990"/>
                </a:cubicBezTo>
                <a:cubicBezTo>
                  <a:pt x="23333532" y="875335"/>
                  <a:pt x="23333154" y="894777"/>
                  <a:pt x="23341760" y="909623"/>
                </a:cubicBezTo>
                <a:cubicBezTo>
                  <a:pt x="23350368" y="924543"/>
                  <a:pt x="23367354" y="933887"/>
                  <a:pt x="23383514" y="924695"/>
                </a:cubicBezTo>
                <a:cubicBezTo>
                  <a:pt x="23417714" y="905252"/>
                  <a:pt x="23448518" y="881138"/>
                  <a:pt x="23467922" y="864183"/>
                </a:cubicBezTo>
                <a:cubicBezTo>
                  <a:pt x="23474416" y="858531"/>
                  <a:pt x="23478794" y="846927"/>
                  <a:pt x="23471696" y="834718"/>
                </a:cubicBezTo>
                <a:cubicBezTo>
                  <a:pt x="23464600" y="822435"/>
                  <a:pt x="23452444" y="820476"/>
                  <a:pt x="23444214" y="823263"/>
                </a:cubicBezTo>
                <a:close/>
                <a:moveTo>
                  <a:pt x="23693064" y="680237"/>
                </a:moveTo>
                <a:cubicBezTo>
                  <a:pt x="23685724" y="677184"/>
                  <a:pt x="23677438" y="677147"/>
                  <a:pt x="23669356" y="681744"/>
                </a:cubicBezTo>
                <a:cubicBezTo>
                  <a:pt x="23635156" y="701186"/>
                  <a:pt x="23604352" y="725301"/>
                  <a:pt x="23584948" y="742180"/>
                </a:cubicBezTo>
                <a:cubicBezTo>
                  <a:pt x="23578454" y="747831"/>
                  <a:pt x="23574076" y="759438"/>
                  <a:pt x="23581174" y="771645"/>
                </a:cubicBezTo>
                <a:cubicBezTo>
                  <a:pt x="23588270" y="783927"/>
                  <a:pt x="23600426" y="785886"/>
                  <a:pt x="23608656" y="783099"/>
                </a:cubicBezTo>
                <a:cubicBezTo>
                  <a:pt x="23633042" y="774735"/>
                  <a:pt x="23669356" y="760190"/>
                  <a:pt x="23703334" y="740372"/>
                </a:cubicBezTo>
                <a:cubicBezTo>
                  <a:pt x="23719338" y="731102"/>
                  <a:pt x="23719716" y="711735"/>
                  <a:pt x="23711110" y="696815"/>
                </a:cubicBezTo>
                <a:cubicBezTo>
                  <a:pt x="23706804" y="689356"/>
                  <a:pt x="23700406" y="683289"/>
                  <a:pt x="23693064" y="680237"/>
                </a:cubicBezTo>
                <a:close/>
                <a:moveTo>
                  <a:pt x="23359834" y="680237"/>
                </a:moveTo>
                <a:cubicBezTo>
                  <a:pt x="23352482" y="683289"/>
                  <a:pt x="23346066" y="689356"/>
                  <a:pt x="23341760" y="696815"/>
                </a:cubicBezTo>
                <a:cubicBezTo>
                  <a:pt x="23333154" y="711735"/>
                  <a:pt x="23333532" y="731102"/>
                  <a:pt x="23349536" y="740448"/>
                </a:cubicBezTo>
                <a:cubicBezTo>
                  <a:pt x="23383514" y="760266"/>
                  <a:pt x="23419828" y="774811"/>
                  <a:pt x="23444214" y="783175"/>
                </a:cubicBezTo>
                <a:cubicBezTo>
                  <a:pt x="23452444" y="785962"/>
                  <a:pt x="23464600" y="783927"/>
                  <a:pt x="23471696" y="771721"/>
                </a:cubicBezTo>
                <a:cubicBezTo>
                  <a:pt x="23478794" y="759438"/>
                  <a:pt x="23474416" y="747907"/>
                  <a:pt x="23467922" y="742255"/>
                </a:cubicBezTo>
                <a:cubicBezTo>
                  <a:pt x="23448518" y="725301"/>
                  <a:pt x="23417714" y="701186"/>
                  <a:pt x="23383514" y="681744"/>
                </a:cubicBezTo>
                <a:cubicBezTo>
                  <a:pt x="23375472" y="677147"/>
                  <a:pt x="23367186" y="677184"/>
                  <a:pt x="23359834" y="680237"/>
                </a:cubicBezTo>
                <a:close/>
                <a:moveTo>
                  <a:pt x="23526436" y="590412"/>
                </a:moveTo>
                <a:cubicBezTo>
                  <a:pt x="23509222" y="590412"/>
                  <a:pt x="23492610" y="600435"/>
                  <a:pt x="23492458" y="618972"/>
                </a:cubicBezTo>
                <a:cubicBezTo>
                  <a:pt x="23492234" y="658233"/>
                  <a:pt x="23497744" y="696891"/>
                  <a:pt x="23502728" y="722137"/>
                </a:cubicBezTo>
                <a:cubicBezTo>
                  <a:pt x="23504390" y="730651"/>
                  <a:pt x="23512240" y="740147"/>
                  <a:pt x="23526436" y="740147"/>
                </a:cubicBezTo>
                <a:cubicBezTo>
                  <a:pt x="23540628" y="740147"/>
                  <a:pt x="23548480" y="730651"/>
                  <a:pt x="23550142" y="722137"/>
                </a:cubicBezTo>
                <a:cubicBezTo>
                  <a:pt x="23555124" y="696891"/>
                  <a:pt x="23560636" y="658233"/>
                  <a:pt x="23560410" y="618972"/>
                </a:cubicBezTo>
                <a:cubicBezTo>
                  <a:pt x="23560334" y="600435"/>
                  <a:pt x="23543648" y="590412"/>
                  <a:pt x="23526436" y="590412"/>
                </a:cubicBezTo>
                <a:close/>
                <a:moveTo>
                  <a:pt x="0" y="0"/>
                </a:moveTo>
                <a:lnTo>
                  <a:pt x="24377650" y="0"/>
                </a:lnTo>
                <a:lnTo>
                  <a:pt x="24377650" y="13716000"/>
                </a:lnTo>
                <a:lnTo>
                  <a:pt x="0" y="13716000"/>
                </a:lnTo>
                <a:close/>
              </a:path>
            </a:pathLst>
          </a:custGeom>
          <a:solidFill>
            <a:schemeClr val="bg1">
              <a:lumMod val="85000"/>
            </a:schemeClr>
          </a:solidFill>
        </p:spPr>
        <p:txBody>
          <a:bodyPr wrap="square">
            <a:noAutofit/>
          </a:bodyPr>
          <a:lstStyle/>
          <a:p>
            <a:endParaRPr lang="en-US"/>
          </a:p>
        </p:txBody>
      </p:sp>
      <p:sp>
        <p:nvSpPr>
          <p:cNvPr id="11" name="Text Placeholder 3">
            <a:extLst>
              <a:ext uri="{FF2B5EF4-FFF2-40B4-BE49-F238E27FC236}">
                <a16:creationId xmlns:a16="http://schemas.microsoft.com/office/drawing/2014/main" id="{3625888A-B925-5B51-4B08-4AA5B5E82441}"/>
              </a:ext>
            </a:extLst>
          </p:cNvPr>
          <p:cNvSpPr>
            <a:spLocks noGrp="1"/>
          </p:cNvSpPr>
          <p:nvPr>
            <p:ph type="body" sz="half" idx="2" hasCustomPrompt="1"/>
          </p:nvPr>
        </p:nvSpPr>
        <p:spPr>
          <a:xfrm>
            <a:off x="676363" y="2031152"/>
            <a:ext cx="22860000" cy="2518407"/>
          </a:xfrm>
          <a:prstGeom prst="rect">
            <a:avLst/>
          </a:prstGeom>
          <a:noFill/>
        </p:spPr>
        <p:txBody>
          <a:bodyPr lIns="0" anchor="t" anchorCtr="0"/>
          <a:lstStyle>
            <a:lvl1pPr marL="0" indent="0">
              <a:lnSpc>
                <a:spcPts val="12400"/>
              </a:lnSpc>
              <a:spcAft>
                <a:spcPts val="0"/>
              </a:spcAft>
              <a:buNone/>
              <a:defRPr sz="11000" b="0" i="0">
                <a:solidFill>
                  <a:schemeClr val="bg1"/>
                </a:solidFill>
                <a:latin typeface="Everyday Sans Light" pitchFamily="2" charset="77"/>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text</a:t>
            </a:r>
          </a:p>
        </p:txBody>
      </p:sp>
      <p:sp>
        <p:nvSpPr>
          <p:cNvPr id="5" name="Footer Placeholder 4">
            <a:extLst>
              <a:ext uri="{FF2B5EF4-FFF2-40B4-BE49-F238E27FC236}">
                <a16:creationId xmlns:a16="http://schemas.microsoft.com/office/drawing/2014/main" id="{495A97EE-1435-8346-65E8-9C3EE762BA42}"/>
              </a:ext>
            </a:extLst>
          </p:cNvPr>
          <p:cNvSpPr>
            <a:spLocks noGrp="1"/>
          </p:cNvSpPr>
          <p:nvPr>
            <p:ph type="ftr" sz="quarter" idx="11"/>
          </p:nvPr>
        </p:nvSpPr>
        <p:spPr>
          <a:xfrm>
            <a:off x="682625" y="432006"/>
            <a:ext cx="5497513" cy="457200"/>
          </a:xfrm>
        </p:spPr>
        <p:txBody>
          <a:bodyPr/>
          <a:lstStyle>
            <a:lvl1pPr>
              <a:defRPr>
                <a:solidFill>
                  <a:schemeClr val="bg1"/>
                </a:solidFill>
              </a:defRPr>
            </a:lvl1pPr>
          </a:lstStyle>
          <a:p>
            <a:r>
              <a:rPr lang="en-US"/>
              <a:t>Add Team Name Here</a:t>
            </a:r>
          </a:p>
        </p:txBody>
      </p:sp>
    </p:spTree>
    <p:extLst>
      <p:ext uri="{BB962C8B-B14F-4D97-AF65-F5344CB8AC3E}">
        <p14:creationId xmlns:p14="http://schemas.microsoft.com/office/powerpoint/2010/main" val="35749044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Full-bleed Image Headlines">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07F5DBC0-96F7-CD7A-26CF-F443B3F30CCE}"/>
              </a:ext>
            </a:extLst>
          </p:cNvPr>
          <p:cNvSpPr/>
          <p:nvPr userDrawn="1"/>
        </p:nvSpPr>
        <p:spPr>
          <a:xfrm>
            <a:off x="23336162" y="590412"/>
            <a:ext cx="380546" cy="425614"/>
          </a:xfrm>
          <a:custGeom>
            <a:avLst/>
            <a:gdLst>
              <a:gd name="connsiteX0" fmla="*/ 97891 w 195782"/>
              <a:gd name="connsiteY0" fmla="*/ 141952 h 218997"/>
              <a:gd name="connsiteX1" fmla="*/ 110088 w 195782"/>
              <a:gd name="connsiteY1" fmla="*/ 151219 h 218997"/>
              <a:gd name="connsiteX2" fmla="*/ 115370 w 195782"/>
              <a:gd name="connsiteY2" fmla="*/ 204301 h 218997"/>
              <a:gd name="connsiteX3" fmla="*/ 97891 w 195782"/>
              <a:gd name="connsiteY3" fmla="*/ 218997 h 218997"/>
              <a:gd name="connsiteX4" fmla="*/ 80411 w 195782"/>
              <a:gd name="connsiteY4" fmla="*/ 204301 h 218997"/>
              <a:gd name="connsiteX5" fmla="*/ 85694 w 195782"/>
              <a:gd name="connsiteY5" fmla="*/ 151219 h 218997"/>
              <a:gd name="connsiteX6" fmla="*/ 97891 w 195782"/>
              <a:gd name="connsiteY6" fmla="*/ 141952 h 218997"/>
              <a:gd name="connsiteX7" fmla="*/ 140192 w 195782"/>
              <a:gd name="connsiteY7" fmla="*/ 119812 h 218997"/>
              <a:gd name="connsiteX8" fmla="*/ 188901 w 195782"/>
              <a:gd name="connsiteY8" fmla="*/ 141797 h 218997"/>
              <a:gd name="connsiteX9" fmla="*/ 192902 w 195782"/>
              <a:gd name="connsiteY9" fmla="*/ 164247 h 218997"/>
              <a:gd name="connsiteX10" fmla="*/ 171421 w 195782"/>
              <a:gd name="connsiteY10" fmla="*/ 172002 h 218997"/>
              <a:gd name="connsiteX11" fmla="*/ 127995 w 195782"/>
              <a:gd name="connsiteY11" fmla="*/ 140866 h 218997"/>
              <a:gd name="connsiteX12" fmla="*/ 126053 w 195782"/>
              <a:gd name="connsiteY12" fmla="*/ 125705 h 218997"/>
              <a:gd name="connsiteX13" fmla="*/ 140192 w 195782"/>
              <a:gd name="connsiteY13" fmla="*/ 119812 h 218997"/>
              <a:gd name="connsiteX14" fmla="*/ 55590 w 195782"/>
              <a:gd name="connsiteY14" fmla="*/ 119812 h 218997"/>
              <a:gd name="connsiteX15" fmla="*/ 69729 w 195782"/>
              <a:gd name="connsiteY15" fmla="*/ 125706 h 218997"/>
              <a:gd name="connsiteX16" fmla="*/ 67787 w 195782"/>
              <a:gd name="connsiteY16" fmla="*/ 140867 h 218997"/>
              <a:gd name="connsiteX17" fmla="*/ 24361 w 195782"/>
              <a:gd name="connsiteY17" fmla="*/ 172003 h 218997"/>
              <a:gd name="connsiteX18" fmla="*/ 2880 w 195782"/>
              <a:gd name="connsiteY18" fmla="*/ 164248 h 218997"/>
              <a:gd name="connsiteX19" fmla="*/ 6881 w 195782"/>
              <a:gd name="connsiteY19" fmla="*/ 141797 h 218997"/>
              <a:gd name="connsiteX20" fmla="*/ 55590 w 195782"/>
              <a:gd name="connsiteY20" fmla="*/ 119812 h 218997"/>
              <a:gd name="connsiteX21" fmla="*/ 183618 w 195782"/>
              <a:gd name="connsiteY21" fmla="*/ 46219 h 218997"/>
              <a:gd name="connsiteX22" fmla="*/ 192902 w 195782"/>
              <a:gd name="connsiteY22" fmla="*/ 54749 h 218997"/>
              <a:gd name="connsiteX23" fmla="*/ 188901 w 195782"/>
              <a:gd name="connsiteY23" fmla="*/ 77161 h 218997"/>
              <a:gd name="connsiteX24" fmla="*/ 140192 w 195782"/>
              <a:gd name="connsiteY24" fmla="*/ 99146 h 218997"/>
              <a:gd name="connsiteX25" fmla="*/ 126053 w 195782"/>
              <a:gd name="connsiteY25" fmla="*/ 93252 h 218997"/>
              <a:gd name="connsiteX26" fmla="*/ 127995 w 195782"/>
              <a:gd name="connsiteY26" fmla="*/ 78091 h 218997"/>
              <a:gd name="connsiteX27" fmla="*/ 171421 w 195782"/>
              <a:gd name="connsiteY27" fmla="*/ 46994 h 218997"/>
              <a:gd name="connsiteX28" fmla="*/ 183618 w 195782"/>
              <a:gd name="connsiteY28" fmla="*/ 46219 h 218997"/>
              <a:gd name="connsiteX29" fmla="*/ 12179 w 195782"/>
              <a:gd name="connsiteY29" fmla="*/ 46219 h 218997"/>
              <a:gd name="connsiteX30" fmla="*/ 24361 w 195782"/>
              <a:gd name="connsiteY30" fmla="*/ 46994 h 218997"/>
              <a:gd name="connsiteX31" fmla="*/ 67787 w 195782"/>
              <a:gd name="connsiteY31" fmla="*/ 78130 h 218997"/>
              <a:gd name="connsiteX32" fmla="*/ 69729 w 195782"/>
              <a:gd name="connsiteY32" fmla="*/ 93291 h 218997"/>
              <a:gd name="connsiteX33" fmla="*/ 55590 w 195782"/>
              <a:gd name="connsiteY33" fmla="*/ 99185 h 218997"/>
              <a:gd name="connsiteX34" fmla="*/ 6881 w 195782"/>
              <a:gd name="connsiteY34" fmla="*/ 77200 h 218997"/>
              <a:gd name="connsiteX35" fmla="*/ 2880 w 195782"/>
              <a:gd name="connsiteY35" fmla="*/ 54749 h 218997"/>
              <a:gd name="connsiteX36" fmla="*/ 12179 w 195782"/>
              <a:gd name="connsiteY36" fmla="*/ 46219 h 218997"/>
              <a:gd name="connsiteX37" fmla="*/ 97891 w 195782"/>
              <a:gd name="connsiteY37" fmla="*/ 0 h 218997"/>
              <a:gd name="connsiteX38" fmla="*/ 115370 w 195782"/>
              <a:gd name="connsiteY38" fmla="*/ 14695 h 218997"/>
              <a:gd name="connsiteX39" fmla="*/ 110088 w 195782"/>
              <a:gd name="connsiteY39" fmla="*/ 67778 h 218997"/>
              <a:gd name="connsiteX40" fmla="*/ 97891 w 195782"/>
              <a:gd name="connsiteY40" fmla="*/ 77045 h 218997"/>
              <a:gd name="connsiteX41" fmla="*/ 85694 w 195782"/>
              <a:gd name="connsiteY41" fmla="*/ 67778 h 218997"/>
              <a:gd name="connsiteX42" fmla="*/ 80411 w 195782"/>
              <a:gd name="connsiteY42" fmla="*/ 14695 h 218997"/>
              <a:gd name="connsiteX43" fmla="*/ 97891 w 195782"/>
              <a:gd name="connsiteY43" fmla="*/ 0 h 218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5782" h="218997">
                <a:moveTo>
                  <a:pt x="97891" y="141952"/>
                </a:moveTo>
                <a:cubicBezTo>
                  <a:pt x="105193" y="141952"/>
                  <a:pt x="109233" y="146838"/>
                  <a:pt x="110088" y="151219"/>
                </a:cubicBezTo>
                <a:cubicBezTo>
                  <a:pt x="112651" y="164208"/>
                  <a:pt x="115487" y="184100"/>
                  <a:pt x="115370" y="204301"/>
                </a:cubicBezTo>
                <a:cubicBezTo>
                  <a:pt x="115331" y="213840"/>
                  <a:pt x="106747" y="218997"/>
                  <a:pt x="97891" y="218997"/>
                </a:cubicBezTo>
                <a:cubicBezTo>
                  <a:pt x="89035" y="218997"/>
                  <a:pt x="80489" y="213840"/>
                  <a:pt x="80411" y="204301"/>
                </a:cubicBezTo>
                <a:cubicBezTo>
                  <a:pt x="80295" y="184100"/>
                  <a:pt x="83130" y="164208"/>
                  <a:pt x="85694" y="151219"/>
                </a:cubicBezTo>
                <a:cubicBezTo>
                  <a:pt x="86549" y="146838"/>
                  <a:pt x="90588" y="141952"/>
                  <a:pt x="97891" y="141952"/>
                </a:cubicBezTo>
                <a:close/>
                <a:moveTo>
                  <a:pt x="140192" y="119812"/>
                </a:moveTo>
                <a:cubicBezTo>
                  <a:pt x="152738" y="124116"/>
                  <a:pt x="171421" y="131599"/>
                  <a:pt x="188901" y="141797"/>
                </a:cubicBezTo>
                <a:cubicBezTo>
                  <a:pt x="197135" y="146605"/>
                  <a:pt x="197330" y="156570"/>
                  <a:pt x="192902" y="164247"/>
                </a:cubicBezTo>
                <a:cubicBezTo>
                  <a:pt x="188473" y="171925"/>
                  <a:pt x="179695" y="176733"/>
                  <a:pt x="171421" y="172002"/>
                </a:cubicBezTo>
                <a:cubicBezTo>
                  <a:pt x="153825" y="161998"/>
                  <a:pt x="137977" y="149552"/>
                  <a:pt x="127995" y="140866"/>
                </a:cubicBezTo>
                <a:cubicBezTo>
                  <a:pt x="124654" y="137958"/>
                  <a:pt x="122401" y="132026"/>
                  <a:pt x="126053" y="125705"/>
                </a:cubicBezTo>
                <a:cubicBezTo>
                  <a:pt x="129704" y="119424"/>
                  <a:pt x="135958" y="118377"/>
                  <a:pt x="140192" y="119812"/>
                </a:cubicBezTo>
                <a:close/>
                <a:moveTo>
                  <a:pt x="55590" y="119812"/>
                </a:moveTo>
                <a:cubicBezTo>
                  <a:pt x="59824" y="118378"/>
                  <a:pt x="66078" y="119386"/>
                  <a:pt x="69729" y="125706"/>
                </a:cubicBezTo>
                <a:cubicBezTo>
                  <a:pt x="73381" y="131988"/>
                  <a:pt x="71128" y="137959"/>
                  <a:pt x="67787" y="140867"/>
                </a:cubicBezTo>
                <a:cubicBezTo>
                  <a:pt x="57805" y="149591"/>
                  <a:pt x="41957" y="161999"/>
                  <a:pt x="24361" y="172003"/>
                </a:cubicBezTo>
                <a:cubicBezTo>
                  <a:pt x="16048" y="176733"/>
                  <a:pt x="7309" y="171925"/>
                  <a:pt x="2880" y="164248"/>
                </a:cubicBezTo>
                <a:cubicBezTo>
                  <a:pt x="-1548" y="156609"/>
                  <a:pt x="-1353" y="146605"/>
                  <a:pt x="6881" y="141797"/>
                </a:cubicBezTo>
                <a:cubicBezTo>
                  <a:pt x="24361" y="131600"/>
                  <a:pt x="43044" y="124116"/>
                  <a:pt x="55590" y="119812"/>
                </a:cubicBezTo>
                <a:close/>
                <a:moveTo>
                  <a:pt x="183618" y="46219"/>
                </a:moveTo>
                <a:cubicBezTo>
                  <a:pt x="187395" y="47789"/>
                  <a:pt x="190687" y="50911"/>
                  <a:pt x="192902" y="54749"/>
                </a:cubicBezTo>
                <a:cubicBezTo>
                  <a:pt x="197330" y="62426"/>
                  <a:pt x="197135" y="72391"/>
                  <a:pt x="188901" y="77161"/>
                </a:cubicBezTo>
                <a:cubicBezTo>
                  <a:pt x="171421" y="87358"/>
                  <a:pt x="152738" y="94842"/>
                  <a:pt x="140192" y="99146"/>
                </a:cubicBezTo>
                <a:cubicBezTo>
                  <a:pt x="135958" y="100580"/>
                  <a:pt x="129704" y="99572"/>
                  <a:pt x="126053" y="93252"/>
                </a:cubicBezTo>
                <a:cubicBezTo>
                  <a:pt x="122401" y="86971"/>
                  <a:pt x="124654" y="80999"/>
                  <a:pt x="127995" y="78091"/>
                </a:cubicBezTo>
                <a:cubicBezTo>
                  <a:pt x="137977" y="69406"/>
                  <a:pt x="153825" y="56998"/>
                  <a:pt x="171421" y="46994"/>
                </a:cubicBezTo>
                <a:cubicBezTo>
                  <a:pt x="175578" y="44629"/>
                  <a:pt x="179841" y="44648"/>
                  <a:pt x="183618" y="46219"/>
                </a:cubicBezTo>
                <a:close/>
                <a:moveTo>
                  <a:pt x="12179" y="46219"/>
                </a:moveTo>
                <a:cubicBezTo>
                  <a:pt x="15961" y="44648"/>
                  <a:pt x="20224" y="44629"/>
                  <a:pt x="24361" y="46994"/>
                </a:cubicBezTo>
                <a:cubicBezTo>
                  <a:pt x="41957" y="56998"/>
                  <a:pt x="57805" y="69406"/>
                  <a:pt x="67787" y="78130"/>
                </a:cubicBezTo>
                <a:cubicBezTo>
                  <a:pt x="71128" y="81038"/>
                  <a:pt x="73381" y="86971"/>
                  <a:pt x="69729" y="93291"/>
                </a:cubicBezTo>
                <a:cubicBezTo>
                  <a:pt x="66078" y="99572"/>
                  <a:pt x="59824" y="100619"/>
                  <a:pt x="55590" y="99185"/>
                </a:cubicBezTo>
                <a:cubicBezTo>
                  <a:pt x="43044" y="94881"/>
                  <a:pt x="24361" y="87397"/>
                  <a:pt x="6881" y="77200"/>
                </a:cubicBezTo>
                <a:cubicBezTo>
                  <a:pt x="-1353" y="72391"/>
                  <a:pt x="-1548" y="62426"/>
                  <a:pt x="2880" y="54749"/>
                </a:cubicBezTo>
                <a:cubicBezTo>
                  <a:pt x="5095" y="50911"/>
                  <a:pt x="8396" y="47789"/>
                  <a:pt x="12179" y="46219"/>
                </a:cubicBezTo>
                <a:close/>
                <a:moveTo>
                  <a:pt x="97891" y="0"/>
                </a:moveTo>
                <a:cubicBezTo>
                  <a:pt x="106747" y="0"/>
                  <a:pt x="115331" y="5157"/>
                  <a:pt x="115370" y="14695"/>
                </a:cubicBezTo>
                <a:cubicBezTo>
                  <a:pt x="115487" y="34897"/>
                  <a:pt x="112651" y="54788"/>
                  <a:pt x="110088" y="67778"/>
                </a:cubicBezTo>
                <a:cubicBezTo>
                  <a:pt x="109233" y="72159"/>
                  <a:pt x="105193" y="77045"/>
                  <a:pt x="97891" y="77045"/>
                </a:cubicBezTo>
                <a:cubicBezTo>
                  <a:pt x="90588" y="77045"/>
                  <a:pt x="86549" y="72159"/>
                  <a:pt x="85694" y="67778"/>
                </a:cubicBezTo>
                <a:cubicBezTo>
                  <a:pt x="83130" y="54788"/>
                  <a:pt x="80295" y="34897"/>
                  <a:pt x="80411" y="14695"/>
                </a:cubicBezTo>
                <a:cubicBezTo>
                  <a:pt x="80489" y="5157"/>
                  <a:pt x="89035" y="0"/>
                  <a:pt x="97891" y="0"/>
                </a:cubicBezTo>
                <a:close/>
              </a:path>
            </a:pathLst>
          </a:custGeom>
          <a:solidFill>
            <a:schemeClr val="accent5"/>
          </a:solidFill>
          <a:ln w="378" cap="flat">
            <a:noFill/>
            <a:prstDash val="solid"/>
            <a:miter/>
          </a:ln>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endParaRPr lang="en-US" sz="7200"/>
          </a:p>
        </p:txBody>
      </p:sp>
      <p:sp>
        <p:nvSpPr>
          <p:cNvPr id="12" name="Picture Placeholder 11">
            <a:extLst>
              <a:ext uri="{FF2B5EF4-FFF2-40B4-BE49-F238E27FC236}">
                <a16:creationId xmlns:a16="http://schemas.microsoft.com/office/drawing/2014/main" id="{6EF40859-7466-4682-05EB-BE7782D03D22}"/>
              </a:ext>
            </a:extLst>
          </p:cNvPr>
          <p:cNvSpPr>
            <a:spLocks noGrp="1"/>
          </p:cNvSpPr>
          <p:nvPr>
            <p:ph type="pic" sz="quarter" idx="10"/>
          </p:nvPr>
        </p:nvSpPr>
        <p:spPr>
          <a:xfrm>
            <a:off x="0" y="0"/>
            <a:ext cx="24377650" cy="13716000"/>
          </a:xfrm>
          <a:custGeom>
            <a:avLst/>
            <a:gdLst>
              <a:gd name="connsiteX0" fmla="*/ 23526436 w 24377650"/>
              <a:gd name="connsiteY0" fmla="*/ 866292 h 13716000"/>
              <a:gd name="connsiteX1" fmla="*/ 23502728 w 24377650"/>
              <a:gd name="connsiteY1" fmla="*/ 884302 h 13716000"/>
              <a:gd name="connsiteX2" fmla="*/ 23492458 w 24377650"/>
              <a:gd name="connsiteY2" fmla="*/ 987465 h 13716000"/>
              <a:gd name="connsiteX3" fmla="*/ 23526436 w 24377650"/>
              <a:gd name="connsiteY3" fmla="*/ 1016026 h 13716000"/>
              <a:gd name="connsiteX4" fmla="*/ 23560410 w 24377650"/>
              <a:gd name="connsiteY4" fmla="*/ 987465 h 13716000"/>
              <a:gd name="connsiteX5" fmla="*/ 23550142 w 24377650"/>
              <a:gd name="connsiteY5" fmla="*/ 884302 h 13716000"/>
              <a:gd name="connsiteX6" fmla="*/ 23526436 w 24377650"/>
              <a:gd name="connsiteY6" fmla="*/ 866292 h 13716000"/>
              <a:gd name="connsiteX7" fmla="*/ 23608656 w 24377650"/>
              <a:gd name="connsiteY7" fmla="*/ 823263 h 13716000"/>
              <a:gd name="connsiteX8" fmla="*/ 23581174 w 24377650"/>
              <a:gd name="connsiteY8" fmla="*/ 834716 h 13716000"/>
              <a:gd name="connsiteX9" fmla="*/ 23584948 w 24377650"/>
              <a:gd name="connsiteY9" fmla="*/ 864181 h 13716000"/>
              <a:gd name="connsiteX10" fmla="*/ 23669356 w 24377650"/>
              <a:gd name="connsiteY10" fmla="*/ 924693 h 13716000"/>
              <a:gd name="connsiteX11" fmla="*/ 23711110 w 24377650"/>
              <a:gd name="connsiteY11" fmla="*/ 909621 h 13716000"/>
              <a:gd name="connsiteX12" fmla="*/ 23703334 w 24377650"/>
              <a:gd name="connsiteY12" fmla="*/ 865990 h 13716000"/>
              <a:gd name="connsiteX13" fmla="*/ 23608656 w 24377650"/>
              <a:gd name="connsiteY13" fmla="*/ 823263 h 13716000"/>
              <a:gd name="connsiteX14" fmla="*/ 23444214 w 24377650"/>
              <a:gd name="connsiteY14" fmla="*/ 823263 h 13716000"/>
              <a:gd name="connsiteX15" fmla="*/ 23349536 w 24377650"/>
              <a:gd name="connsiteY15" fmla="*/ 865990 h 13716000"/>
              <a:gd name="connsiteX16" fmla="*/ 23341760 w 24377650"/>
              <a:gd name="connsiteY16" fmla="*/ 909623 h 13716000"/>
              <a:gd name="connsiteX17" fmla="*/ 23383514 w 24377650"/>
              <a:gd name="connsiteY17" fmla="*/ 924695 h 13716000"/>
              <a:gd name="connsiteX18" fmla="*/ 23467922 w 24377650"/>
              <a:gd name="connsiteY18" fmla="*/ 864183 h 13716000"/>
              <a:gd name="connsiteX19" fmla="*/ 23471696 w 24377650"/>
              <a:gd name="connsiteY19" fmla="*/ 834718 h 13716000"/>
              <a:gd name="connsiteX20" fmla="*/ 23444214 w 24377650"/>
              <a:gd name="connsiteY20" fmla="*/ 823263 h 13716000"/>
              <a:gd name="connsiteX21" fmla="*/ 23693064 w 24377650"/>
              <a:gd name="connsiteY21" fmla="*/ 680237 h 13716000"/>
              <a:gd name="connsiteX22" fmla="*/ 23669356 w 24377650"/>
              <a:gd name="connsiteY22" fmla="*/ 681744 h 13716000"/>
              <a:gd name="connsiteX23" fmla="*/ 23584948 w 24377650"/>
              <a:gd name="connsiteY23" fmla="*/ 742180 h 13716000"/>
              <a:gd name="connsiteX24" fmla="*/ 23581174 w 24377650"/>
              <a:gd name="connsiteY24" fmla="*/ 771645 h 13716000"/>
              <a:gd name="connsiteX25" fmla="*/ 23608656 w 24377650"/>
              <a:gd name="connsiteY25" fmla="*/ 783099 h 13716000"/>
              <a:gd name="connsiteX26" fmla="*/ 23703334 w 24377650"/>
              <a:gd name="connsiteY26" fmla="*/ 740372 h 13716000"/>
              <a:gd name="connsiteX27" fmla="*/ 23711110 w 24377650"/>
              <a:gd name="connsiteY27" fmla="*/ 696815 h 13716000"/>
              <a:gd name="connsiteX28" fmla="*/ 23693064 w 24377650"/>
              <a:gd name="connsiteY28" fmla="*/ 680237 h 13716000"/>
              <a:gd name="connsiteX29" fmla="*/ 23359834 w 24377650"/>
              <a:gd name="connsiteY29" fmla="*/ 680237 h 13716000"/>
              <a:gd name="connsiteX30" fmla="*/ 23341760 w 24377650"/>
              <a:gd name="connsiteY30" fmla="*/ 696815 h 13716000"/>
              <a:gd name="connsiteX31" fmla="*/ 23349536 w 24377650"/>
              <a:gd name="connsiteY31" fmla="*/ 740448 h 13716000"/>
              <a:gd name="connsiteX32" fmla="*/ 23444214 w 24377650"/>
              <a:gd name="connsiteY32" fmla="*/ 783175 h 13716000"/>
              <a:gd name="connsiteX33" fmla="*/ 23471696 w 24377650"/>
              <a:gd name="connsiteY33" fmla="*/ 771721 h 13716000"/>
              <a:gd name="connsiteX34" fmla="*/ 23467922 w 24377650"/>
              <a:gd name="connsiteY34" fmla="*/ 742255 h 13716000"/>
              <a:gd name="connsiteX35" fmla="*/ 23383514 w 24377650"/>
              <a:gd name="connsiteY35" fmla="*/ 681744 h 13716000"/>
              <a:gd name="connsiteX36" fmla="*/ 23359834 w 24377650"/>
              <a:gd name="connsiteY36" fmla="*/ 680237 h 13716000"/>
              <a:gd name="connsiteX37" fmla="*/ 23526436 w 24377650"/>
              <a:gd name="connsiteY37" fmla="*/ 590412 h 13716000"/>
              <a:gd name="connsiteX38" fmla="*/ 23492458 w 24377650"/>
              <a:gd name="connsiteY38" fmla="*/ 618972 h 13716000"/>
              <a:gd name="connsiteX39" fmla="*/ 23502728 w 24377650"/>
              <a:gd name="connsiteY39" fmla="*/ 722137 h 13716000"/>
              <a:gd name="connsiteX40" fmla="*/ 23526436 w 24377650"/>
              <a:gd name="connsiteY40" fmla="*/ 740147 h 13716000"/>
              <a:gd name="connsiteX41" fmla="*/ 23550142 w 24377650"/>
              <a:gd name="connsiteY41" fmla="*/ 722137 h 13716000"/>
              <a:gd name="connsiteX42" fmla="*/ 23560410 w 24377650"/>
              <a:gd name="connsiteY42" fmla="*/ 618972 h 13716000"/>
              <a:gd name="connsiteX43" fmla="*/ 23526436 w 24377650"/>
              <a:gd name="connsiteY43" fmla="*/ 590412 h 13716000"/>
              <a:gd name="connsiteX44" fmla="*/ 0 w 24377650"/>
              <a:gd name="connsiteY44" fmla="*/ 0 h 13716000"/>
              <a:gd name="connsiteX45" fmla="*/ 24377650 w 24377650"/>
              <a:gd name="connsiteY45" fmla="*/ 0 h 13716000"/>
              <a:gd name="connsiteX46" fmla="*/ 24377650 w 24377650"/>
              <a:gd name="connsiteY46" fmla="*/ 13716000 h 13716000"/>
              <a:gd name="connsiteX47" fmla="*/ 0 w 24377650"/>
              <a:gd name="connsiteY47"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377650" h="13716000">
                <a:moveTo>
                  <a:pt x="23526436" y="866292"/>
                </a:moveTo>
                <a:cubicBezTo>
                  <a:pt x="23512240" y="866292"/>
                  <a:pt x="23504390" y="875787"/>
                  <a:pt x="23502728" y="884302"/>
                </a:cubicBezTo>
                <a:cubicBezTo>
                  <a:pt x="23497744" y="909545"/>
                  <a:pt x="23492234" y="948205"/>
                  <a:pt x="23492458" y="987465"/>
                </a:cubicBezTo>
                <a:cubicBezTo>
                  <a:pt x="23492610" y="1006004"/>
                  <a:pt x="23509222" y="1016026"/>
                  <a:pt x="23526436" y="1016026"/>
                </a:cubicBezTo>
                <a:cubicBezTo>
                  <a:pt x="23543648" y="1016026"/>
                  <a:pt x="23560334" y="1006004"/>
                  <a:pt x="23560410" y="987465"/>
                </a:cubicBezTo>
                <a:cubicBezTo>
                  <a:pt x="23560636" y="948205"/>
                  <a:pt x="23555124" y="909545"/>
                  <a:pt x="23550142" y="884302"/>
                </a:cubicBezTo>
                <a:cubicBezTo>
                  <a:pt x="23548480" y="875787"/>
                  <a:pt x="23540628" y="866292"/>
                  <a:pt x="23526436" y="866292"/>
                </a:cubicBezTo>
                <a:close/>
                <a:moveTo>
                  <a:pt x="23608656" y="823263"/>
                </a:moveTo>
                <a:cubicBezTo>
                  <a:pt x="23600426" y="820474"/>
                  <a:pt x="23588270" y="822509"/>
                  <a:pt x="23581174" y="834716"/>
                </a:cubicBezTo>
                <a:cubicBezTo>
                  <a:pt x="23574076" y="847001"/>
                  <a:pt x="23578454" y="858529"/>
                  <a:pt x="23584948" y="864181"/>
                </a:cubicBezTo>
                <a:cubicBezTo>
                  <a:pt x="23604352" y="881062"/>
                  <a:pt x="23635156" y="905251"/>
                  <a:pt x="23669356" y="924693"/>
                </a:cubicBezTo>
                <a:cubicBezTo>
                  <a:pt x="23685440" y="933887"/>
                  <a:pt x="23702502" y="924543"/>
                  <a:pt x="23711110" y="909621"/>
                </a:cubicBezTo>
                <a:cubicBezTo>
                  <a:pt x="23719716" y="894701"/>
                  <a:pt x="23719338" y="875335"/>
                  <a:pt x="23703334" y="865990"/>
                </a:cubicBezTo>
                <a:cubicBezTo>
                  <a:pt x="23669356" y="846171"/>
                  <a:pt x="23633042" y="831628"/>
                  <a:pt x="23608656" y="823263"/>
                </a:cubicBezTo>
                <a:close/>
                <a:moveTo>
                  <a:pt x="23444214" y="823263"/>
                </a:moveTo>
                <a:cubicBezTo>
                  <a:pt x="23419828" y="831628"/>
                  <a:pt x="23383514" y="846173"/>
                  <a:pt x="23349536" y="865990"/>
                </a:cubicBezTo>
                <a:cubicBezTo>
                  <a:pt x="23333532" y="875335"/>
                  <a:pt x="23333154" y="894777"/>
                  <a:pt x="23341760" y="909623"/>
                </a:cubicBezTo>
                <a:cubicBezTo>
                  <a:pt x="23350368" y="924543"/>
                  <a:pt x="23367354" y="933887"/>
                  <a:pt x="23383514" y="924695"/>
                </a:cubicBezTo>
                <a:cubicBezTo>
                  <a:pt x="23417714" y="905252"/>
                  <a:pt x="23448518" y="881138"/>
                  <a:pt x="23467922" y="864183"/>
                </a:cubicBezTo>
                <a:cubicBezTo>
                  <a:pt x="23474416" y="858531"/>
                  <a:pt x="23478794" y="846927"/>
                  <a:pt x="23471696" y="834718"/>
                </a:cubicBezTo>
                <a:cubicBezTo>
                  <a:pt x="23464600" y="822435"/>
                  <a:pt x="23452444" y="820476"/>
                  <a:pt x="23444214" y="823263"/>
                </a:cubicBezTo>
                <a:close/>
                <a:moveTo>
                  <a:pt x="23693064" y="680237"/>
                </a:moveTo>
                <a:cubicBezTo>
                  <a:pt x="23685724" y="677184"/>
                  <a:pt x="23677438" y="677147"/>
                  <a:pt x="23669356" y="681744"/>
                </a:cubicBezTo>
                <a:cubicBezTo>
                  <a:pt x="23635156" y="701186"/>
                  <a:pt x="23604352" y="725301"/>
                  <a:pt x="23584948" y="742180"/>
                </a:cubicBezTo>
                <a:cubicBezTo>
                  <a:pt x="23578454" y="747831"/>
                  <a:pt x="23574076" y="759438"/>
                  <a:pt x="23581174" y="771645"/>
                </a:cubicBezTo>
                <a:cubicBezTo>
                  <a:pt x="23588270" y="783927"/>
                  <a:pt x="23600426" y="785886"/>
                  <a:pt x="23608656" y="783099"/>
                </a:cubicBezTo>
                <a:cubicBezTo>
                  <a:pt x="23633042" y="774735"/>
                  <a:pt x="23669356" y="760190"/>
                  <a:pt x="23703334" y="740372"/>
                </a:cubicBezTo>
                <a:cubicBezTo>
                  <a:pt x="23719338" y="731102"/>
                  <a:pt x="23719716" y="711735"/>
                  <a:pt x="23711110" y="696815"/>
                </a:cubicBezTo>
                <a:cubicBezTo>
                  <a:pt x="23706804" y="689356"/>
                  <a:pt x="23700406" y="683289"/>
                  <a:pt x="23693064" y="680237"/>
                </a:cubicBezTo>
                <a:close/>
                <a:moveTo>
                  <a:pt x="23359834" y="680237"/>
                </a:moveTo>
                <a:cubicBezTo>
                  <a:pt x="23352482" y="683289"/>
                  <a:pt x="23346066" y="689356"/>
                  <a:pt x="23341760" y="696815"/>
                </a:cubicBezTo>
                <a:cubicBezTo>
                  <a:pt x="23333154" y="711735"/>
                  <a:pt x="23333532" y="731102"/>
                  <a:pt x="23349536" y="740448"/>
                </a:cubicBezTo>
                <a:cubicBezTo>
                  <a:pt x="23383514" y="760266"/>
                  <a:pt x="23419828" y="774811"/>
                  <a:pt x="23444214" y="783175"/>
                </a:cubicBezTo>
                <a:cubicBezTo>
                  <a:pt x="23452444" y="785962"/>
                  <a:pt x="23464600" y="783927"/>
                  <a:pt x="23471696" y="771721"/>
                </a:cubicBezTo>
                <a:cubicBezTo>
                  <a:pt x="23478794" y="759438"/>
                  <a:pt x="23474416" y="747907"/>
                  <a:pt x="23467922" y="742255"/>
                </a:cubicBezTo>
                <a:cubicBezTo>
                  <a:pt x="23448518" y="725301"/>
                  <a:pt x="23417714" y="701186"/>
                  <a:pt x="23383514" y="681744"/>
                </a:cubicBezTo>
                <a:cubicBezTo>
                  <a:pt x="23375472" y="677147"/>
                  <a:pt x="23367186" y="677184"/>
                  <a:pt x="23359834" y="680237"/>
                </a:cubicBezTo>
                <a:close/>
                <a:moveTo>
                  <a:pt x="23526436" y="590412"/>
                </a:moveTo>
                <a:cubicBezTo>
                  <a:pt x="23509222" y="590412"/>
                  <a:pt x="23492610" y="600435"/>
                  <a:pt x="23492458" y="618972"/>
                </a:cubicBezTo>
                <a:cubicBezTo>
                  <a:pt x="23492234" y="658233"/>
                  <a:pt x="23497744" y="696891"/>
                  <a:pt x="23502728" y="722137"/>
                </a:cubicBezTo>
                <a:cubicBezTo>
                  <a:pt x="23504390" y="730651"/>
                  <a:pt x="23512240" y="740147"/>
                  <a:pt x="23526436" y="740147"/>
                </a:cubicBezTo>
                <a:cubicBezTo>
                  <a:pt x="23540628" y="740147"/>
                  <a:pt x="23548480" y="730651"/>
                  <a:pt x="23550142" y="722137"/>
                </a:cubicBezTo>
                <a:cubicBezTo>
                  <a:pt x="23555124" y="696891"/>
                  <a:pt x="23560636" y="658233"/>
                  <a:pt x="23560410" y="618972"/>
                </a:cubicBezTo>
                <a:cubicBezTo>
                  <a:pt x="23560334" y="600435"/>
                  <a:pt x="23543648" y="590412"/>
                  <a:pt x="23526436" y="590412"/>
                </a:cubicBezTo>
                <a:close/>
                <a:moveTo>
                  <a:pt x="0" y="0"/>
                </a:moveTo>
                <a:lnTo>
                  <a:pt x="24377650" y="0"/>
                </a:lnTo>
                <a:lnTo>
                  <a:pt x="24377650" y="13716000"/>
                </a:lnTo>
                <a:lnTo>
                  <a:pt x="0" y="13716000"/>
                </a:lnTo>
                <a:close/>
              </a:path>
            </a:pathLst>
          </a:custGeom>
          <a:solidFill>
            <a:schemeClr val="bg1">
              <a:lumMod val="85000"/>
            </a:schemeClr>
          </a:solidFill>
        </p:spPr>
        <p:txBody>
          <a:bodyPr wrap="square">
            <a:noAutofit/>
          </a:bodyPr>
          <a:lstStyle/>
          <a:p>
            <a:endParaRPr lang="en-US"/>
          </a:p>
        </p:txBody>
      </p:sp>
      <p:sp>
        <p:nvSpPr>
          <p:cNvPr id="5" name="Footer Placeholder 4">
            <a:extLst>
              <a:ext uri="{FF2B5EF4-FFF2-40B4-BE49-F238E27FC236}">
                <a16:creationId xmlns:a16="http://schemas.microsoft.com/office/drawing/2014/main" id="{495A97EE-1435-8346-65E8-9C3EE762BA42}"/>
              </a:ext>
            </a:extLst>
          </p:cNvPr>
          <p:cNvSpPr>
            <a:spLocks noGrp="1"/>
          </p:cNvSpPr>
          <p:nvPr>
            <p:ph type="ftr" sz="quarter" idx="11"/>
          </p:nvPr>
        </p:nvSpPr>
        <p:spPr>
          <a:xfrm>
            <a:off x="682625" y="432006"/>
            <a:ext cx="5497513" cy="457200"/>
          </a:xfrm>
        </p:spPr>
        <p:txBody>
          <a:bodyPr/>
          <a:lstStyle>
            <a:lvl1pPr>
              <a:defRPr>
                <a:solidFill>
                  <a:schemeClr val="bg1"/>
                </a:solidFill>
              </a:defRPr>
            </a:lvl1pPr>
          </a:lstStyle>
          <a:p>
            <a:r>
              <a:rPr lang="en-US"/>
              <a:t>Add Team Name Here</a:t>
            </a:r>
          </a:p>
        </p:txBody>
      </p:sp>
      <p:sp>
        <p:nvSpPr>
          <p:cNvPr id="3" name="Title 2">
            <a:extLst>
              <a:ext uri="{FF2B5EF4-FFF2-40B4-BE49-F238E27FC236}">
                <a16:creationId xmlns:a16="http://schemas.microsoft.com/office/drawing/2014/main" id="{C7049E6F-37C1-F406-FAD5-E0086AD8BBAE}"/>
              </a:ext>
            </a:extLst>
          </p:cNvPr>
          <p:cNvSpPr>
            <a:spLocks noGrp="1"/>
          </p:cNvSpPr>
          <p:nvPr>
            <p:ph type="title"/>
          </p:nvPr>
        </p:nvSpPr>
        <p:spPr>
          <a:xfrm>
            <a:off x="682626" y="2121408"/>
            <a:ext cx="11506199" cy="1188720"/>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66879065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2_Full-bleed Image Headlines">
    <p:spTree>
      <p:nvGrpSpPr>
        <p:cNvPr id="1" name=""/>
        <p:cNvGrpSpPr/>
        <p:nvPr/>
      </p:nvGrpSpPr>
      <p:grpSpPr>
        <a:xfrm>
          <a:off x="0" y="0"/>
          <a:ext cx="0" cy="0"/>
          <a:chOff x="0" y="0"/>
          <a:chExt cx="0" cy="0"/>
        </a:xfrm>
      </p:grpSpPr>
      <p:sp>
        <p:nvSpPr>
          <p:cNvPr id="3" name="Picture Placeholder 12">
            <a:extLst>
              <a:ext uri="{FF2B5EF4-FFF2-40B4-BE49-F238E27FC236}">
                <a16:creationId xmlns:a16="http://schemas.microsoft.com/office/drawing/2014/main" id="{623BC5BB-5BB1-EA29-E374-D1A483DF54E0}"/>
              </a:ext>
            </a:extLst>
          </p:cNvPr>
          <p:cNvSpPr>
            <a:spLocks noGrp="1"/>
          </p:cNvSpPr>
          <p:nvPr>
            <p:ph type="pic" sz="quarter" idx="13"/>
          </p:nvPr>
        </p:nvSpPr>
        <p:spPr>
          <a:xfrm>
            <a:off x="0" y="0"/>
            <a:ext cx="24387175" cy="13716000"/>
          </a:xfrm>
          <a:custGeom>
            <a:avLst/>
            <a:gdLst>
              <a:gd name="connsiteX0" fmla="*/ 466725 w 12192000"/>
              <a:gd name="connsiteY0" fmla="*/ 887005 h 6858000"/>
              <a:gd name="connsiteX1" fmla="*/ 339725 w 12192000"/>
              <a:gd name="connsiteY1" fmla="*/ 1014005 h 6858000"/>
              <a:gd name="connsiteX2" fmla="*/ 339725 w 12192000"/>
              <a:gd name="connsiteY2" fmla="*/ 1760765 h 6858000"/>
              <a:gd name="connsiteX3" fmla="*/ 466725 w 12192000"/>
              <a:gd name="connsiteY3" fmla="*/ 1887765 h 6858000"/>
              <a:gd name="connsiteX4" fmla="*/ 3895725 w 12192000"/>
              <a:gd name="connsiteY4" fmla="*/ 1887765 h 6858000"/>
              <a:gd name="connsiteX5" fmla="*/ 4022725 w 12192000"/>
              <a:gd name="connsiteY5" fmla="*/ 1760130 h 6858000"/>
              <a:gd name="connsiteX6" fmla="*/ 4022725 w 12192000"/>
              <a:gd name="connsiteY6" fmla="*/ 1014005 h 6858000"/>
              <a:gd name="connsiteX7" fmla="*/ 3895725 w 12192000"/>
              <a:gd name="connsiteY7" fmla="*/ 88700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466725" y="887005"/>
                </a:moveTo>
                <a:cubicBezTo>
                  <a:pt x="396875" y="887005"/>
                  <a:pt x="339725" y="944155"/>
                  <a:pt x="339725" y="1014005"/>
                </a:cubicBezTo>
                <a:lnTo>
                  <a:pt x="339725" y="1760765"/>
                </a:lnTo>
                <a:cubicBezTo>
                  <a:pt x="339725" y="1830615"/>
                  <a:pt x="396875" y="1887765"/>
                  <a:pt x="466725" y="1887765"/>
                </a:cubicBezTo>
                <a:lnTo>
                  <a:pt x="3895725" y="1887765"/>
                </a:lnTo>
                <a:cubicBezTo>
                  <a:pt x="3965575" y="1887765"/>
                  <a:pt x="4022725" y="1830615"/>
                  <a:pt x="4022725" y="1760130"/>
                </a:cubicBezTo>
                <a:lnTo>
                  <a:pt x="4022725" y="1014005"/>
                </a:lnTo>
                <a:cubicBezTo>
                  <a:pt x="4022725" y="944155"/>
                  <a:pt x="3965575" y="887005"/>
                  <a:pt x="3895725" y="887005"/>
                </a:cubicBezTo>
                <a:close/>
                <a:moveTo>
                  <a:pt x="0" y="0"/>
                </a:moveTo>
                <a:lnTo>
                  <a:pt x="12192000" y="0"/>
                </a:lnTo>
                <a:lnTo>
                  <a:pt x="12192000" y="6858000"/>
                </a:lnTo>
                <a:lnTo>
                  <a:pt x="0" y="6858000"/>
                </a:lnTo>
                <a:close/>
              </a:path>
            </a:pathLst>
          </a:custGeom>
          <a:solidFill>
            <a:schemeClr val="bg1">
              <a:lumMod val="95000"/>
            </a:schemeClr>
          </a:solidFill>
        </p:spPr>
        <p:txBody>
          <a:bodyPr vert="horz" wrap="square" lIns="91440" tIns="45720" rIns="91440" bIns="45720" rtlCol="0">
            <a:noAutofit/>
          </a:bodyPr>
          <a:lstStyle>
            <a:lvl1pPr>
              <a:defRPr lang="en-US" sz="2800"/>
            </a:lvl1pPr>
          </a:lstStyle>
          <a:p>
            <a:pPr marL="0" lvl="0" indent="0">
              <a:buNone/>
            </a:pPr>
            <a:endParaRPr lang="en-US"/>
          </a:p>
        </p:txBody>
      </p:sp>
      <p:sp>
        <p:nvSpPr>
          <p:cNvPr id="11" name="Text Placeholder 3">
            <a:extLst>
              <a:ext uri="{FF2B5EF4-FFF2-40B4-BE49-F238E27FC236}">
                <a16:creationId xmlns:a16="http://schemas.microsoft.com/office/drawing/2014/main" id="{3625888A-B925-5B51-4B08-4AA5B5E82441}"/>
              </a:ext>
            </a:extLst>
          </p:cNvPr>
          <p:cNvSpPr>
            <a:spLocks noGrp="1"/>
          </p:cNvSpPr>
          <p:nvPr>
            <p:ph type="body" sz="half" idx="2" hasCustomPrompt="1"/>
          </p:nvPr>
        </p:nvSpPr>
        <p:spPr>
          <a:xfrm>
            <a:off x="676364" y="1773382"/>
            <a:ext cx="7375106" cy="1999013"/>
          </a:xfrm>
          <a:prstGeom prst="roundRect">
            <a:avLst>
              <a:gd name="adj" fmla="val 12698"/>
            </a:avLst>
          </a:prstGeom>
          <a:solidFill>
            <a:schemeClr val="accent4"/>
          </a:solidFill>
        </p:spPr>
        <p:txBody>
          <a:bodyPr lIns="393192" anchor="ctr" anchorCtr="0"/>
          <a:lstStyle>
            <a:lvl1pPr marL="0" indent="0">
              <a:lnSpc>
                <a:spcPts val="4200"/>
              </a:lnSpc>
              <a:spcAft>
                <a:spcPts val="0"/>
              </a:spcAft>
              <a:buNone/>
              <a:defRPr sz="4000" b="1" i="0">
                <a:latin typeface="Everyday Sans Semibold" pitchFamily="2" charset="77"/>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text</a:t>
            </a:r>
          </a:p>
        </p:txBody>
      </p:sp>
    </p:spTree>
    <p:extLst>
      <p:ext uri="{BB962C8B-B14F-4D97-AF65-F5344CB8AC3E}">
        <p14:creationId xmlns:p14="http://schemas.microsoft.com/office/powerpoint/2010/main" val="9983705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3_Full-bleed Image Headlines">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4C0574F5-DF6F-51BE-ACF8-CB1347C43D2F}"/>
              </a:ext>
            </a:extLst>
          </p:cNvPr>
          <p:cNvSpPr>
            <a:spLocks noGrp="1"/>
          </p:cNvSpPr>
          <p:nvPr>
            <p:ph type="pic" sz="quarter" idx="19"/>
          </p:nvPr>
        </p:nvSpPr>
        <p:spPr>
          <a:xfrm>
            <a:off x="0" y="0"/>
            <a:ext cx="24377650" cy="13716000"/>
          </a:xfrm>
          <a:custGeom>
            <a:avLst/>
            <a:gdLst>
              <a:gd name="connsiteX0" fmla="*/ 23526436 w 24377650"/>
              <a:gd name="connsiteY0" fmla="*/ 945645 h 13716000"/>
              <a:gd name="connsiteX1" fmla="*/ 23502728 w 24377650"/>
              <a:gd name="connsiteY1" fmla="*/ 963655 h 13716000"/>
              <a:gd name="connsiteX2" fmla="*/ 23492458 w 24377650"/>
              <a:gd name="connsiteY2" fmla="*/ 1066818 h 13716000"/>
              <a:gd name="connsiteX3" fmla="*/ 23526436 w 24377650"/>
              <a:gd name="connsiteY3" fmla="*/ 1095379 h 13716000"/>
              <a:gd name="connsiteX4" fmla="*/ 23560410 w 24377650"/>
              <a:gd name="connsiteY4" fmla="*/ 1066818 h 13716000"/>
              <a:gd name="connsiteX5" fmla="*/ 23550142 w 24377650"/>
              <a:gd name="connsiteY5" fmla="*/ 963655 h 13716000"/>
              <a:gd name="connsiteX6" fmla="*/ 23526436 w 24377650"/>
              <a:gd name="connsiteY6" fmla="*/ 945645 h 13716000"/>
              <a:gd name="connsiteX7" fmla="*/ 23608656 w 24377650"/>
              <a:gd name="connsiteY7" fmla="*/ 902616 h 13716000"/>
              <a:gd name="connsiteX8" fmla="*/ 23581174 w 24377650"/>
              <a:gd name="connsiteY8" fmla="*/ 914069 h 13716000"/>
              <a:gd name="connsiteX9" fmla="*/ 23584948 w 24377650"/>
              <a:gd name="connsiteY9" fmla="*/ 943534 h 13716000"/>
              <a:gd name="connsiteX10" fmla="*/ 23669356 w 24377650"/>
              <a:gd name="connsiteY10" fmla="*/ 1004046 h 13716000"/>
              <a:gd name="connsiteX11" fmla="*/ 23711110 w 24377650"/>
              <a:gd name="connsiteY11" fmla="*/ 988974 h 13716000"/>
              <a:gd name="connsiteX12" fmla="*/ 23703334 w 24377650"/>
              <a:gd name="connsiteY12" fmla="*/ 945343 h 13716000"/>
              <a:gd name="connsiteX13" fmla="*/ 23608656 w 24377650"/>
              <a:gd name="connsiteY13" fmla="*/ 902616 h 13716000"/>
              <a:gd name="connsiteX14" fmla="*/ 23444214 w 24377650"/>
              <a:gd name="connsiteY14" fmla="*/ 902616 h 13716000"/>
              <a:gd name="connsiteX15" fmla="*/ 23349536 w 24377650"/>
              <a:gd name="connsiteY15" fmla="*/ 945343 h 13716000"/>
              <a:gd name="connsiteX16" fmla="*/ 23341760 w 24377650"/>
              <a:gd name="connsiteY16" fmla="*/ 988976 h 13716000"/>
              <a:gd name="connsiteX17" fmla="*/ 23383514 w 24377650"/>
              <a:gd name="connsiteY17" fmla="*/ 1004048 h 13716000"/>
              <a:gd name="connsiteX18" fmla="*/ 23467922 w 24377650"/>
              <a:gd name="connsiteY18" fmla="*/ 943536 h 13716000"/>
              <a:gd name="connsiteX19" fmla="*/ 23471696 w 24377650"/>
              <a:gd name="connsiteY19" fmla="*/ 914071 h 13716000"/>
              <a:gd name="connsiteX20" fmla="*/ 23444214 w 24377650"/>
              <a:gd name="connsiteY20" fmla="*/ 902616 h 13716000"/>
              <a:gd name="connsiteX21" fmla="*/ 23693064 w 24377650"/>
              <a:gd name="connsiteY21" fmla="*/ 759590 h 13716000"/>
              <a:gd name="connsiteX22" fmla="*/ 23669356 w 24377650"/>
              <a:gd name="connsiteY22" fmla="*/ 761097 h 13716000"/>
              <a:gd name="connsiteX23" fmla="*/ 23584948 w 24377650"/>
              <a:gd name="connsiteY23" fmla="*/ 821533 h 13716000"/>
              <a:gd name="connsiteX24" fmla="*/ 23581174 w 24377650"/>
              <a:gd name="connsiteY24" fmla="*/ 850998 h 13716000"/>
              <a:gd name="connsiteX25" fmla="*/ 23608656 w 24377650"/>
              <a:gd name="connsiteY25" fmla="*/ 862452 h 13716000"/>
              <a:gd name="connsiteX26" fmla="*/ 23703334 w 24377650"/>
              <a:gd name="connsiteY26" fmla="*/ 819725 h 13716000"/>
              <a:gd name="connsiteX27" fmla="*/ 23711110 w 24377650"/>
              <a:gd name="connsiteY27" fmla="*/ 776168 h 13716000"/>
              <a:gd name="connsiteX28" fmla="*/ 23693064 w 24377650"/>
              <a:gd name="connsiteY28" fmla="*/ 759590 h 13716000"/>
              <a:gd name="connsiteX29" fmla="*/ 23359834 w 24377650"/>
              <a:gd name="connsiteY29" fmla="*/ 759590 h 13716000"/>
              <a:gd name="connsiteX30" fmla="*/ 23341760 w 24377650"/>
              <a:gd name="connsiteY30" fmla="*/ 776168 h 13716000"/>
              <a:gd name="connsiteX31" fmla="*/ 23349536 w 24377650"/>
              <a:gd name="connsiteY31" fmla="*/ 819801 h 13716000"/>
              <a:gd name="connsiteX32" fmla="*/ 23444214 w 24377650"/>
              <a:gd name="connsiteY32" fmla="*/ 862528 h 13716000"/>
              <a:gd name="connsiteX33" fmla="*/ 23471696 w 24377650"/>
              <a:gd name="connsiteY33" fmla="*/ 851074 h 13716000"/>
              <a:gd name="connsiteX34" fmla="*/ 23467922 w 24377650"/>
              <a:gd name="connsiteY34" fmla="*/ 821608 h 13716000"/>
              <a:gd name="connsiteX35" fmla="*/ 23383514 w 24377650"/>
              <a:gd name="connsiteY35" fmla="*/ 761097 h 13716000"/>
              <a:gd name="connsiteX36" fmla="*/ 23359834 w 24377650"/>
              <a:gd name="connsiteY36" fmla="*/ 759590 h 13716000"/>
              <a:gd name="connsiteX37" fmla="*/ 23526436 w 24377650"/>
              <a:gd name="connsiteY37" fmla="*/ 669765 h 13716000"/>
              <a:gd name="connsiteX38" fmla="*/ 23492458 w 24377650"/>
              <a:gd name="connsiteY38" fmla="*/ 698324 h 13716000"/>
              <a:gd name="connsiteX39" fmla="*/ 23502728 w 24377650"/>
              <a:gd name="connsiteY39" fmla="*/ 801490 h 13716000"/>
              <a:gd name="connsiteX40" fmla="*/ 23526436 w 24377650"/>
              <a:gd name="connsiteY40" fmla="*/ 819500 h 13716000"/>
              <a:gd name="connsiteX41" fmla="*/ 23550142 w 24377650"/>
              <a:gd name="connsiteY41" fmla="*/ 801490 h 13716000"/>
              <a:gd name="connsiteX42" fmla="*/ 23560410 w 24377650"/>
              <a:gd name="connsiteY42" fmla="*/ 698324 h 13716000"/>
              <a:gd name="connsiteX43" fmla="*/ 23526436 w 24377650"/>
              <a:gd name="connsiteY43" fmla="*/ 669765 h 13716000"/>
              <a:gd name="connsiteX44" fmla="*/ 0 w 24377650"/>
              <a:gd name="connsiteY44" fmla="*/ 0 h 13716000"/>
              <a:gd name="connsiteX45" fmla="*/ 24377650 w 24377650"/>
              <a:gd name="connsiteY45" fmla="*/ 0 h 13716000"/>
              <a:gd name="connsiteX46" fmla="*/ 24377650 w 24377650"/>
              <a:gd name="connsiteY46" fmla="*/ 13716000 h 13716000"/>
              <a:gd name="connsiteX47" fmla="*/ 0 w 24377650"/>
              <a:gd name="connsiteY47" fmla="*/ 13716000 h 1371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377650" h="13716000">
                <a:moveTo>
                  <a:pt x="23526436" y="945645"/>
                </a:moveTo>
                <a:cubicBezTo>
                  <a:pt x="23512240" y="945645"/>
                  <a:pt x="23504390" y="955141"/>
                  <a:pt x="23502728" y="963655"/>
                </a:cubicBezTo>
                <a:cubicBezTo>
                  <a:pt x="23497744" y="988898"/>
                  <a:pt x="23492234" y="1027558"/>
                  <a:pt x="23492458" y="1066818"/>
                </a:cubicBezTo>
                <a:cubicBezTo>
                  <a:pt x="23492610" y="1085357"/>
                  <a:pt x="23509222" y="1095379"/>
                  <a:pt x="23526436" y="1095379"/>
                </a:cubicBezTo>
                <a:cubicBezTo>
                  <a:pt x="23543648" y="1095379"/>
                  <a:pt x="23560334" y="1085357"/>
                  <a:pt x="23560410" y="1066818"/>
                </a:cubicBezTo>
                <a:cubicBezTo>
                  <a:pt x="23560636" y="1027558"/>
                  <a:pt x="23555124" y="988898"/>
                  <a:pt x="23550142" y="963655"/>
                </a:cubicBezTo>
                <a:cubicBezTo>
                  <a:pt x="23548480" y="955141"/>
                  <a:pt x="23540628" y="945645"/>
                  <a:pt x="23526436" y="945645"/>
                </a:cubicBezTo>
                <a:close/>
                <a:moveTo>
                  <a:pt x="23608656" y="902616"/>
                </a:moveTo>
                <a:cubicBezTo>
                  <a:pt x="23600426" y="899827"/>
                  <a:pt x="23588270" y="901862"/>
                  <a:pt x="23581174" y="914069"/>
                </a:cubicBezTo>
                <a:cubicBezTo>
                  <a:pt x="23574076" y="926354"/>
                  <a:pt x="23578454" y="937882"/>
                  <a:pt x="23584948" y="943534"/>
                </a:cubicBezTo>
                <a:cubicBezTo>
                  <a:pt x="23604352" y="960415"/>
                  <a:pt x="23635156" y="984603"/>
                  <a:pt x="23669356" y="1004046"/>
                </a:cubicBezTo>
                <a:cubicBezTo>
                  <a:pt x="23685440" y="1013240"/>
                  <a:pt x="23702502" y="1003896"/>
                  <a:pt x="23711110" y="988974"/>
                </a:cubicBezTo>
                <a:cubicBezTo>
                  <a:pt x="23719716" y="974054"/>
                  <a:pt x="23719338" y="954688"/>
                  <a:pt x="23703334" y="945343"/>
                </a:cubicBezTo>
                <a:cubicBezTo>
                  <a:pt x="23669356" y="925524"/>
                  <a:pt x="23633042" y="910981"/>
                  <a:pt x="23608656" y="902616"/>
                </a:cubicBezTo>
                <a:close/>
                <a:moveTo>
                  <a:pt x="23444214" y="902616"/>
                </a:moveTo>
                <a:cubicBezTo>
                  <a:pt x="23419828" y="910981"/>
                  <a:pt x="23383514" y="925526"/>
                  <a:pt x="23349536" y="945343"/>
                </a:cubicBezTo>
                <a:cubicBezTo>
                  <a:pt x="23333532" y="954688"/>
                  <a:pt x="23333154" y="974130"/>
                  <a:pt x="23341760" y="988976"/>
                </a:cubicBezTo>
                <a:cubicBezTo>
                  <a:pt x="23350368" y="1003896"/>
                  <a:pt x="23367354" y="1013240"/>
                  <a:pt x="23383514" y="1004048"/>
                </a:cubicBezTo>
                <a:cubicBezTo>
                  <a:pt x="23417714" y="984605"/>
                  <a:pt x="23448518" y="960491"/>
                  <a:pt x="23467922" y="943536"/>
                </a:cubicBezTo>
                <a:cubicBezTo>
                  <a:pt x="23474416" y="937884"/>
                  <a:pt x="23478794" y="926280"/>
                  <a:pt x="23471696" y="914071"/>
                </a:cubicBezTo>
                <a:cubicBezTo>
                  <a:pt x="23464600" y="901788"/>
                  <a:pt x="23452444" y="899829"/>
                  <a:pt x="23444214" y="902616"/>
                </a:cubicBezTo>
                <a:close/>
                <a:moveTo>
                  <a:pt x="23693064" y="759590"/>
                </a:moveTo>
                <a:cubicBezTo>
                  <a:pt x="23685724" y="756537"/>
                  <a:pt x="23677438" y="756500"/>
                  <a:pt x="23669356" y="761097"/>
                </a:cubicBezTo>
                <a:cubicBezTo>
                  <a:pt x="23635156" y="780539"/>
                  <a:pt x="23604352" y="804654"/>
                  <a:pt x="23584948" y="821533"/>
                </a:cubicBezTo>
                <a:cubicBezTo>
                  <a:pt x="23578454" y="827184"/>
                  <a:pt x="23574076" y="838791"/>
                  <a:pt x="23581174" y="850998"/>
                </a:cubicBezTo>
                <a:cubicBezTo>
                  <a:pt x="23588270" y="863280"/>
                  <a:pt x="23600426" y="865239"/>
                  <a:pt x="23608656" y="862452"/>
                </a:cubicBezTo>
                <a:cubicBezTo>
                  <a:pt x="23633042" y="854088"/>
                  <a:pt x="23669356" y="839543"/>
                  <a:pt x="23703334" y="819725"/>
                </a:cubicBezTo>
                <a:cubicBezTo>
                  <a:pt x="23719338" y="810455"/>
                  <a:pt x="23719716" y="791088"/>
                  <a:pt x="23711110" y="776168"/>
                </a:cubicBezTo>
                <a:cubicBezTo>
                  <a:pt x="23706804" y="768709"/>
                  <a:pt x="23700406" y="762642"/>
                  <a:pt x="23693064" y="759590"/>
                </a:cubicBezTo>
                <a:close/>
                <a:moveTo>
                  <a:pt x="23359834" y="759590"/>
                </a:moveTo>
                <a:cubicBezTo>
                  <a:pt x="23352482" y="762642"/>
                  <a:pt x="23346066" y="768709"/>
                  <a:pt x="23341760" y="776168"/>
                </a:cubicBezTo>
                <a:cubicBezTo>
                  <a:pt x="23333154" y="791088"/>
                  <a:pt x="23333532" y="810455"/>
                  <a:pt x="23349536" y="819801"/>
                </a:cubicBezTo>
                <a:cubicBezTo>
                  <a:pt x="23383514" y="839619"/>
                  <a:pt x="23419828" y="854164"/>
                  <a:pt x="23444214" y="862528"/>
                </a:cubicBezTo>
                <a:cubicBezTo>
                  <a:pt x="23452444" y="865315"/>
                  <a:pt x="23464600" y="863280"/>
                  <a:pt x="23471696" y="851074"/>
                </a:cubicBezTo>
                <a:cubicBezTo>
                  <a:pt x="23478794" y="838791"/>
                  <a:pt x="23474416" y="827260"/>
                  <a:pt x="23467922" y="821608"/>
                </a:cubicBezTo>
                <a:cubicBezTo>
                  <a:pt x="23448518" y="804654"/>
                  <a:pt x="23417714" y="780539"/>
                  <a:pt x="23383514" y="761097"/>
                </a:cubicBezTo>
                <a:cubicBezTo>
                  <a:pt x="23375472" y="756500"/>
                  <a:pt x="23367186" y="756537"/>
                  <a:pt x="23359834" y="759590"/>
                </a:cubicBezTo>
                <a:close/>
                <a:moveTo>
                  <a:pt x="23526436" y="669765"/>
                </a:moveTo>
                <a:cubicBezTo>
                  <a:pt x="23509222" y="669765"/>
                  <a:pt x="23492610" y="679788"/>
                  <a:pt x="23492458" y="698324"/>
                </a:cubicBezTo>
                <a:cubicBezTo>
                  <a:pt x="23492234" y="737586"/>
                  <a:pt x="23497744" y="776244"/>
                  <a:pt x="23502728" y="801490"/>
                </a:cubicBezTo>
                <a:cubicBezTo>
                  <a:pt x="23504390" y="810004"/>
                  <a:pt x="23512240" y="819500"/>
                  <a:pt x="23526436" y="819500"/>
                </a:cubicBezTo>
                <a:cubicBezTo>
                  <a:pt x="23540628" y="819500"/>
                  <a:pt x="23548480" y="810004"/>
                  <a:pt x="23550142" y="801490"/>
                </a:cubicBezTo>
                <a:cubicBezTo>
                  <a:pt x="23555124" y="776244"/>
                  <a:pt x="23560636" y="737586"/>
                  <a:pt x="23560410" y="698324"/>
                </a:cubicBezTo>
                <a:cubicBezTo>
                  <a:pt x="23560334" y="679788"/>
                  <a:pt x="23543648" y="669765"/>
                  <a:pt x="23526436" y="669765"/>
                </a:cubicBezTo>
                <a:close/>
                <a:moveTo>
                  <a:pt x="0" y="0"/>
                </a:moveTo>
                <a:lnTo>
                  <a:pt x="24377650" y="0"/>
                </a:lnTo>
                <a:lnTo>
                  <a:pt x="24377650" y="13716000"/>
                </a:lnTo>
                <a:lnTo>
                  <a:pt x="0" y="13716000"/>
                </a:lnTo>
                <a:close/>
              </a:path>
            </a:pathLst>
          </a:custGeom>
          <a:solidFill>
            <a:schemeClr val="bg1">
              <a:lumMod val="95000"/>
            </a:schemeClr>
          </a:solidFill>
        </p:spPr>
        <p:txBody>
          <a:bodyPr wrap="square">
            <a:noAutofit/>
          </a:bodyPr>
          <a:lstStyle/>
          <a:p>
            <a:endParaRPr lang="en-US"/>
          </a:p>
        </p:txBody>
      </p:sp>
      <p:sp>
        <p:nvSpPr>
          <p:cNvPr id="11" name="Text Placeholder 3">
            <a:extLst>
              <a:ext uri="{FF2B5EF4-FFF2-40B4-BE49-F238E27FC236}">
                <a16:creationId xmlns:a16="http://schemas.microsoft.com/office/drawing/2014/main" id="{3625888A-B925-5B51-4B08-4AA5B5E82441}"/>
              </a:ext>
            </a:extLst>
          </p:cNvPr>
          <p:cNvSpPr>
            <a:spLocks noGrp="1"/>
          </p:cNvSpPr>
          <p:nvPr>
            <p:ph type="body" sz="half" idx="2" hasCustomPrompt="1"/>
          </p:nvPr>
        </p:nvSpPr>
        <p:spPr>
          <a:xfrm>
            <a:off x="676364" y="1773382"/>
            <a:ext cx="7375106" cy="1999013"/>
          </a:xfrm>
          <a:prstGeom prst="rect">
            <a:avLst/>
          </a:prstGeom>
          <a:noFill/>
        </p:spPr>
        <p:txBody>
          <a:bodyPr lIns="0" anchor="ctr" anchorCtr="0"/>
          <a:lstStyle>
            <a:lvl1pPr marL="0" indent="0" algn="l">
              <a:lnSpc>
                <a:spcPts val="4200"/>
              </a:lnSpc>
              <a:spcAft>
                <a:spcPts val="0"/>
              </a:spcAft>
              <a:buNone/>
              <a:defRPr sz="4000" b="1" i="0">
                <a:solidFill>
                  <a:schemeClr val="bg1"/>
                </a:solidFill>
                <a:latin typeface="Everyday Sans Semibold" pitchFamily="2" charset="77"/>
              </a:defRPr>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Click to edit text</a:t>
            </a:r>
          </a:p>
        </p:txBody>
      </p:sp>
      <p:sp>
        <p:nvSpPr>
          <p:cNvPr id="5" name="Footer Placeholder 7">
            <a:extLst>
              <a:ext uri="{FF2B5EF4-FFF2-40B4-BE49-F238E27FC236}">
                <a16:creationId xmlns:a16="http://schemas.microsoft.com/office/drawing/2014/main" id="{EB081189-3B97-1062-8ABE-26151B775D36}"/>
              </a:ext>
            </a:extLst>
          </p:cNvPr>
          <p:cNvSpPr>
            <a:spLocks noGrp="1"/>
          </p:cNvSpPr>
          <p:nvPr>
            <p:ph type="ftr" sz="quarter" idx="11"/>
          </p:nvPr>
        </p:nvSpPr>
        <p:spPr>
          <a:xfrm>
            <a:off x="682625" y="420432"/>
            <a:ext cx="5497513" cy="457200"/>
          </a:xfrm>
        </p:spPr>
        <p:txBody>
          <a:bodyPr/>
          <a:lstStyle>
            <a:lvl1pPr>
              <a:defRPr>
                <a:solidFill>
                  <a:schemeClr val="bg1"/>
                </a:solidFill>
              </a:defRPr>
            </a:lvl1pPr>
          </a:lstStyle>
          <a:p>
            <a:r>
              <a:rPr lang="en-US"/>
              <a:t>Add Team Name Here</a:t>
            </a:r>
          </a:p>
        </p:txBody>
      </p:sp>
      <p:sp>
        <p:nvSpPr>
          <p:cNvPr id="6" name="Slide Number Placeholder 8">
            <a:extLst>
              <a:ext uri="{FF2B5EF4-FFF2-40B4-BE49-F238E27FC236}">
                <a16:creationId xmlns:a16="http://schemas.microsoft.com/office/drawing/2014/main" id="{982E9361-C005-EA47-9AFB-69DFC6F086B8}"/>
              </a:ext>
            </a:extLst>
          </p:cNvPr>
          <p:cNvSpPr>
            <a:spLocks noGrp="1"/>
          </p:cNvSpPr>
          <p:nvPr>
            <p:ph type="sldNum" sz="quarter" idx="12"/>
          </p:nvPr>
        </p:nvSpPr>
        <p:spPr>
          <a:xfrm>
            <a:off x="18231737" y="12735753"/>
            <a:ext cx="5484971" cy="457200"/>
          </a:xfrm>
        </p:spPr>
        <p:txBody>
          <a:bodyPr/>
          <a:lstStyle>
            <a:lvl1pPr>
              <a:defRPr>
                <a:solidFill>
                  <a:schemeClr val="bg1"/>
                </a:solidFill>
              </a:defRPr>
            </a:lvl1pPr>
          </a:lstStyle>
          <a:p>
            <a:fld id="{E7E83E8E-4C8F-494C-96FC-84A57D31552C}" type="slidenum">
              <a:rPr lang="en-US" smtClean="0"/>
              <a:pPr/>
              <a:t>‹#›</a:t>
            </a:fld>
            <a:endParaRPr lang="en-US"/>
          </a:p>
        </p:txBody>
      </p:sp>
    </p:spTree>
    <p:extLst>
      <p:ext uri="{BB962C8B-B14F-4D97-AF65-F5344CB8AC3E}">
        <p14:creationId xmlns:p14="http://schemas.microsoft.com/office/powerpoint/2010/main" val="18795575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Quote/Idea">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728789" y="2985871"/>
            <a:ext cx="11873805" cy="6858217"/>
          </a:xfrm>
        </p:spPr>
        <p:txBody>
          <a:bodyPr/>
          <a:lstStyle>
            <a:lvl1pPr>
              <a:lnSpc>
                <a:spcPts val="9400"/>
              </a:lnSpc>
              <a:spcAft>
                <a:spcPts val="0"/>
              </a:spcAft>
              <a:defRPr sz="8000" b="0" i="0">
                <a:latin typeface="Everyday Sans Light" pitchFamily="2" charset="77"/>
              </a:defRPr>
            </a:lvl1pPr>
            <a:lvl2pPr>
              <a:defRPr sz="5599"/>
            </a:lvl2pPr>
            <a:lvl3pPr>
              <a:defRPr sz="4799"/>
            </a:lvl3pPr>
            <a:lvl4pPr>
              <a:defRPr sz="3999"/>
            </a:lvl4pPr>
            <a:lvl5pPr>
              <a:defRPr sz="3999"/>
            </a:lvl5pPr>
            <a:lvl6pPr>
              <a:defRPr sz="3999"/>
            </a:lvl6pPr>
            <a:lvl7pPr>
              <a:defRPr sz="3999"/>
            </a:lvl7pPr>
            <a:lvl8pPr>
              <a:defRPr sz="3999"/>
            </a:lvl8pPr>
            <a:lvl9pPr>
              <a:defRPr sz="3999"/>
            </a:lvl9pPr>
          </a:lstStyle>
          <a:p>
            <a:pPr lvl="0"/>
            <a:r>
              <a:rPr lang="en-US"/>
              <a:t>Click to edit text</a:t>
            </a:r>
          </a:p>
        </p:txBody>
      </p:sp>
      <p:sp>
        <p:nvSpPr>
          <p:cNvPr id="4" name="Text Placeholder 3"/>
          <p:cNvSpPr>
            <a:spLocks noGrp="1"/>
          </p:cNvSpPr>
          <p:nvPr>
            <p:ph type="body" sz="half" idx="2" hasCustomPrompt="1"/>
          </p:nvPr>
        </p:nvSpPr>
        <p:spPr>
          <a:xfrm>
            <a:off x="1718741" y="10809016"/>
            <a:ext cx="11873805" cy="981076"/>
          </a:xfrm>
        </p:spPr>
        <p:txBody>
          <a:bodyPr/>
          <a:lstStyle>
            <a:lvl1pPr marL="0" indent="0">
              <a:lnSpc>
                <a:spcPts val="3400"/>
              </a:lnSpc>
              <a:spcAft>
                <a:spcPts val="0"/>
              </a:spcAft>
              <a:buNone/>
              <a:defRPr sz="2600"/>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Name</a:t>
            </a:r>
          </a:p>
          <a:p>
            <a:pPr lvl="0"/>
            <a:r>
              <a:rPr lang="en-US"/>
              <a:t>Professional Title</a:t>
            </a:r>
          </a:p>
        </p:txBody>
      </p:sp>
      <p:sp>
        <p:nvSpPr>
          <p:cNvPr id="6" name="Footer Placeholder 5"/>
          <p:cNvSpPr>
            <a:spLocks noGrp="1"/>
          </p:cNvSpPr>
          <p:nvPr>
            <p:ph type="ftr" sz="quarter" idx="11"/>
          </p:nvPr>
        </p:nvSpPr>
        <p:spPr/>
        <p:txBody>
          <a:bodyPr/>
          <a:lstStyle/>
          <a:p>
            <a:r>
              <a:rPr lang="en-US"/>
              <a:t>Add Team Name Here</a:t>
            </a:r>
          </a:p>
        </p:txBody>
      </p:sp>
      <p:sp>
        <p:nvSpPr>
          <p:cNvPr id="7" name="Slide Number Placeholder 6"/>
          <p:cNvSpPr>
            <a:spLocks noGrp="1"/>
          </p:cNvSpPr>
          <p:nvPr>
            <p:ph type="sldNum" sz="quarter" idx="12"/>
          </p:nvPr>
        </p:nvSpPr>
        <p:spPr/>
        <p:txBody>
          <a:bodyPr/>
          <a:lstStyle/>
          <a:p>
            <a:fld id="{E7E83E8E-4C8F-494C-96FC-84A57D31552C}" type="slidenum">
              <a:rPr lang="en-US" smtClean="0"/>
              <a:t>‹#›</a:t>
            </a:fld>
            <a:endParaRPr lang="en-US"/>
          </a:p>
        </p:txBody>
      </p:sp>
      <p:sp>
        <p:nvSpPr>
          <p:cNvPr id="11" name="TextBox 10">
            <a:extLst>
              <a:ext uri="{FF2B5EF4-FFF2-40B4-BE49-F238E27FC236}">
                <a16:creationId xmlns:a16="http://schemas.microsoft.com/office/drawing/2014/main" id="{B160B777-BE0B-A28F-4479-987F0E5099C7}"/>
              </a:ext>
            </a:extLst>
          </p:cNvPr>
          <p:cNvSpPr txBox="1"/>
          <p:nvPr userDrawn="1"/>
        </p:nvSpPr>
        <p:spPr>
          <a:xfrm>
            <a:off x="1284293" y="3053777"/>
            <a:ext cx="520700" cy="1169551"/>
          </a:xfrm>
          <a:prstGeom prst="rect">
            <a:avLst/>
          </a:prstGeom>
          <a:noFill/>
        </p:spPr>
        <p:txBody>
          <a:bodyPr wrap="square">
            <a:spAutoFit/>
          </a:bodyPr>
          <a:lstStyle/>
          <a:p>
            <a:pPr lvl="0">
              <a:lnSpc>
                <a:spcPts val="8400"/>
              </a:lnSpc>
            </a:pPr>
            <a:r>
              <a:rPr lang="en-US" sz="8000" b="0" i="0">
                <a:solidFill>
                  <a:schemeClr val="accent1"/>
                </a:solidFill>
                <a:latin typeface="Everyday Sans Light" pitchFamily="2" charset="77"/>
              </a:rPr>
              <a:t>“</a:t>
            </a:r>
          </a:p>
        </p:txBody>
      </p:sp>
      <p:sp>
        <p:nvSpPr>
          <p:cNvPr id="9" name="Picture Placeholder 8">
            <a:extLst>
              <a:ext uri="{FF2B5EF4-FFF2-40B4-BE49-F238E27FC236}">
                <a16:creationId xmlns:a16="http://schemas.microsoft.com/office/drawing/2014/main" id="{26A87A5E-9B1F-A793-1C5F-2B173C494C5C}"/>
              </a:ext>
            </a:extLst>
          </p:cNvPr>
          <p:cNvSpPr>
            <a:spLocks noGrp="1"/>
          </p:cNvSpPr>
          <p:nvPr>
            <p:ph type="pic" sz="quarter" idx="13"/>
          </p:nvPr>
        </p:nvSpPr>
        <p:spPr>
          <a:xfrm>
            <a:off x="14310911" y="2214562"/>
            <a:ext cx="9379026" cy="10366701"/>
          </a:xfrm>
          <a:prstGeom prst="roundRect">
            <a:avLst>
              <a:gd name="adj" fmla="val 4161"/>
            </a:avLst>
          </a:prstGeom>
          <a:solidFill>
            <a:schemeClr val="bg1">
              <a:lumMod val="85000"/>
            </a:schemeClr>
          </a:solidFill>
        </p:spPr>
        <p:txBody>
          <a:bodyPr/>
          <a:lstStyle/>
          <a:p>
            <a:endParaRPr lang="en-US"/>
          </a:p>
        </p:txBody>
      </p:sp>
      <p:sp>
        <p:nvSpPr>
          <p:cNvPr id="13" name="Graphic 11">
            <a:extLst>
              <a:ext uri="{FF2B5EF4-FFF2-40B4-BE49-F238E27FC236}">
                <a16:creationId xmlns:a16="http://schemas.microsoft.com/office/drawing/2014/main" id="{FE37B2FC-39CF-4D72-DB7B-6CE63F190FB5}"/>
              </a:ext>
            </a:extLst>
          </p:cNvPr>
          <p:cNvSpPr/>
          <p:nvPr/>
        </p:nvSpPr>
        <p:spPr>
          <a:xfrm>
            <a:off x="712121" y="2239771"/>
            <a:ext cx="13268040" cy="10341492"/>
          </a:xfrm>
          <a:custGeom>
            <a:avLst/>
            <a:gdLst>
              <a:gd name="connsiteX0" fmla="*/ 4093464 w 4223003"/>
              <a:gd name="connsiteY0" fmla="*/ 0 h 3291530"/>
              <a:gd name="connsiteX1" fmla="*/ 4223004 w 4223003"/>
              <a:gd name="connsiteY1" fmla="*/ 129540 h 3291530"/>
              <a:gd name="connsiteX2" fmla="*/ 4223004 w 4223003"/>
              <a:gd name="connsiteY2" fmla="*/ 3161991 h 3291530"/>
              <a:gd name="connsiteX3" fmla="*/ 4093464 w 4223003"/>
              <a:gd name="connsiteY3" fmla="*/ 3291531 h 3291530"/>
              <a:gd name="connsiteX4" fmla="*/ 129540 w 4223003"/>
              <a:gd name="connsiteY4" fmla="*/ 3291531 h 3291530"/>
              <a:gd name="connsiteX5" fmla="*/ 0 w 4223003"/>
              <a:gd name="connsiteY5" fmla="*/ 3161991 h 3291530"/>
              <a:gd name="connsiteX6" fmla="*/ 0 w 4223003"/>
              <a:gd name="connsiteY6" fmla="*/ 129540 h 3291530"/>
              <a:gd name="connsiteX7" fmla="*/ 129540 w 4223003"/>
              <a:gd name="connsiteY7" fmla="*/ 0 h 329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23003" h="3291530">
                <a:moveTo>
                  <a:pt x="4093464" y="0"/>
                </a:moveTo>
                <a:cubicBezTo>
                  <a:pt x="4165007" y="0"/>
                  <a:pt x="4223004" y="57997"/>
                  <a:pt x="4223004" y="129540"/>
                </a:cubicBezTo>
                <a:lnTo>
                  <a:pt x="4223004" y="3161991"/>
                </a:lnTo>
                <a:cubicBezTo>
                  <a:pt x="4223004" y="3233533"/>
                  <a:pt x="4165007" y="3291531"/>
                  <a:pt x="4093464" y="3291531"/>
                </a:cubicBezTo>
                <a:lnTo>
                  <a:pt x="129540" y="3291531"/>
                </a:lnTo>
                <a:cubicBezTo>
                  <a:pt x="57997" y="3291531"/>
                  <a:pt x="0" y="3233533"/>
                  <a:pt x="0" y="3161991"/>
                </a:cubicBezTo>
                <a:lnTo>
                  <a:pt x="0" y="129540"/>
                </a:lnTo>
                <a:cubicBezTo>
                  <a:pt x="0" y="57997"/>
                  <a:pt x="57997" y="0"/>
                  <a:pt x="129540" y="0"/>
                </a:cubicBezTo>
                <a:close/>
              </a:path>
            </a:pathLst>
          </a:custGeom>
          <a:noFill/>
          <a:ln w="22225" cap="flat">
            <a:solidFill>
              <a:schemeClr val="accent1"/>
            </a:solidFill>
            <a:prstDash val="solid"/>
            <a:miter/>
          </a:ln>
        </p:spPr>
        <p:txBody>
          <a:bodyPr rtlCol="0" anchor="ctr"/>
          <a:lstStyle/>
          <a:p>
            <a:endParaRPr lang="en-US"/>
          </a:p>
        </p:txBody>
      </p:sp>
    </p:spTree>
    <p:extLst>
      <p:ext uri="{BB962C8B-B14F-4D97-AF65-F5344CB8AC3E}">
        <p14:creationId xmlns:p14="http://schemas.microsoft.com/office/powerpoint/2010/main" val="14139203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Quote/Idea">
    <p:spTree>
      <p:nvGrpSpPr>
        <p:cNvPr id="1" name=""/>
        <p:cNvGrpSpPr/>
        <p:nvPr/>
      </p:nvGrpSpPr>
      <p:grpSpPr>
        <a:xfrm>
          <a:off x="0" y="0"/>
          <a:ext cx="0" cy="0"/>
          <a:chOff x="0" y="0"/>
          <a:chExt cx="0" cy="0"/>
        </a:xfrm>
      </p:grpSpPr>
      <p:sp>
        <p:nvSpPr>
          <p:cNvPr id="14" name="Rounded Rectangle 13">
            <a:extLst>
              <a:ext uri="{FF2B5EF4-FFF2-40B4-BE49-F238E27FC236}">
                <a16:creationId xmlns:a16="http://schemas.microsoft.com/office/drawing/2014/main" id="{5D47C863-4D52-D414-6D6E-455138341C6F}"/>
              </a:ext>
            </a:extLst>
          </p:cNvPr>
          <p:cNvSpPr/>
          <p:nvPr/>
        </p:nvSpPr>
        <p:spPr>
          <a:xfrm>
            <a:off x="685621" y="2216863"/>
            <a:ext cx="23006407" cy="10357252"/>
          </a:xfrm>
          <a:prstGeom prst="roundRect">
            <a:avLst>
              <a:gd name="adj" fmla="val 3962"/>
            </a:avLst>
          </a:prstGeom>
          <a:solidFill>
            <a:srgbClr val="A9DDF7"/>
          </a:solidFill>
          <a:ln w="12695" cap="flat">
            <a:noFill/>
            <a:prstDash val="solid"/>
            <a:miter/>
          </a:ln>
        </p:spPr>
        <p:txBody>
          <a:bodyPr rtlCol="0" anchor="ctr"/>
          <a:lstStyle/>
          <a:p>
            <a:endParaRPr lang="en-US"/>
          </a:p>
        </p:txBody>
      </p:sp>
      <p:sp>
        <p:nvSpPr>
          <p:cNvPr id="3" name="Content Placeholder 2"/>
          <p:cNvSpPr>
            <a:spLocks noGrp="1"/>
          </p:cNvSpPr>
          <p:nvPr>
            <p:ph idx="1" hasCustomPrompt="1"/>
          </p:nvPr>
        </p:nvSpPr>
        <p:spPr>
          <a:xfrm>
            <a:off x="1334459" y="3082729"/>
            <a:ext cx="21945600" cy="7223760"/>
          </a:xfrm>
        </p:spPr>
        <p:txBody>
          <a:bodyPr/>
          <a:lstStyle>
            <a:lvl1pPr marL="633413" indent="-633413">
              <a:lnSpc>
                <a:spcPts val="12400"/>
              </a:lnSpc>
              <a:spcAft>
                <a:spcPts val="0"/>
              </a:spcAft>
              <a:tabLst/>
              <a:defRPr sz="11000" b="0" i="0">
                <a:latin typeface="Everyday Sans Light" pitchFamily="2" charset="77"/>
              </a:defRPr>
            </a:lvl1pPr>
            <a:lvl2pPr>
              <a:defRPr sz="5599"/>
            </a:lvl2pPr>
            <a:lvl3pPr>
              <a:defRPr sz="4799"/>
            </a:lvl3pPr>
            <a:lvl4pPr>
              <a:defRPr sz="3999"/>
            </a:lvl4pPr>
            <a:lvl5pPr>
              <a:defRPr sz="3999"/>
            </a:lvl5pPr>
            <a:lvl6pPr>
              <a:defRPr sz="3999"/>
            </a:lvl6pPr>
            <a:lvl7pPr>
              <a:defRPr sz="3999"/>
            </a:lvl7pPr>
            <a:lvl8pPr>
              <a:defRPr sz="3999"/>
            </a:lvl8pPr>
            <a:lvl9pPr>
              <a:defRPr sz="3999"/>
            </a:lvl9pPr>
          </a:lstStyle>
          <a:p>
            <a:pPr lvl="0"/>
            <a:r>
              <a:rPr lang="en-US"/>
              <a:t>“Click to edit text</a:t>
            </a:r>
          </a:p>
        </p:txBody>
      </p:sp>
      <p:sp>
        <p:nvSpPr>
          <p:cNvPr id="4" name="Text Placeholder 3"/>
          <p:cNvSpPr>
            <a:spLocks noGrp="1"/>
          </p:cNvSpPr>
          <p:nvPr>
            <p:ph type="body" sz="half" idx="2" hasCustomPrompt="1"/>
          </p:nvPr>
        </p:nvSpPr>
        <p:spPr>
          <a:xfrm>
            <a:off x="1715477" y="10538800"/>
            <a:ext cx="20065755" cy="1280160"/>
          </a:xfrm>
        </p:spPr>
        <p:txBody>
          <a:bodyPr/>
          <a:lstStyle>
            <a:lvl1pPr marL="0" indent="0">
              <a:lnSpc>
                <a:spcPts val="4600"/>
              </a:lnSpc>
              <a:spcAft>
                <a:spcPts val="0"/>
              </a:spcAft>
              <a:buNone/>
              <a:defRPr sz="3600"/>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Name, Surname</a:t>
            </a:r>
          </a:p>
        </p:txBody>
      </p:sp>
      <p:sp>
        <p:nvSpPr>
          <p:cNvPr id="6" name="Footer Placeholder 5"/>
          <p:cNvSpPr>
            <a:spLocks noGrp="1"/>
          </p:cNvSpPr>
          <p:nvPr>
            <p:ph type="ftr" sz="quarter" idx="11"/>
          </p:nvPr>
        </p:nvSpPr>
        <p:spPr/>
        <p:txBody>
          <a:bodyPr/>
          <a:lstStyle/>
          <a:p>
            <a:r>
              <a:rPr lang="en-US"/>
              <a:t>Add Team Name Here</a:t>
            </a:r>
          </a:p>
        </p:txBody>
      </p:sp>
      <p:sp>
        <p:nvSpPr>
          <p:cNvPr id="7" name="Slide Number Placeholder 6"/>
          <p:cNvSpPr>
            <a:spLocks noGrp="1"/>
          </p:cNvSpPr>
          <p:nvPr>
            <p:ph type="sldNum" sz="quarter" idx="12"/>
          </p:nvPr>
        </p:nvSpPr>
        <p:spPr/>
        <p:txBody>
          <a:bodyPr/>
          <a:lstStyle/>
          <a:p>
            <a:fld id="{E7E83E8E-4C8F-494C-96FC-84A57D31552C}" type="slidenum">
              <a:rPr lang="en-US" smtClean="0"/>
              <a:t>‹#›</a:t>
            </a:fld>
            <a:endParaRPr lang="en-US"/>
          </a:p>
        </p:txBody>
      </p:sp>
    </p:spTree>
    <p:extLst>
      <p:ext uri="{BB962C8B-B14F-4D97-AF65-F5344CB8AC3E}">
        <p14:creationId xmlns:p14="http://schemas.microsoft.com/office/powerpoint/2010/main" val="8041205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3_Quote/Idea">
    <p:bg>
      <p:bgPr>
        <a:solidFill>
          <a:schemeClr val="accent4"/>
        </a:solidFill>
        <a:effectLst/>
      </p:bgPr>
    </p:bg>
    <p:spTree>
      <p:nvGrpSpPr>
        <p:cNvPr id="1" name=""/>
        <p:cNvGrpSpPr/>
        <p:nvPr/>
      </p:nvGrpSpPr>
      <p:grpSpPr>
        <a:xfrm>
          <a:off x="0" y="0"/>
          <a:ext cx="0" cy="0"/>
          <a:chOff x="0" y="0"/>
          <a:chExt cx="0" cy="0"/>
        </a:xfrm>
      </p:grpSpPr>
      <p:sp>
        <p:nvSpPr>
          <p:cNvPr id="15" name="Rounded Rectangle 14">
            <a:extLst>
              <a:ext uri="{FF2B5EF4-FFF2-40B4-BE49-F238E27FC236}">
                <a16:creationId xmlns:a16="http://schemas.microsoft.com/office/drawing/2014/main" id="{F87325C6-9CEF-68F7-3876-013AB66FDC8B}"/>
              </a:ext>
            </a:extLst>
          </p:cNvPr>
          <p:cNvSpPr/>
          <p:nvPr/>
        </p:nvSpPr>
        <p:spPr>
          <a:xfrm>
            <a:off x="1958236" y="3089753"/>
            <a:ext cx="20444564" cy="7948361"/>
          </a:xfrm>
          <a:prstGeom prst="roundRect">
            <a:avLst>
              <a:gd name="adj" fmla="val 5039"/>
            </a:avLst>
          </a:prstGeom>
          <a:solidFill>
            <a:schemeClr val="bg1"/>
          </a:solidFill>
          <a:ln w="12700" cap="flat">
            <a:noFill/>
            <a:prstDash val="solid"/>
            <a:miter/>
          </a:ln>
        </p:spPr>
        <p:txBody>
          <a:bodyPr rtlCol="0" anchor="ctr"/>
          <a:lstStyle/>
          <a:p>
            <a:endParaRPr lang="en-US"/>
          </a:p>
        </p:txBody>
      </p:sp>
      <p:sp>
        <p:nvSpPr>
          <p:cNvPr id="3" name="Content Placeholder 2"/>
          <p:cNvSpPr>
            <a:spLocks noGrp="1"/>
          </p:cNvSpPr>
          <p:nvPr>
            <p:ph idx="1" hasCustomPrompt="1"/>
          </p:nvPr>
        </p:nvSpPr>
        <p:spPr>
          <a:xfrm>
            <a:off x="10033612" y="3558697"/>
            <a:ext cx="11704320" cy="5006129"/>
          </a:xfrm>
        </p:spPr>
        <p:txBody>
          <a:bodyPr/>
          <a:lstStyle>
            <a:lvl1pPr marL="298450" indent="-298450">
              <a:lnSpc>
                <a:spcPts val="9400"/>
              </a:lnSpc>
              <a:spcAft>
                <a:spcPts val="0"/>
              </a:spcAft>
              <a:tabLst/>
              <a:defRPr sz="8000" b="0" i="0">
                <a:latin typeface="Everyday Sans Light" pitchFamily="2" charset="77"/>
              </a:defRPr>
            </a:lvl1pPr>
            <a:lvl2pPr>
              <a:defRPr sz="5599"/>
            </a:lvl2pPr>
            <a:lvl3pPr>
              <a:defRPr sz="4799"/>
            </a:lvl3pPr>
            <a:lvl4pPr>
              <a:defRPr sz="3999"/>
            </a:lvl4pPr>
            <a:lvl5pPr>
              <a:defRPr sz="3999"/>
            </a:lvl5pPr>
            <a:lvl6pPr>
              <a:defRPr sz="3999"/>
            </a:lvl6pPr>
            <a:lvl7pPr>
              <a:defRPr sz="3999"/>
            </a:lvl7pPr>
            <a:lvl8pPr>
              <a:defRPr sz="3999"/>
            </a:lvl8pPr>
            <a:lvl9pPr>
              <a:defRPr sz="3999"/>
            </a:lvl9pPr>
          </a:lstStyle>
          <a:p>
            <a:pPr lvl="0"/>
            <a:r>
              <a:rPr lang="en-US"/>
              <a:t>“Click to edit text</a:t>
            </a:r>
          </a:p>
        </p:txBody>
      </p:sp>
      <p:sp>
        <p:nvSpPr>
          <p:cNvPr id="4" name="Text Placeholder 3"/>
          <p:cNvSpPr>
            <a:spLocks noGrp="1"/>
          </p:cNvSpPr>
          <p:nvPr>
            <p:ph type="body" sz="half" idx="2" hasCustomPrompt="1"/>
          </p:nvPr>
        </p:nvSpPr>
        <p:spPr>
          <a:xfrm>
            <a:off x="10394146" y="9815499"/>
            <a:ext cx="11343786" cy="723900"/>
          </a:xfrm>
        </p:spPr>
        <p:txBody>
          <a:bodyPr anchor="t" anchorCtr="0"/>
          <a:lstStyle>
            <a:lvl1pPr marL="0" indent="0">
              <a:lnSpc>
                <a:spcPts val="2600"/>
              </a:lnSpc>
              <a:spcAft>
                <a:spcPts val="0"/>
              </a:spcAft>
              <a:buNone/>
              <a:defRPr sz="1800"/>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Name</a:t>
            </a:r>
          </a:p>
          <a:p>
            <a:pPr marL="0" marR="0" lvl="0" indent="0" algn="l" defTabSz="1828343" rtl="0" eaLnBrk="1" fontAlgn="auto" latinLnBrk="0" hangingPunct="1">
              <a:lnSpc>
                <a:spcPts val="2600"/>
              </a:lnSpc>
              <a:spcBef>
                <a:spcPts val="0"/>
              </a:spcBef>
              <a:spcAft>
                <a:spcPts val="0"/>
              </a:spcAft>
              <a:buClrTx/>
              <a:buSzTx/>
              <a:buFont typeface="Arial" panose="020B0604020202020204" pitchFamily="34" charset="0"/>
              <a:buNone/>
              <a:tabLst/>
              <a:defRPr/>
            </a:pPr>
            <a:r>
              <a:rPr lang="en-US">
                <a:solidFill>
                  <a:srgbClr val="001E60"/>
                </a:solidFill>
                <a:effectLst/>
                <a:latin typeface="Everyday Sans" pitchFamily="2" charset="77"/>
              </a:rPr>
              <a:t>Professional Title</a:t>
            </a:r>
            <a:endParaRPr lang="en-US"/>
          </a:p>
        </p:txBody>
      </p:sp>
      <p:sp>
        <p:nvSpPr>
          <p:cNvPr id="6" name="Footer Placeholder 5"/>
          <p:cNvSpPr>
            <a:spLocks noGrp="1"/>
          </p:cNvSpPr>
          <p:nvPr>
            <p:ph type="ftr" sz="quarter" idx="11"/>
          </p:nvPr>
        </p:nvSpPr>
        <p:spPr/>
        <p:txBody>
          <a:bodyPr/>
          <a:lstStyle/>
          <a:p>
            <a:r>
              <a:rPr lang="en-US"/>
              <a:t>Add Team Name Here</a:t>
            </a:r>
          </a:p>
        </p:txBody>
      </p:sp>
      <p:sp>
        <p:nvSpPr>
          <p:cNvPr id="7" name="Slide Number Placeholder 6"/>
          <p:cNvSpPr>
            <a:spLocks noGrp="1"/>
          </p:cNvSpPr>
          <p:nvPr>
            <p:ph type="sldNum" sz="quarter" idx="12"/>
          </p:nvPr>
        </p:nvSpPr>
        <p:spPr/>
        <p:txBody>
          <a:bodyPr/>
          <a:lstStyle/>
          <a:p>
            <a:fld id="{E7E83E8E-4C8F-494C-96FC-84A57D31552C}" type="slidenum">
              <a:rPr lang="en-US" smtClean="0"/>
              <a:t>‹#›</a:t>
            </a:fld>
            <a:endParaRPr lang="en-US"/>
          </a:p>
        </p:txBody>
      </p:sp>
      <p:sp>
        <p:nvSpPr>
          <p:cNvPr id="5" name="TextBox 4">
            <a:extLst>
              <a:ext uri="{FF2B5EF4-FFF2-40B4-BE49-F238E27FC236}">
                <a16:creationId xmlns:a16="http://schemas.microsoft.com/office/drawing/2014/main" id="{122C0771-71AD-2A64-70CB-57463E84EE60}"/>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chemeClr val="tx1">
                    <a:lumMod val="50000"/>
                    <a:lumOff val="50000"/>
                  </a:schemeClr>
                </a:solidFill>
                <a:latin typeface="EverydaySans-Regular"/>
                <a:sym typeface="EverydaySans-Regular"/>
                <a:rtl val="0"/>
              </a:rPr>
              <a:t>PRIVATE AND CONFIDENTIAL</a:t>
            </a:r>
          </a:p>
        </p:txBody>
      </p:sp>
      <p:sp>
        <p:nvSpPr>
          <p:cNvPr id="12" name="Picture Placeholder 11">
            <a:extLst>
              <a:ext uri="{FF2B5EF4-FFF2-40B4-BE49-F238E27FC236}">
                <a16:creationId xmlns:a16="http://schemas.microsoft.com/office/drawing/2014/main" id="{0B1F8FFC-9273-18AF-91AB-3ED452136B46}"/>
              </a:ext>
            </a:extLst>
          </p:cNvPr>
          <p:cNvSpPr>
            <a:spLocks noGrp="1"/>
          </p:cNvSpPr>
          <p:nvPr>
            <p:ph type="pic" sz="quarter" idx="13"/>
          </p:nvPr>
        </p:nvSpPr>
        <p:spPr>
          <a:xfrm>
            <a:off x="2632509" y="3744227"/>
            <a:ext cx="6858000" cy="6652311"/>
          </a:xfrm>
          <a:prstGeom prst="roundRect">
            <a:avLst>
              <a:gd name="adj" fmla="val 5309"/>
            </a:avLst>
          </a:prstGeom>
          <a:solidFill>
            <a:schemeClr val="bg1">
              <a:lumMod val="85000"/>
            </a:schemeClr>
          </a:solidFill>
        </p:spPr>
        <p:txBody>
          <a:bodyPr/>
          <a:lstStyle/>
          <a:p>
            <a:endParaRPr lang="en-US"/>
          </a:p>
        </p:txBody>
      </p:sp>
    </p:spTree>
    <p:extLst>
      <p:ext uri="{BB962C8B-B14F-4D97-AF65-F5344CB8AC3E}">
        <p14:creationId xmlns:p14="http://schemas.microsoft.com/office/powerpoint/2010/main" val="35931833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_Quote/Idea">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703595" y="3003383"/>
            <a:ext cx="22991430" cy="6977277"/>
          </a:xfrm>
        </p:spPr>
        <p:txBody>
          <a:bodyPr/>
          <a:lstStyle>
            <a:lvl1pPr algn="ctr">
              <a:lnSpc>
                <a:spcPts val="12400"/>
              </a:lnSpc>
              <a:spcAft>
                <a:spcPts val="0"/>
              </a:spcAft>
              <a:defRPr sz="11000" b="0" i="0">
                <a:latin typeface="Everyday Sans Light" pitchFamily="2" charset="77"/>
              </a:defRPr>
            </a:lvl1pPr>
            <a:lvl2pPr>
              <a:defRPr sz="5599"/>
            </a:lvl2pPr>
            <a:lvl3pPr>
              <a:defRPr sz="4799"/>
            </a:lvl3pPr>
            <a:lvl4pPr>
              <a:defRPr sz="3999"/>
            </a:lvl4pPr>
            <a:lvl5pPr>
              <a:defRPr sz="3999"/>
            </a:lvl5pPr>
            <a:lvl6pPr>
              <a:defRPr sz="3999"/>
            </a:lvl6pPr>
            <a:lvl7pPr>
              <a:defRPr sz="3999"/>
            </a:lvl7pPr>
            <a:lvl8pPr>
              <a:defRPr sz="3999"/>
            </a:lvl8pPr>
            <a:lvl9pPr>
              <a:defRPr sz="3999"/>
            </a:lvl9pPr>
          </a:lstStyle>
          <a:p>
            <a:pPr lvl="0"/>
            <a:r>
              <a:rPr lang="en-US"/>
              <a:t>Click to edit text</a:t>
            </a:r>
          </a:p>
        </p:txBody>
      </p:sp>
      <p:sp>
        <p:nvSpPr>
          <p:cNvPr id="4" name="Text Placeholder 3"/>
          <p:cNvSpPr>
            <a:spLocks noGrp="1"/>
          </p:cNvSpPr>
          <p:nvPr>
            <p:ph type="body" sz="half" idx="2" hasCustomPrompt="1"/>
          </p:nvPr>
        </p:nvSpPr>
        <p:spPr>
          <a:xfrm>
            <a:off x="674311" y="10713677"/>
            <a:ext cx="23034083" cy="981076"/>
          </a:xfrm>
        </p:spPr>
        <p:txBody>
          <a:bodyPr/>
          <a:lstStyle>
            <a:lvl1pPr marL="0" indent="0" algn="ctr">
              <a:lnSpc>
                <a:spcPts val="2600"/>
              </a:lnSpc>
              <a:spcAft>
                <a:spcPts val="0"/>
              </a:spcAft>
              <a:buNone/>
              <a:defRPr sz="1800"/>
            </a:lvl1pPr>
            <a:lvl2pPr marL="914171" indent="0">
              <a:buNone/>
              <a:defRPr sz="2799"/>
            </a:lvl2pPr>
            <a:lvl3pPr marL="1828343" indent="0">
              <a:buNone/>
              <a:defRPr sz="2399"/>
            </a:lvl3pPr>
            <a:lvl4pPr marL="2742514" indent="0">
              <a:buNone/>
              <a:defRPr sz="2000"/>
            </a:lvl4pPr>
            <a:lvl5pPr marL="3656686" indent="0">
              <a:buNone/>
              <a:defRPr sz="2000"/>
            </a:lvl5pPr>
            <a:lvl6pPr marL="4570857" indent="0">
              <a:buNone/>
              <a:defRPr sz="2000"/>
            </a:lvl6pPr>
            <a:lvl7pPr marL="5485028" indent="0">
              <a:buNone/>
              <a:defRPr sz="2000"/>
            </a:lvl7pPr>
            <a:lvl8pPr marL="6399200" indent="0">
              <a:buNone/>
              <a:defRPr sz="2000"/>
            </a:lvl8pPr>
            <a:lvl9pPr marL="7313371" indent="0">
              <a:buNone/>
              <a:defRPr sz="2000"/>
            </a:lvl9pPr>
          </a:lstStyle>
          <a:p>
            <a:pPr lvl="0"/>
            <a:r>
              <a:rPr lang="en-US"/>
              <a:t>Name</a:t>
            </a:r>
          </a:p>
          <a:p>
            <a:pPr lvl="0"/>
            <a:r>
              <a:rPr lang="en-US"/>
              <a:t>Professional Title</a:t>
            </a:r>
          </a:p>
        </p:txBody>
      </p:sp>
      <p:sp>
        <p:nvSpPr>
          <p:cNvPr id="6" name="Footer Placeholder 5"/>
          <p:cNvSpPr>
            <a:spLocks noGrp="1"/>
          </p:cNvSpPr>
          <p:nvPr>
            <p:ph type="ftr" sz="quarter" idx="11"/>
          </p:nvPr>
        </p:nvSpPr>
        <p:spPr/>
        <p:txBody>
          <a:bodyPr/>
          <a:lstStyle/>
          <a:p>
            <a:r>
              <a:rPr lang="en-US"/>
              <a:t>Add Team Name Here</a:t>
            </a:r>
          </a:p>
        </p:txBody>
      </p:sp>
      <p:sp>
        <p:nvSpPr>
          <p:cNvPr id="7" name="Slide Number Placeholder 6"/>
          <p:cNvSpPr>
            <a:spLocks noGrp="1"/>
          </p:cNvSpPr>
          <p:nvPr>
            <p:ph type="sldNum" sz="quarter" idx="12"/>
          </p:nvPr>
        </p:nvSpPr>
        <p:spPr/>
        <p:txBody>
          <a:bodyPr/>
          <a:lstStyle/>
          <a:p>
            <a:fld id="{E7E83E8E-4C8F-494C-96FC-84A57D31552C}" type="slidenum">
              <a:rPr lang="en-US" smtClean="0"/>
              <a:t>‹#›</a:t>
            </a:fld>
            <a:endParaRPr lang="en-US"/>
          </a:p>
        </p:txBody>
      </p:sp>
    </p:spTree>
    <p:extLst>
      <p:ext uri="{BB962C8B-B14F-4D97-AF65-F5344CB8AC3E}">
        <p14:creationId xmlns:p14="http://schemas.microsoft.com/office/powerpoint/2010/main" val="108434943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Graphics">
    <p:spTree>
      <p:nvGrpSpPr>
        <p:cNvPr id="1" name=""/>
        <p:cNvGrpSpPr/>
        <p:nvPr/>
      </p:nvGrpSpPr>
      <p:grpSpPr>
        <a:xfrm>
          <a:off x="0" y="0"/>
          <a:ext cx="0" cy="0"/>
          <a:chOff x="0" y="0"/>
          <a:chExt cx="0" cy="0"/>
        </a:xfrm>
      </p:grpSpPr>
      <p:sp>
        <p:nvSpPr>
          <p:cNvPr id="18" name="Freeform 17">
            <a:extLst>
              <a:ext uri="{FF2B5EF4-FFF2-40B4-BE49-F238E27FC236}">
                <a16:creationId xmlns:a16="http://schemas.microsoft.com/office/drawing/2014/main" id="{46CF0F20-DC9D-7EAA-6C06-E42704C327A9}"/>
              </a:ext>
            </a:extLst>
          </p:cNvPr>
          <p:cNvSpPr/>
          <p:nvPr/>
        </p:nvSpPr>
        <p:spPr>
          <a:xfrm>
            <a:off x="682625" y="3767379"/>
            <a:ext cx="23009404" cy="8796144"/>
          </a:xfrm>
          <a:custGeom>
            <a:avLst/>
            <a:gdLst>
              <a:gd name="connsiteX0" fmla="*/ 406347 w 23009404"/>
              <a:gd name="connsiteY0" fmla="*/ 0 h 8796144"/>
              <a:gd name="connsiteX1" fmla="*/ 0 w 23009404"/>
              <a:gd name="connsiteY1" fmla="*/ 406347 h 8796144"/>
              <a:gd name="connsiteX2" fmla="*/ 0 w 23009404"/>
              <a:gd name="connsiteY2" fmla="*/ 8389798 h 8796144"/>
              <a:gd name="connsiteX3" fmla="*/ 406347 w 23009404"/>
              <a:gd name="connsiteY3" fmla="*/ 8796145 h 8796144"/>
              <a:gd name="connsiteX4" fmla="*/ 22603058 w 23009404"/>
              <a:gd name="connsiteY4" fmla="*/ 8796145 h 8796144"/>
              <a:gd name="connsiteX5" fmla="*/ 23009404 w 23009404"/>
              <a:gd name="connsiteY5" fmla="*/ 8389798 h 8796144"/>
              <a:gd name="connsiteX6" fmla="*/ 23009404 w 23009404"/>
              <a:gd name="connsiteY6" fmla="*/ 406347 h 8796144"/>
              <a:gd name="connsiteX7" fmla="*/ 22603058 w 23009404"/>
              <a:gd name="connsiteY7" fmla="*/ 0 h 8796144"/>
              <a:gd name="connsiteX8" fmla="*/ 406347 w 23009404"/>
              <a:gd name="connsiteY8" fmla="*/ 0 h 8796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09404" h="8796144">
                <a:moveTo>
                  <a:pt x="406347" y="0"/>
                </a:moveTo>
                <a:cubicBezTo>
                  <a:pt x="181586" y="0"/>
                  <a:pt x="0" y="181586"/>
                  <a:pt x="0" y="406347"/>
                </a:cubicBezTo>
                <a:lnTo>
                  <a:pt x="0" y="8389798"/>
                </a:lnTo>
                <a:cubicBezTo>
                  <a:pt x="0" y="8614558"/>
                  <a:pt x="181586" y="8796145"/>
                  <a:pt x="406347" y="8796145"/>
                </a:cubicBezTo>
                <a:lnTo>
                  <a:pt x="22603058" y="8796145"/>
                </a:lnTo>
                <a:cubicBezTo>
                  <a:pt x="22827818" y="8796145"/>
                  <a:pt x="23009404" y="8614558"/>
                  <a:pt x="23009404" y="8389798"/>
                </a:cubicBezTo>
                <a:lnTo>
                  <a:pt x="23009404" y="406347"/>
                </a:lnTo>
                <a:cubicBezTo>
                  <a:pt x="23009404" y="181586"/>
                  <a:pt x="22827818" y="0"/>
                  <a:pt x="22603058" y="0"/>
                </a:cubicBezTo>
                <a:lnTo>
                  <a:pt x="406347" y="0"/>
                </a:lnTo>
                <a:close/>
              </a:path>
            </a:pathLst>
          </a:custGeom>
          <a:solidFill>
            <a:schemeClr val="accent2"/>
          </a:solidFill>
          <a:ln w="12695"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64640EA0-7E41-686A-8918-2A5C6A0B50BA}"/>
              </a:ext>
            </a:extLst>
          </p:cNvPr>
          <p:cNvSpPr/>
          <p:nvPr/>
        </p:nvSpPr>
        <p:spPr>
          <a:xfrm>
            <a:off x="682625" y="3767379"/>
            <a:ext cx="23009404" cy="5933937"/>
          </a:xfrm>
          <a:custGeom>
            <a:avLst/>
            <a:gdLst>
              <a:gd name="connsiteX0" fmla="*/ 406347 w 23009404"/>
              <a:gd name="connsiteY0" fmla="*/ 0 h 5933937"/>
              <a:gd name="connsiteX1" fmla="*/ 0 w 23009404"/>
              <a:gd name="connsiteY1" fmla="*/ 406347 h 5933937"/>
              <a:gd name="connsiteX2" fmla="*/ 0 w 23009404"/>
              <a:gd name="connsiteY2" fmla="*/ 5527590 h 5933937"/>
              <a:gd name="connsiteX3" fmla="*/ 406347 w 23009404"/>
              <a:gd name="connsiteY3" fmla="*/ 5933938 h 5933937"/>
              <a:gd name="connsiteX4" fmla="*/ 22603058 w 23009404"/>
              <a:gd name="connsiteY4" fmla="*/ 5933938 h 5933937"/>
              <a:gd name="connsiteX5" fmla="*/ 23009404 w 23009404"/>
              <a:gd name="connsiteY5" fmla="*/ 5527590 h 5933937"/>
              <a:gd name="connsiteX6" fmla="*/ 23009404 w 23009404"/>
              <a:gd name="connsiteY6" fmla="*/ 406347 h 5933937"/>
              <a:gd name="connsiteX7" fmla="*/ 22603058 w 23009404"/>
              <a:gd name="connsiteY7" fmla="*/ 0 h 5933937"/>
              <a:gd name="connsiteX8" fmla="*/ 406347 w 23009404"/>
              <a:gd name="connsiteY8" fmla="*/ 0 h 5933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09404" h="5933937">
                <a:moveTo>
                  <a:pt x="406347" y="0"/>
                </a:moveTo>
                <a:cubicBezTo>
                  <a:pt x="181586" y="0"/>
                  <a:pt x="0" y="181586"/>
                  <a:pt x="0" y="406347"/>
                </a:cubicBezTo>
                <a:lnTo>
                  <a:pt x="0" y="5527590"/>
                </a:lnTo>
                <a:cubicBezTo>
                  <a:pt x="0" y="5752351"/>
                  <a:pt x="181586" y="5933938"/>
                  <a:pt x="406347" y="5933938"/>
                </a:cubicBezTo>
                <a:lnTo>
                  <a:pt x="22603058" y="5933938"/>
                </a:lnTo>
                <a:cubicBezTo>
                  <a:pt x="22827818" y="5933938"/>
                  <a:pt x="23009404" y="5752351"/>
                  <a:pt x="23009404" y="5527590"/>
                </a:cubicBezTo>
                <a:lnTo>
                  <a:pt x="23009404" y="406347"/>
                </a:lnTo>
                <a:cubicBezTo>
                  <a:pt x="23009404" y="181586"/>
                  <a:pt x="22827818" y="0"/>
                  <a:pt x="22603058" y="0"/>
                </a:cubicBezTo>
                <a:lnTo>
                  <a:pt x="406347" y="0"/>
                </a:lnTo>
                <a:close/>
              </a:path>
            </a:pathLst>
          </a:custGeom>
          <a:solidFill>
            <a:schemeClr val="accent3"/>
          </a:solidFill>
          <a:ln w="12695"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E5EB2463-2A7A-8E8D-A8C9-8D065FCBBF8B}"/>
              </a:ext>
            </a:extLst>
          </p:cNvPr>
          <p:cNvSpPr/>
          <p:nvPr/>
        </p:nvSpPr>
        <p:spPr>
          <a:xfrm>
            <a:off x="682625" y="3767379"/>
            <a:ext cx="23009404" cy="2850778"/>
          </a:xfrm>
          <a:custGeom>
            <a:avLst/>
            <a:gdLst>
              <a:gd name="connsiteX0" fmla="*/ 406347 w 23009404"/>
              <a:gd name="connsiteY0" fmla="*/ 0 h 2850778"/>
              <a:gd name="connsiteX1" fmla="*/ 0 w 23009404"/>
              <a:gd name="connsiteY1" fmla="*/ 406347 h 2850778"/>
              <a:gd name="connsiteX2" fmla="*/ 0 w 23009404"/>
              <a:gd name="connsiteY2" fmla="*/ 2444432 h 2850778"/>
              <a:gd name="connsiteX3" fmla="*/ 406347 w 23009404"/>
              <a:gd name="connsiteY3" fmla="*/ 2850779 h 2850778"/>
              <a:gd name="connsiteX4" fmla="*/ 22603058 w 23009404"/>
              <a:gd name="connsiteY4" fmla="*/ 2850779 h 2850778"/>
              <a:gd name="connsiteX5" fmla="*/ 23009404 w 23009404"/>
              <a:gd name="connsiteY5" fmla="*/ 2444432 h 2850778"/>
              <a:gd name="connsiteX6" fmla="*/ 23009404 w 23009404"/>
              <a:gd name="connsiteY6" fmla="*/ 406347 h 2850778"/>
              <a:gd name="connsiteX7" fmla="*/ 22603058 w 23009404"/>
              <a:gd name="connsiteY7" fmla="*/ 0 h 2850778"/>
              <a:gd name="connsiteX8" fmla="*/ 406347 w 23009404"/>
              <a:gd name="connsiteY8" fmla="*/ 0 h 2850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09404" h="2850778">
                <a:moveTo>
                  <a:pt x="406347" y="0"/>
                </a:moveTo>
                <a:cubicBezTo>
                  <a:pt x="181586" y="0"/>
                  <a:pt x="0" y="181586"/>
                  <a:pt x="0" y="406347"/>
                </a:cubicBezTo>
                <a:lnTo>
                  <a:pt x="0" y="2444432"/>
                </a:lnTo>
                <a:cubicBezTo>
                  <a:pt x="0" y="2669192"/>
                  <a:pt x="181586" y="2850779"/>
                  <a:pt x="406347" y="2850779"/>
                </a:cubicBezTo>
                <a:lnTo>
                  <a:pt x="22603058" y="2850779"/>
                </a:lnTo>
                <a:cubicBezTo>
                  <a:pt x="22827818" y="2850779"/>
                  <a:pt x="23009404" y="2669192"/>
                  <a:pt x="23009404" y="2444432"/>
                </a:cubicBezTo>
                <a:lnTo>
                  <a:pt x="23009404" y="406347"/>
                </a:lnTo>
                <a:cubicBezTo>
                  <a:pt x="23009404" y="181586"/>
                  <a:pt x="22827818" y="0"/>
                  <a:pt x="22603058" y="0"/>
                </a:cubicBezTo>
                <a:lnTo>
                  <a:pt x="406347" y="0"/>
                </a:lnTo>
                <a:close/>
              </a:path>
            </a:pathLst>
          </a:custGeom>
          <a:solidFill>
            <a:schemeClr val="accent4"/>
          </a:solidFill>
          <a:ln w="12695" cap="flat">
            <a:noFill/>
            <a:prstDash val="solid"/>
            <a:miter/>
          </a:ln>
        </p:spPr>
        <p:txBody>
          <a:bodyPr rtlCol="0" anchor="ctr"/>
          <a:lstStyle/>
          <a:p>
            <a:endParaRPr lang="en-US"/>
          </a:p>
        </p:txBody>
      </p:sp>
      <p:sp>
        <p:nvSpPr>
          <p:cNvPr id="2" name="Title 1"/>
          <p:cNvSpPr>
            <a:spLocks noGrp="1"/>
          </p:cNvSpPr>
          <p:nvPr>
            <p:ph type="title" hasCustomPrompt="1"/>
          </p:nvPr>
        </p:nvSpPr>
        <p:spPr>
          <a:xfrm>
            <a:off x="682625" y="2121408"/>
            <a:ext cx="23034083" cy="1169989"/>
          </a:xfrm>
        </p:spPr>
        <p:txBody>
          <a:bodyPr/>
          <a:lstStyle>
            <a:lvl1pPr>
              <a:lnSpc>
                <a:spcPts val="4600"/>
              </a:lnSpc>
              <a:defRPr sz="3600"/>
            </a:lvl1pPr>
          </a:lstStyle>
          <a:p>
            <a:r>
              <a:rPr lang="en-US"/>
              <a:t>Click to edit title</a:t>
            </a:r>
          </a:p>
        </p:txBody>
      </p:sp>
      <p:sp>
        <p:nvSpPr>
          <p:cNvPr id="4" name="Content Placeholder 3"/>
          <p:cNvSpPr>
            <a:spLocks noGrp="1"/>
          </p:cNvSpPr>
          <p:nvPr>
            <p:ph sz="half" idx="2"/>
          </p:nvPr>
        </p:nvSpPr>
        <p:spPr>
          <a:xfrm>
            <a:off x="8012694" y="4203591"/>
            <a:ext cx="7442200" cy="2022306"/>
          </a:xfrm>
        </p:spPr>
        <p:txBody>
          <a:bodyPr/>
          <a:lstStyle>
            <a:lvl1pPr>
              <a:lnSpc>
                <a:spcPts val="2600"/>
              </a:lnSpc>
              <a:spcAft>
                <a:spcPts val="0"/>
              </a:spcAft>
              <a:defRPr sz="1800"/>
            </a:lvl1pPr>
            <a:lvl2pPr marL="465138" indent="-446088">
              <a:lnSpc>
                <a:spcPts val="2600"/>
              </a:lnSpc>
              <a:spcAft>
                <a:spcPts val="0"/>
              </a:spcAft>
              <a:tabLst/>
              <a:defRPr sz="1800"/>
            </a:lvl2pPr>
            <a:lvl3pPr marL="915988" indent="-433388">
              <a:lnSpc>
                <a:spcPts val="2600"/>
              </a:lnSpc>
              <a:spcAft>
                <a:spcPts val="0"/>
              </a:spcAft>
              <a:tabLst/>
              <a:defRPr sz="1800"/>
            </a:lvl3pPr>
            <a:lvl4pPr marL="1543050" indent="-474663">
              <a:lnSpc>
                <a:spcPts val="2600"/>
              </a:lnSpc>
              <a:spcAft>
                <a:spcPts val="0"/>
              </a:spcAft>
              <a:tabLst/>
              <a:defRPr sz="1800"/>
            </a:lvl4pPr>
            <a:lvl5pPr marL="2008188" indent="-457200">
              <a:lnSpc>
                <a:spcPts val="2600"/>
              </a:lnSpc>
              <a:spcAft>
                <a:spcPts val="0"/>
              </a:spcAft>
              <a:tabLs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1" name="Content Placeholder 2">
            <a:extLst>
              <a:ext uri="{FF2B5EF4-FFF2-40B4-BE49-F238E27FC236}">
                <a16:creationId xmlns:a16="http://schemas.microsoft.com/office/drawing/2014/main" id="{C8A5E909-E38B-A912-083F-7C976D2201B8}"/>
              </a:ext>
            </a:extLst>
          </p:cNvPr>
          <p:cNvSpPr>
            <a:spLocks noGrp="1"/>
          </p:cNvSpPr>
          <p:nvPr>
            <p:ph idx="1" hasCustomPrompt="1"/>
          </p:nvPr>
        </p:nvSpPr>
        <p:spPr>
          <a:xfrm>
            <a:off x="1140108" y="4048329"/>
            <a:ext cx="6872586" cy="1953182"/>
          </a:xfrm>
        </p:spPr>
        <p:txBody>
          <a:bodyPr anchor="t" anchorCtr="0"/>
          <a:lstStyle>
            <a:lvl1pPr marL="298450" indent="-298450">
              <a:lnSpc>
                <a:spcPts val="9400"/>
              </a:lnSpc>
              <a:spcAft>
                <a:spcPts val="0"/>
              </a:spcAft>
              <a:tabLst/>
              <a:defRPr sz="8000" b="0" i="0">
                <a:latin typeface="Everyday Sans Light" pitchFamily="2" charset="77"/>
              </a:defRPr>
            </a:lvl1pPr>
            <a:lvl2pPr>
              <a:defRPr sz="5599"/>
            </a:lvl2pPr>
            <a:lvl3pPr>
              <a:defRPr sz="4799"/>
            </a:lvl3pPr>
            <a:lvl4pPr>
              <a:defRPr sz="3999"/>
            </a:lvl4pPr>
            <a:lvl5pPr>
              <a:defRPr sz="3999"/>
            </a:lvl5pPr>
            <a:lvl6pPr>
              <a:defRPr sz="3999"/>
            </a:lvl6pPr>
            <a:lvl7pPr>
              <a:defRPr sz="3999"/>
            </a:lvl7pPr>
            <a:lvl8pPr>
              <a:defRPr sz="3999"/>
            </a:lvl8pPr>
            <a:lvl9pPr>
              <a:defRPr sz="3999"/>
            </a:lvl9pPr>
          </a:lstStyle>
          <a:p>
            <a:pPr lvl="0"/>
            <a:r>
              <a:rPr lang="en-US"/>
              <a:t>What</a:t>
            </a:r>
          </a:p>
        </p:txBody>
      </p:sp>
      <p:sp>
        <p:nvSpPr>
          <p:cNvPr id="12" name="Content Placeholder 2">
            <a:extLst>
              <a:ext uri="{FF2B5EF4-FFF2-40B4-BE49-F238E27FC236}">
                <a16:creationId xmlns:a16="http://schemas.microsoft.com/office/drawing/2014/main" id="{A7295CA6-29DE-9DE8-AC51-916B847A3CC3}"/>
              </a:ext>
            </a:extLst>
          </p:cNvPr>
          <p:cNvSpPr>
            <a:spLocks noGrp="1"/>
          </p:cNvSpPr>
          <p:nvPr>
            <p:ph idx="21" hasCustomPrompt="1"/>
          </p:nvPr>
        </p:nvSpPr>
        <p:spPr>
          <a:xfrm>
            <a:off x="1140108" y="6910695"/>
            <a:ext cx="6872586" cy="1953182"/>
          </a:xfrm>
        </p:spPr>
        <p:txBody>
          <a:bodyPr anchor="t" anchorCtr="0"/>
          <a:lstStyle>
            <a:lvl1pPr marL="298450" indent="-298450">
              <a:lnSpc>
                <a:spcPts val="9400"/>
              </a:lnSpc>
              <a:spcAft>
                <a:spcPts val="0"/>
              </a:spcAft>
              <a:tabLst/>
              <a:defRPr sz="8000" b="0" i="0">
                <a:latin typeface="Everyday Sans Light" pitchFamily="2" charset="77"/>
              </a:defRPr>
            </a:lvl1pPr>
            <a:lvl2pPr>
              <a:defRPr sz="5599"/>
            </a:lvl2pPr>
            <a:lvl3pPr>
              <a:defRPr sz="4799"/>
            </a:lvl3pPr>
            <a:lvl4pPr>
              <a:defRPr sz="3999"/>
            </a:lvl4pPr>
            <a:lvl5pPr>
              <a:defRPr sz="3999"/>
            </a:lvl5pPr>
            <a:lvl6pPr>
              <a:defRPr sz="3999"/>
            </a:lvl6pPr>
            <a:lvl7pPr>
              <a:defRPr sz="3999"/>
            </a:lvl7pPr>
            <a:lvl8pPr>
              <a:defRPr sz="3999"/>
            </a:lvl8pPr>
            <a:lvl9pPr>
              <a:defRPr sz="3999"/>
            </a:lvl9pPr>
          </a:lstStyle>
          <a:p>
            <a:pPr lvl="0"/>
            <a:r>
              <a:rPr lang="en-US"/>
              <a:t>Why</a:t>
            </a:r>
          </a:p>
        </p:txBody>
      </p:sp>
      <p:sp>
        <p:nvSpPr>
          <p:cNvPr id="15" name="Content Placeholder 2">
            <a:extLst>
              <a:ext uri="{FF2B5EF4-FFF2-40B4-BE49-F238E27FC236}">
                <a16:creationId xmlns:a16="http://schemas.microsoft.com/office/drawing/2014/main" id="{612F75E1-4DAC-A91D-941E-51F697A08DC2}"/>
              </a:ext>
            </a:extLst>
          </p:cNvPr>
          <p:cNvSpPr>
            <a:spLocks noGrp="1"/>
          </p:cNvSpPr>
          <p:nvPr>
            <p:ph idx="22" hasCustomPrompt="1"/>
          </p:nvPr>
        </p:nvSpPr>
        <p:spPr>
          <a:xfrm>
            <a:off x="1149071" y="9980778"/>
            <a:ext cx="6863623" cy="1953182"/>
          </a:xfrm>
        </p:spPr>
        <p:txBody>
          <a:bodyPr anchor="t" anchorCtr="0"/>
          <a:lstStyle>
            <a:lvl1pPr marL="298450" indent="-298450">
              <a:lnSpc>
                <a:spcPts val="9400"/>
              </a:lnSpc>
              <a:spcAft>
                <a:spcPts val="0"/>
              </a:spcAft>
              <a:tabLst/>
              <a:defRPr sz="8000" b="0" i="0">
                <a:solidFill>
                  <a:schemeClr val="bg1"/>
                </a:solidFill>
                <a:latin typeface="Everyday Sans Light" pitchFamily="2" charset="77"/>
              </a:defRPr>
            </a:lvl1pPr>
            <a:lvl2pPr>
              <a:defRPr sz="5599"/>
            </a:lvl2pPr>
            <a:lvl3pPr>
              <a:defRPr sz="4799"/>
            </a:lvl3pPr>
            <a:lvl4pPr>
              <a:defRPr sz="3999"/>
            </a:lvl4pPr>
            <a:lvl5pPr>
              <a:defRPr sz="3999"/>
            </a:lvl5pPr>
            <a:lvl6pPr>
              <a:defRPr sz="3999"/>
            </a:lvl6pPr>
            <a:lvl7pPr>
              <a:defRPr sz="3999"/>
            </a:lvl7pPr>
            <a:lvl8pPr>
              <a:defRPr sz="3999"/>
            </a:lvl8pPr>
            <a:lvl9pPr>
              <a:defRPr sz="3999"/>
            </a:lvl9pPr>
          </a:lstStyle>
          <a:p>
            <a:pPr lvl="0"/>
            <a:r>
              <a:rPr lang="en-US"/>
              <a:t>How</a:t>
            </a:r>
          </a:p>
        </p:txBody>
      </p:sp>
      <p:sp>
        <p:nvSpPr>
          <p:cNvPr id="3" name="Content Placeholder 3">
            <a:extLst>
              <a:ext uri="{FF2B5EF4-FFF2-40B4-BE49-F238E27FC236}">
                <a16:creationId xmlns:a16="http://schemas.microsoft.com/office/drawing/2014/main" id="{AA86B16A-F5ED-69EA-6C43-B4DD70940AE0}"/>
              </a:ext>
            </a:extLst>
          </p:cNvPr>
          <p:cNvSpPr>
            <a:spLocks noGrp="1"/>
          </p:cNvSpPr>
          <p:nvPr>
            <p:ph sz="half" idx="23"/>
          </p:nvPr>
        </p:nvSpPr>
        <p:spPr>
          <a:xfrm>
            <a:off x="15794173" y="4203591"/>
            <a:ext cx="7442200" cy="2022306"/>
          </a:xfrm>
        </p:spPr>
        <p:txBody>
          <a:bodyPr/>
          <a:lstStyle>
            <a:lvl1pPr>
              <a:lnSpc>
                <a:spcPts val="2600"/>
              </a:lnSpc>
              <a:spcAft>
                <a:spcPts val="0"/>
              </a:spcAft>
              <a:defRPr sz="1800"/>
            </a:lvl1pPr>
            <a:lvl2pPr marL="465138" indent="-446088">
              <a:lnSpc>
                <a:spcPts val="2600"/>
              </a:lnSpc>
              <a:spcAft>
                <a:spcPts val="0"/>
              </a:spcAft>
              <a:tabLst/>
              <a:defRPr sz="1800"/>
            </a:lvl2pPr>
            <a:lvl3pPr marL="915988" indent="-433388">
              <a:lnSpc>
                <a:spcPts val="2600"/>
              </a:lnSpc>
              <a:spcAft>
                <a:spcPts val="0"/>
              </a:spcAft>
              <a:tabLst/>
              <a:defRPr sz="1800"/>
            </a:lvl3pPr>
            <a:lvl4pPr marL="1543050" indent="-474663">
              <a:lnSpc>
                <a:spcPts val="2600"/>
              </a:lnSpc>
              <a:spcAft>
                <a:spcPts val="0"/>
              </a:spcAft>
              <a:tabLst/>
              <a:defRPr sz="1800"/>
            </a:lvl4pPr>
            <a:lvl5pPr marL="2008188" indent="-457200">
              <a:lnSpc>
                <a:spcPts val="2600"/>
              </a:lnSpc>
              <a:spcAft>
                <a:spcPts val="0"/>
              </a:spcAft>
              <a:tabLs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DCBD9413-2BED-241F-1C55-D28124793BE3}"/>
              </a:ext>
            </a:extLst>
          </p:cNvPr>
          <p:cNvSpPr>
            <a:spLocks noGrp="1"/>
          </p:cNvSpPr>
          <p:nvPr>
            <p:ph sz="half" idx="24"/>
          </p:nvPr>
        </p:nvSpPr>
        <p:spPr>
          <a:xfrm>
            <a:off x="8012695" y="7075957"/>
            <a:ext cx="7442200" cy="2022306"/>
          </a:xfrm>
        </p:spPr>
        <p:txBody>
          <a:bodyPr/>
          <a:lstStyle>
            <a:lvl1pPr>
              <a:lnSpc>
                <a:spcPts val="2600"/>
              </a:lnSpc>
              <a:spcAft>
                <a:spcPts val="0"/>
              </a:spcAft>
              <a:defRPr sz="1800">
                <a:solidFill>
                  <a:schemeClr val="accent1"/>
                </a:solidFill>
              </a:defRPr>
            </a:lvl1pPr>
            <a:lvl2pPr marL="465138" indent="-446088">
              <a:lnSpc>
                <a:spcPts val="2600"/>
              </a:lnSpc>
              <a:spcAft>
                <a:spcPts val="0"/>
              </a:spcAft>
              <a:tabLst/>
              <a:defRPr sz="1800">
                <a:solidFill>
                  <a:schemeClr val="accent1"/>
                </a:solidFill>
              </a:defRPr>
            </a:lvl2pPr>
            <a:lvl3pPr marL="915988" indent="-433388">
              <a:lnSpc>
                <a:spcPts val="2600"/>
              </a:lnSpc>
              <a:spcAft>
                <a:spcPts val="0"/>
              </a:spcAft>
              <a:tabLst/>
              <a:defRPr sz="1800">
                <a:solidFill>
                  <a:schemeClr val="accent1"/>
                </a:solidFill>
              </a:defRPr>
            </a:lvl3pPr>
            <a:lvl4pPr marL="1543050" indent="-474663">
              <a:lnSpc>
                <a:spcPts val="2600"/>
              </a:lnSpc>
              <a:spcAft>
                <a:spcPts val="0"/>
              </a:spcAft>
              <a:tabLst/>
              <a:defRPr sz="1800">
                <a:solidFill>
                  <a:schemeClr val="accent1"/>
                </a:solidFill>
              </a:defRPr>
            </a:lvl4pPr>
            <a:lvl5pPr marL="2008188" indent="-457200">
              <a:lnSpc>
                <a:spcPts val="2600"/>
              </a:lnSpc>
              <a:spcAft>
                <a:spcPts val="0"/>
              </a:spcAft>
              <a:tabLst/>
              <a:defRPr sz="18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ED4BB6A2-87B9-FB84-2043-5453BE6D384A}"/>
              </a:ext>
            </a:extLst>
          </p:cNvPr>
          <p:cNvSpPr>
            <a:spLocks noGrp="1"/>
          </p:cNvSpPr>
          <p:nvPr>
            <p:ph sz="half" idx="25"/>
          </p:nvPr>
        </p:nvSpPr>
        <p:spPr>
          <a:xfrm>
            <a:off x="15794173" y="7075957"/>
            <a:ext cx="7442200" cy="2022306"/>
          </a:xfrm>
        </p:spPr>
        <p:txBody>
          <a:bodyPr/>
          <a:lstStyle>
            <a:lvl1pPr>
              <a:lnSpc>
                <a:spcPts val="2600"/>
              </a:lnSpc>
              <a:spcAft>
                <a:spcPts val="0"/>
              </a:spcAft>
              <a:defRPr sz="1800">
                <a:solidFill>
                  <a:schemeClr val="accent1"/>
                </a:solidFill>
              </a:defRPr>
            </a:lvl1pPr>
            <a:lvl2pPr marL="465138" indent="-446088">
              <a:lnSpc>
                <a:spcPts val="2600"/>
              </a:lnSpc>
              <a:spcAft>
                <a:spcPts val="0"/>
              </a:spcAft>
              <a:tabLst/>
              <a:defRPr sz="1800">
                <a:solidFill>
                  <a:schemeClr val="accent1"/>
                </a:solidFill>
              </a:defRPr>
            </a:lvl2pPr>
            <a:lvl3pPr marL="915988" indent="-433388">
              <a:lnSpc>
                <a:spcPts val="2600"/>
              </a:lnSpc>
              <a:spcAft>
                <a:spcPts val="0"/>
              </a:spcAft>
              <a:tabLst/>
              <a:defRPr sz="1800">
                <a:solidFill>
                  <a:schemeClr val="accent1"/>
                </a:solidFill>
              </a:defRPr>
            </a:lvl3pPr>
            <a:lvl4pPr marL="1543050" indent="-474663">
              <a:lnSpc>
                <a:spcPts val="2600"/>
              </a:lnSpc>
              <a:spcAft>
                <a:spcPts val="0"/>
              </a:spcAft>
              <a:tabLst/>
              <a:defRPr sz="1800">
                <a:solidFill>
                  <a:schemeClr val="accent1"/>
                </a:solidFill>
              </a:defRPr>
            </a:lvl4pPr>
            <a:lvl5pPr marL="2008188" indent="-457200">
              <a:lnSpc>
                <a:spcPts val="2600"/>
              </a:lnSpc>
              <a:spcAft>
                <a:spcPts val="0"/>
              </a:spcAft>
              <a:tabLst/>
              <a:defRPr sz="18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3">
            <a:extLst>
              <a:ext uri="{FF2B5EF4-FFF2-40B4-BE49-F238E27FC236}">
                <a16:creationId xmlns:a16="http://schemas.microsoft.com/office/drawing/2014/main" id="{3FC1F334-948C-A982-AE8F-84A19F261C5A}"/>
              </a:ext>
            </a:extLst>
          </p:cNvPr>
          <p:cNvSpPr>
            <a:spLocks noGrp="1"/>
          </p:cNvSpPr>
          <p:nvPr>
            <p:ph sz="half" idx="26"/>
          </p:nvPr>
        </p:nvSpPr>
        <p:spPr>
          <a:xfrm>
            <a:off x="8012694" y="10156043"/>
            <a:ext cx="7442200" cy="2022306"/>
          </a:xfrm>
        </p:spPr>
        <p:txBody>
          <a:bodyPr/>
          <a:lstStyle>
            <a:lvl1pPr>
              <a:lnSpc>
                <a:spcPts val="2600"/>
              </a:lnSpc>
              <a:spcAft>
                <a:spcPts val="0"/>
              </a:spcAft>
              <a:defRPr sz="1800">
                <a:solidFill>
                  <a:schemeClr val="bg1"/>
                </a:solidFill>
              </a:defRPr>
            </a:lvl1pPr>
            <a:lvl2pPr marL="465138" indent="-446088">
              <a:lnSpc>
                <a:spcPts val="2600"/>
              </a:lnSpc>
              <a:spcAft>
                <a:spcPts val="0"/>
              </a:spcAft>
              <a:tabLst/>
              <a:defRPr sz="1800">
                <a:solidFill>
                  <a:schemeClr val="bg1"/>
                </a:solidFill>
              </a:defRPr>
            </a:lvl2pPr>
            <a:lvl3pPr marL="915988" indent="-433388">
              <a:lnSpc>
                <a:spcPts val="2600"/>
              </a:lnSpc>
              <a:spcAft>
                <a:spcPts val="0"/>
              </a:spcAft>
              <a:tabLst/>
              <a:defRPr sz="1800">
                <a:solidFill>
                  <a:schemeClr val="bg1"/>
                </a:solidFill>
              </a:defRPr>
            </a:lvl3pPr>
            <a:lvl4pPr marL="1543050" indent="-474663">
              <a:lnSpc>
                <a:spcPts val="2600"/>
              </a:lnSpc>
              <a:spcAft>
                <a:spcPts val="0"/>
              </a:spcAft>
              <a:tabLst/>
              <a:defRPr sz="1800">
                <a:solidFill>
                  <a:schemeClr val="bg1"/>
                </a:solidFill>
              </a:defRPr>
            </a:lvl4pPr>
            <a:lvl5pPr marL="2008188" indent="-457200">
              <a:lnSpc>
                <a:spcPts val="2600"/>
              </a:lnSpc>
              <a:spcAft>
                <a:spcPts val="0"/>
              </a:spcAft>
              <a:tabLst/>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3">
            <a:extLst>
              <a:ext uri="{FF2B5EF4-FFF2-40B4-BE49-F238E27FC236}">
                <a16:creationId xmlns:a16="http://schemas.microsoft.com/office/drawing/2014/main" id="{9A8A26C1-D934-E4DC-7DC9-6141EE94AAE7}"/>
              </a:ext>
            </a:extLst>
          </p:cNvPr>
          <p:cNvSpPr>
            <a:spLocks noGrp="1"/>
          </p:cNvSpPr>
          <p:nvPr>
            <p:ph sz="half" idx="27"/>
          </p:nvPr>
        </p:nvSpPr>
        <p:spPr>
          <a:xfrm>
            <a:off x="15794173" y="10156043"/>
            <a:ext cx="7442200" cy="2022306"/>
          </a:xfrm>
        </p:spPr>
        <p:txBody>
          <a:bodyPr/>
          <a:lstStyle>
            <a:lvl1pPr>
              <a:lnSpc>
                <a:spcPts val="2600"/>
              </a:lnSpc>
              <a:spcAft>
                <a:spcPts val="0"/>
              </a:spcAft>
              <a:defRPr sz="1800">
                <a:solidFill>
                  <a:schemeClr val="bg1"/>
                </a:solidFill>
              </a:defRPr>
            </a:lvl1pPr>
            <a:lvl2pPr marL="465138" indent="-446088">
              <a:lnSpc>
                <a:spcPts val="2600"/>
              </a:lnSpc>
              <a:spcAft>
                <a:spcPts val="0"/>
              </a:spcAft>
              <a:tabLst/>
              <a:defRPr sz="1800">
                <a:solidFill>
                  <a:schemeClr val="bg1"/>
                </a:solidFill>
              </a:defRPr>
            </a:lvl2pPr>
            <a:lvl3pPr marL="915988" indent="-433388">
              <a:lnSpc>
                <a:spcPts val="2600"/>
              </a:lnSpc>
              <a:spcAft>
                <a:spcPts val="0"/>
              </a:spcAft>
              <a:tabLst/>
              <a:defRPr sz="1800">
                <a:solidFill>
                  <a:schemeClr val="bg1"/>
                </a:solidFill>
              </a:defRPr>
            </a:lvl3pPr>
            <a:lvl4pPr marL="1543050" indent="-474663">
              <a:lnSpc>
                <a:spcPts val="2600"/>
              </a:lnSpc>
              <a:spcAft>
                <a:spcPts val="0"/>
              </a:spcAft>
              <a:tabLst/>
              <a:defRPr sz="1800">
                <a:solidFill>
                  <a:schemeClr val="bg1"/>
                </a:solidFill>
              </a:defRPr>
            </a:lvl4pPr>
            <a:lvl5pPr marL="2008188" indent="-457200">
              <a:lnSpc>
                <a:spcPts val="2600"/>
              </a:lnSpc>
              <a:spcAft>
                <a:spcPts val="0"/>
              </a:spcAft>
              <a:tabLst/>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28927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Graphics">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3BF24EAC-114E-3C78-2D98-B11EBEEA5433}"/>
              </a:ext>
            </a:extLst>
          </p:cNvPr>
          <p:cNvSpPr/>
          <p:nvPr userDrawn="1"/>
        </p:nvSpPr>
        <p:spPr>
          <a:xfrm>
            <a:off x="8468360" y="3758749"/>
            <a:ext cx="7442200" cy="8829040"/>
          </a:xfrm>
          <a:custGeom>
            <a:avLst/>
            <a:gdLst>
              <a:gd name="connsiteX0" fmla="*/ 7035801 w 7442200"/>
              <a:gd name="connsiteY0" fmla="*/ 0 h 8829040"/>
              <a:gd name="connsiteX1" fmla="*/ 7442201 w 7442200"/>
              <a:gd name="connsiteY1" fmla="*/ 406400 h 8829040"/>
              <a:gd name="connsiteX2" fmla="*/ 7442201 w 7442200"/>
              <a:gd name="connsiteY2" fmla="*/ 8422640 h 8829040"/>
              <a:gd name="connsiteX3" fmla="*/ 7035801 w 7442200"/>
              <a:gd name="connsiteY3" fmla="*/ 8829040 h 8829040"/>
              <a:gd name="connsiteX4" fmla="*/ 406401 w 7442200"/>
              <a:gd name="connsiteY4" fmla="*/ 8829040 h 8829040"/>
              <a:gd name="connsiteX5" fmla="*/ 1 w 7442200"/>
              <a:gd name="connsiteY5" fmla="*/ 8422640 h 8829040"/>
              <a:gd name="connsiteX6" fmla="*/ 1 w 7442200"/>
              <a:gd name="connsiteY6" fmla="*/ 406400 h 8829040"/>
              <a:gd name="connsiteX7" fmla="*/ 406401 w 7442200"/>
              <a:gd name="connsiteY7" fmla="*/ 0 h 882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42200" h="8829040">
                <a:moveTo>
                  <a:pt x="7035801" y="0"/>
                </a:moveTo>
                <a:cubicBezTo>
                  <a:pt x="7260249" y="0"/>
                  <a:pt x="7442201" y="181951"/>
                  <a:pt x="7442201" y="406400"/>
                </a:cubicBezTo>
                <a:lnTo>
                  <a:pt x="7442201" y="8422640"/>
                </a:lnTo>
                <a:cubicBezTo>
                  <a:pt x="7442201" y="8647088"/>
                  <a:pt x="7260249" y="8829040"/>
                  <a:pt x="7035801" y="8829040"/>
                </a:cubicBezTo>
                <a:lnTo>
                  <a:pt x="406401" y="8829040"/>
                </a:lnTo>
                <a:cubicBezTo>
                  <a:pt x="181952" y="8829040"/>
                  <a:pt x="1" y="8647088"/>
                  <a:pt x="1" y="8422640"/>
                </a:cubicBezTo>
                <a:lnTo>
                  <a:pt x="1" y="406400"/>
                </a:lnTo>
                <a:cubicBezTo>
                  <a:pt x="1" y="181952"/>
                  <a:pt x="181952" y="0"/>
                  <a:pt x="406401" y="0"/>
                </a:cubicBezTo>
                <a:close/>
              </a:path>
            </a:pathLst>
          </a:custGeom>
          <a:solidFill>
            <a:schemeClr val="accent2"/>
          </a:solidFill>
          <a:ln w="12700" cap="flat">
            <a:noFill/>
            <a:prstDash val="solid"/>
            <a:miter/>
          </a:ln>
        </p:spPr>
        <p:txBody>
          <a:bodyPr rtlCol="0" anchor="ctr"/>
          <a:lstStyle/>
          <a:p>
            <a:endParaRPr lang="en-US"/>
          </a:p>
        </p:txBody>
      </p:sp>
      <p:sp>
        <p:nvSpPr>
          <p:cNvPr id="12" name="Freeform 11">
            <a:extLst>
              <a:ext uri="{FF2B5EF4-FFF2-40B4-BE49-F238E27FC236}">
                <a16:creationId xmlns:a16="http://schemas.microsoft.com/office/drawing/2014/main" id="{DB162576-5237-23F6-B8A8-B35BCACFF988}"/>
              </a:ext>
            </a:extLst>
          </p:cNvPr>
          <p:cNvSpPr/>
          <p:nvPr userDrawn="1"/>
        </p:nvSpPr>
        <p:spPr>
          <a:xfrm>
            <a:off x="16253460" y="3758749"/>
            <a:ext cx="7442200" cy="8829040"/>
          </a:xfrm>
          <a:custGeom>
            <a:avLst/>
            <a:gdLst>
              <a:gd name="connsiteX0" fmla="*/ 7035801 w 7442200"/>
              <a:gd name="connsiteY0" fmla="*/ 0 h 8829040"/>
              <a:gd name="connsiteX1" fmla="*/ 7442201 w 7442200"/>
              <a:gd name="connsiteY1" fmla="*/ 406400 h 8829040"/>
              <a:gd name="connsiteX2" fmla="*/ 7442201 w 7442200"/>
              <a:gd name="connsiteY2" fmla="*/ 8422640 h 8829040"/>
              <a:gd name="connsiteX3" fmla="*/ 7035801 w 7442200"/>
              <a:gd name="connsiteY3" fmla="*/ 8829040 h 8829040"/>
              <a:gd name="connsiteX4" fmla="*/ 406401 w 7442200"/>
              <a:gd name="connsiteY4" fmla="*/ 8829040 h 8829040"/>
              <a:gd name="connsiteX5" fmla="*/ 1 w 7442200"/>
              <a:gd name="connsiteY5" fmla="*/ 8422640 h 8829040"/>
              <a:gd name="connsiteX6" fmla="*/ 1 w 7442200"/>
              <a:gd name="connsiteY6" fmla="*/ 406400 h 8829040"/>
              <a:gd name="connsiteX7" fmla="*/ 406401 w 7442200"/>
              <a:gd name="connsiteY7" fmla="*/ 0 h 882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42200" h="8829040">
                <a:moveTo>
                  <a:pt x="7035801" y="0"/>
                </a:moveTo>
                <a:cubicBezTo>
                  <a:pt x="7260249" y="0"/>
                  <a:pt x="7442201" y="181951"/>
                  <a:pt x="7442201" y="406400"/>
                </a:cubicBezTo>
                <a:lnTo>
                  <a:pt x="7442201" y="8422640"/>
                </a:lnTo>
                <a:cubicBezTo>
                  <a:pt x="7442201" y="8647088"/>
                  <a:pt x="7260249" y="8829040"/>
                  <a:pt x="7035801" y="8829040"/>
                </a:cubicBezTo>
                <a:lnTo>
                  <a:pt x="406401" y="8829040"/>
                </a:lnTo>
                <a:cubicBezTo>
                  <a:pt x="181952" y="8829040"/>
                  <a:pt x="1" y="8647088"/>
                  <a:pt x="1" y="8422640"/>
                </a:cubicBezTo>
                <a:lnTo>
                  <a:pt x="1" y="406400"/>
                </a:lnTo>
                <a:cubicBezTo>
                  <a:pt x="1" y="181952"/>
                  <a:pt x="181952" y="0"/>
                  <a:pt x="406401" y="0"/>
                </a:cubicBezTo>
                <a:close/>
              </a:path>
            </a:pathLst>
          </a:custGeom>
          <a:solidFill>
            <a:schemeClr val="accent4"/>
          </a:solidFill>
          <a:ln w="12700"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3996561F-2B8C-958B-C0E3-9F0443CEC147}"/>
              </a:ext>
            </a:extLst>
          </p:cNvPr>
          <p:cNvSpPr/>
          <p:nvPr userDrawn="1"/>
        </p:nvSpPr>
        <p:spPr>
          <a:xfrm>
            <a:off x="683260" y="3758749"/>
            <a:ext cx="7442200" cy="8829040"/>
          </a:xfrm>
          <a:custGeom>
            <a:avLst/>
            <a:gdLst>
              <a:gd name="connsiteX0" fmla="*/ 7035800 w 7442200"/>
              <a:gd name="connsiteY0" fmla="*/ 0 h 8829040"/>
              <a:gd name="connsiteX1" fmla="*/ 7442200 w 7442200"/>
              <a:gd name="connsiteY1" fmla="*/ 406400 h 8829040"/>
              <a:gd name="connsiteX2" fmla="*/ 7442200 w 7442200"/>
              <a:gd name="connsiteY2" fmla="*/ 8422640 h 8829040"/>
              <a:gd name="connsiteX3" fmla="*/ 7035800 w 7442200"/>
              <a:gd name="connsiteY3" fmla="*/ 8829040 h 8829040"/>
              <a:gd name="connsiteX4" fmla="*/ 406400 w 7442200"/>
              <a:gd name="connsiteY4" fmla="*/ 8829040 h 8829040"/>
              <a:gd name="connsiteX5" fmla="*/ 0 w 7442200"/>
              <a:gd name="connsiteY5" fmla="*/ 8422640 h 8829040"/>
              <a:gd name="connsiteX6" fmla="*/ 0 w 7442200"/>
              <a:gd name="connsiteY6" fmla="*/ 406400 h 8829040"/>
              <a:gd name="connsiteX7" fmla="*/ 406400 w 7442200"/>
              <a:gd name="connsiteY7" fmla="*/ 0 h 882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42200" h="8829040">
                <a:moveTo>
                  <a:pt x="7035800" y="0"/>
                </a:moveTo>
                <a:cubicBezTo>
                  <a:pt x="7260248" y="0"/>
                  <a:pt x="7442200" y="181951"/>
                  <a:pt x="7442200" y="406400"/>
                </a:cubicBezTo>
                <a:lnTo>
                  <a:pt x="7442200" y="8422640"/>
                </a:lnTo>
                <a:cubicBezTo>
                  <a:pt x="7442200" y="8647088"/>
                  <a:pt x="7260248" y="8829040"/>
                  <a:pt x="7035800" y="8829040"/>
                </a:cubicBezTo>
                <a:lnTo>
                  <a:pt x="406400" y="8829040"/>
                </a:lnTo>
                <a:cubicBezTo>
                  <a:pt x="181951" y="8829040"/>
                  <a:pt x="0" y="8647088"/>
                  <a:pt x="0" y="8422640"/>
                </a:cubicBezTo>
                <a:lnTo>
                  <a:pt x="0" y="406400"/>
                </a:lnTo>
                <a:cubicBezTo>
                  <a:pt x="0" y="181952"/>
                  <a:pt x="181951" y="0"/>
                  <a:pt x="406400" y="0"/>
                </a:cubicBezTo>
                <a:close/>
              </a:path>
            </a:pathLst>
          </a:custGeom>
          <a:solidFill>
            <a:schemeClr val="accent1"/>
          </a:solidFill>
          <a:ln w="12700" cap="flat">
            <a:noFill/>
            <a:prstDash val="solid"/>
            <a:miter/>
          </a:ln>
        </p:spPr>
        <p:txBody>
          <a:bodyPr rtlCol="0" anchor="ctr"/>
          <a:lstStyle/>
          <a:p>
            <a:endParaRPr lang="en-US"/>
          </a:p>
        </p:txBody>
      </p:sp>
      <p:sp>
        <p:nvSpPr>
          <p:cNvPr id="3" name="Text Placeholder 2"/>
          <p:cNvSpPr>
            <a:spLocks noGrp="1"/>
          </p:cNvSpPr>
          <p:nvPr>
            <p:ph type="body" idx="1" hasCustomPrompt="1"/>
          </p:nvPr>
        </p:nvSpPr>
        <p:spPr>
          <a:xfrm>
            <a:off x="1373585" y="4457648"/>
            <a:ext cx="6400800" cy="635027"/>
          </a:xfrm>
        </p:spPr>
        <p:txBody>
          <a:bodyPr anchor="t" anchorCtr="0"/>
          <a:lstStyle>
            <a:lvl1pPr marL="0" indent="0">
              <a:lnSpc>
                <a:spcPts val="4600"/>
              </a:lnSpc>
              <a:spcBef>
                <a:spcPts val="0"/>
              </a:spcBef>
              <a:spcAft>
                <a:spcPts val="0"/>
              </a:spcAft>
              <a:buNone/>
              <a:defRPr sz="36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 name="Content Placeholder 3"/>
          <p:cNvSpPr>
            <a:spLocks noGrp="1"/>
          </p:cNvSpPr>
          <p:nvPr>
            <p:ph sz="half" idx="2"/>
          </p:nvPr>
        </p:nvSpPr>
        <p:spPr>
          <a:xfrm>
            <a:off x="1380333" y="5392895"/>
            <a:ext cx="6400800" cy="6858000"/>
          </a:xfrm>
        </p:spPr>
        <p:txBody>
          <a:bodyPr/>
          <a:lstStyle>
            <a:lvl1pPr>
              <a:lnSpc>
                <a:spcPts val="2600"/>
              </a:lnSpc>
              <a:spcAft>
                <a:spcPts val="2000"/>
              </a:spcAft>
              <a:defRPr sz="1800">
                <a:solidFill>
                  <a:schemeClr val="bg1"/>
                </a:solidFill>
              </a:defRPr>
            </a:lvl1pPr>
            <a:lvl2pPr marL="465138" indent="-446088">
              <a:lnSpc>
                <a:spcPts val="2600"/>
              </a:lnSpc>
              <a:spcAft>
                <a:spcPts val="2000"/>
              </a:spcAft>
              <a:tabLst/>
              <a:defRPr sz="1800">
                <a:solidFill>
                  <a:schemeClr val="bg1"/>
                </a:solidFill>
              </a:defRPr>
            </a:lvl2pPr>
            <a:lvl3pPr marL="915988" indent="-433388">
              <a:lnSpc>
                <a:spcPts val="2600"/>
              </a:lnSpc>
              <a:spcAft>
                <a:spcPts val="2000"/>
              </a:spcAft>
              <a:tabLst/>
              <a:defRPr sz="1800">
                <a:solidFill>
                  <a:schemeClr val="bg1"/>
                </a:solidFill>
              </a:defRPr>
            </a:lvl3pPr>
            <a:lvl4pPr marL="1543050" indent="-474663">
              <a:lnSpc>
                <a:spcPts val="2600"/>
              </a:lnSpc>
              <a:spcAft>
                <a:spcPts val="2000"/>
              </a:spcAft>
              <a:tabLst/>
              <a:defRPr sz="1800">
                <a:solidFill>
                  <a:schemeClr val="bg1"/>
                </a:solidFill>
              </a:defRPr>
            </a:lvl4pPr>
            <a:lvl5pPr marL="2008188" indent="-457200">
              <a:lnSpc>
                <a:spcPts val="2600"/>
              </a:lnSpc>
              <a:spcAft>
                <a:spcPts val="2000"/>
              </a:spcAft>
              <a:tabLst/>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9152335" y="4457648"/>
            <a:ext cx="6400800" cy="635027"/>
          </a:xfrm>
        </p:spPr>
        <p:txBody>
          <a:bodyPr anchor="t" anchorCtr="0"/>
          <a:lstStyle>
            <a:lvl1pPr marL="0" indent="0">
              <a:lnSpc>
                <a:spcPts val="4600"/>
              </a:lnSpc>
              <a:spcBef>
                <a:spcPts val="0"/>
              </a:spcBef>
              <a:spcAft>
                <a:spcPts val="0"/>
              </a:spcAft>
              <a:buNone/>
              <a:defRPr sz="36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6" name="Content Placeholder 5"/>
          <p:cNvSpPr>
            <a:spLocks noGrp="1"/>
          </p:cNvSpPr>
          <p:nvPr>
            <p:ph sz="quarter" idx="4"/>
          </p:nvPr>
        </p:nvSpPr>
        <p:spPr>
          <a:xfrm>
            <a:off x="9159083" y="5392896"/>
            <a:ext cx="6400800" cy="6858000"/>
          </a:xfrm>
        </p:spPr>
        <p:txBody>
          <a:bodyPr/>
          <a:lstStyle>
            <a:lvl1pPr>
              <a:lnSpc>
                <a:spcPts val="2600"/>
              </a:lnSpc>
              <a:spcAft>
                <a:spcPts val="2000"/>
              </a:spcAft>
              <a:defRPr sz="1800">
                <a:solidFill>
                  <a:schemeClr val="bg1"/>
                </a:solidFill>
              </a:defRPr>
            </a:lvl1pPr>
            <a:lvl2pPr marL="465138" indent="-446088">
              <a:lnSpc>
                <a:spcPts val="2600"/>
              </a:lnSpc>
              <a:spcAft>
                <a:spcPts val="2000"/>
              </a:spcAft>
              <a:tabLst/>
              <a:defRPr sz="1800">
                <a:solidFill>
                  <a:schemeClr val="bg1"/>
                </a:solidFill>
              </a:defRPr>
            </a:lvl2pPr>
            <a:lvl3pPr marL="979488" indent="-496888">
              <a:lnSpc>
                <a:spcPts val="2600"/>
              </a:lnSpc>
              <a:spcAft>
                <a:spcPts val="2000"/>
              </a:spcAft>
              <a:tabLst/>
              <a:defRPr sz="1800">
                <a:solidFill>
                  <a:schemeClr val="bg1"/>
                </a:solidFill>
              </a:defRPr>
            </a:lvl3pPr>
            <a:lvl4pPr marL="1543050" indent="-474663">
              <a:lnSpc>
                <a:spcPts val="2600"/>
              </a:lnSpc>
              <a:spcAft>
                <a:spcPts val="2000"/>
              </a:spcAft>
              <a:tabLst/>
              <a:defRPr sz="1800">
                <a:solidFill>
                  <a:schemeClr val="bg1"/>
                </a:solidFill>
              </a:defRPr>
            </a:lvl4pPr>
            <a:lvl5pPr marL="2008188" indent="-457200">
              <a:lnSpc>
                <a:spcPts val="2600"/>
              </a:lnSpc>
              <a:spcAft>
                <a:spcPts val="2000"/>
              </a:spcAft>
              <a:tabLst/>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3" name="Text Placeholder 4">
            <a:extLst>
              <a:ext uri="{FF2B5EF4-FFF2-40B4-BE49-F238E27FC236}">
                <a16:creationId xmlns:a16="http://schemas.microsoft.com/office/drawing/2014/main" id="{448E252E-4556-6C5B-5694-7CCAB80F9767}"/>
              </a:ext>
            </a:extLst>
          </p:cNvPr>
          <p:cNvSpPr>
            <a:spLocks noGrp="1"/>
          </p:cNvSpPr>
          <p:nvPr>
            <p:ph type="body" sz="quarter" idx="19" hasCustomPrompt="1"/>
          </p:nvPr>
        </p:nvSpPr>
        <p:spPr>
          <a:xfrm>
            <a:off x="16945516" y="4457648"/>
            <a:ext cx="6400800" cy="635027"/>
          </a:xfrm>
        </p:spPr>
        <p:txBody>
          <a:bodyPr anchor="t" anchorCtr="0"/>
          <a:lstStyle>
            <a:lvl1pPr marL="0" indent="0">
              <a:lnSpc>
                <a:spcPts val="4600"/>
              </a:lnSpc>
              <a:spcBef>
                <a:spcPts val="0"/>
              </a:spcBef>
              <a:spcAft>
                <a:spcPts val="0"/>
              </a:spcAft>
              <a:buNone/>
              <a:defRPr sz="3600" b="0" i="0">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4" name="Content Placeholder 5">
            <a:extLst>
              <a:ext uri="{FF2B5EF4-FFF2-40B4-BE49-F238E27FC236}">
                <a16:creationId xmlns:a16="http://schemas.microsoft.com/office/drawing/2014/main" id="{C98BC574-7658-83B2-6D26-AF0FA42F52CD}"/>
              </a:ext>
            </a:extLst>
          </p:cNvPr>
          <p:cNvSpPr>
            <a:spLocks noGrp="1"/>
          </p:cNvSpPr>
          <p:nvPr>
            <p:ph sz="quarter" idx="20"/>
          </p:nvPr>
        </p:nvSpPr>
        <p:spPr>
          <a:xfrm>
            <a:off x="16952264" y="5392896"/>
            <a:ext cx="6400800" cy="6858000"/>
          </a:xfrm>
        </p:spPr>
        <p:txBody>
          <a:bodyPr/>
          <a:lstStyle>
            <a:lvl1pPr>
              <a:lnSpc>
                <a:spcPts val="2600"/>
              </a:lnSpc>
              <a:spcAft>
                <a:spcPts val="2000"/>
              </a:spcAft>
              <a:defRPr sz="1800"/>
            </a:lvl1pPr>
            <a:lvl2pPr marL="465138" indent="-446088">
              <a:lnSpc>
                <a:spcPts val="2600"/>
              </a:lnSpc>
              <a:spcAft>
                <a:spcPts val="2000"/>
              </a:spcAft>
              <a:tabLst/>
              <a:defRPr sz="1800"/>
            </a:lvl2pPr>
            <a:lvl3pPr marL="979488" indent="-496888">
              <a:lnSpc>
                <a:spcPts val="2600"/>
              </a:lnSpc>
              <a:spcAft>
                <a:spcPts val="2000"/>
              </a:spcAft>
              <a:tabLst/>
              <a:defRPr sz="1800"/>
            </a:lvl3pPr>
            <a:lvl4pPr marL="1543050" indent="-474663">
              <a:lnSpc>
                <a:spcPts val="2600"/>
              </a:lnSpc>
              <a:spcAft>
                <a:spcPts val="2000"/>
              </a:spcAft>
              <a:tabLst/>
              <a:defRPr sz="1800"/>
            </a:lvl4pPr>
            <a:lvl5pPr marL="2008188" indent="-457200">
              <a:lnSpc>
                <a:spcPts val="2600"/>
              </a:lnSpc>
              <a:spcAft>
                <a:spcPts val="2000"/>
              </a:spcAft>
              <a:tabLs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6B3F0BC3-0A4E-5D8C-AA99-69064BDC8AA1}"/>
              </a:ext>
            </a:extLst>
          </p:cNvPr>
          <p:cNvSpPr>
            <a:spLocks noGrp="1"/>
          </p:cNvSpPr>
          <p:nvPr>
            <p:ph type="title" hasCustomPrompt="1"/>
          </p:nvPr>
        </p:nvSpPr>
        <p:spPr>
          <a:xfrm>
            <a:off x="682625" y="2121408"/>
            <a:ext cx="23034083" cy="1169989"/>
          </a:xfrm>
        </p:spPr>
        <p:txBody>
          <a:bodyPr/>
          <a:lstStyle>
            <a:lvl1pPr>
              <a:lnSpc>
                <a:spcPts val="4600"/>
              </a:lnSpc>
              <a:defRPr sz="3600">
                <a:latin typeface="+mj-lt"/>
              </a:defRPr>
            </a:lvl1pPr>
          </a:lstStyle>
          <a:p>
            <a:r>
              <a:rPr lang="en-US"/>
              <a:t>Click to edit title</a:t>
            </a:r>
          </a:p>
        </p:txBody>
      </p:sp>
    </p:spTree>
    <p:extLst>
      <p:ext uri="{BB962C8B-B14F-4D97-AF65-F5344CB8AC3E}">
        <p14:creationId xmlns:p14="http://schemas.microsoft.com/office/powerpoint/2010/main" val="5576805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Graphics">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8799E358-3EB9-C878-C5B4-41F12EF92822}"/>
              </a:ext>
            </a:extLst>
          </p:cNvPr>
          <p:cNvSpPr/>
          <p:nvPr/>
        </p:nvSpPr>
        <p:spPr>
          <a:xfrm>
            <a:off x="683259" y="3739199"/>
            <a:ext cx="23012400" cy="8826499"/>
          </a:xfrm>
          <a:custGeom>
            <a:avLst/>
            <a:gdLst>
              <a:gd name="connsiteX0" fmla="*/ 406400 w 23012400"/>
              <a:gd name="connsiteY0" fmla="*/ 0 h 8826499"/>
              <a:gd name="connsiteX1" fmla="*/ 0 w 23012400"/>
              <a:gd name="connsiteY1" fmla="*/ 406400 h 8826499"/>
              <a:gd name="connsiteX2" fmla="*/ 0 w 23012400"/>
              <a:gd name="connsiteY2" fmla="*/ 8420100 h 8826499"/>
              <a:gd name="connsiteX3" fmla="*/ 406400 w 23012400"/>
              <a:gd name="connsiteY3" fmla="*/ 8826500 h 8826499"/>
              <a:gd name="connsiteX4" fmla="*/ 22606000 w 23012400"/>
              <a:gd name="connsiteY4" fmla="*/ 8826500 h 8826499"/>
              <a:gd name="connsiteX5" fmla="*/ 23012400 w 23012400"/>
              <a:gd name="connsiteY5" fmla="*/ 8420100 h 8826499"/>
              <a:gd name="connsiteX6" fmla="*/ 23012400 w 23012400"/>
              <a:gd name="connsiteY6" fmla="*/ 406400 h 8826499"/>
              <a:gd name="connsiteX7" fmla="*/ 22606000 w 23012400"/>
              <a:gd name="connsiteY7" fmla="*/ 0 h 8826499"/>
              <a:gd name="connsiteX8" fmla="*/ 406400 w 23012400"/>
              <a:gd name="connsiteY8" fmla="*/ 0 h 88264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12400" h="8826499">
                <a:moveTo>
                  <a:pt x="406400" y="0"/>
                </a:moveTo>
                <a:cubicBezTo>
                  <a:pt x="181610" y="0"/>
                  <a:pt x="0" y="181610"/>
                  <a:pt x="0" y="406400"/>
                </a:cubicBezTo>
                <a:lnTo>
                  <a:pt x="0" y="8420100"/>
                </a:lnTo>
                <a:cubicBezTo>
                  <a:pt x="0" y="8644890"/>
                  <a:pt x="181610" y="8826500"/>
                  <a:pt x="406400" y="8826500"/>
                </a:cubicBezTo>
                <a:lnTo>
                  <a:pt x="22606000" y="8826500"/>
                </a:lnTo>
                <a:cubicBezTo>
                  <a:pt x="22830790" y="8826500"/>
                  <a:pt x="23012400" y="8644890"/>
                  <a:pt x="23012400" y="8420100"/>
                </a:cubicBezTo>
                <a:lnTo>
                  <a:pt x="23012400" y="406400"/>
                </a:lnTo>
                <a:cubicBezTo>
                  <a:pt x="23012400" y="181610"/>
                  <a:pt x="22830790" y="0"/>
                  <a:pt x="22606000" y="0"/>
                </a:cubicBezTo>
                <a:lnTo>
                  <a:pt x="406400" y="0"/>
                </a:lnTo>
                <a:close/>
              </a:path>
            </a:pathLst>
          </a:custGeom>
          <a:solidFill>
            <a:srgbClr val="0053E2"/>
          </a:solidFill>
          <a:ln w="1270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832E04EF-857A-0FCE-1765-5C409475DB06}"/>
              </a:ext>
            </a:extLst>
          </p:cNvPr>
          <p:cNvSpPr/>
          <p:nvPr/>
        </p:nvSpPr>
        <p:spPr>
          <a:xfrm>
            <a:off x="683259" y="3739199"/>
            <a:ext cx="23012400" cy="5953760"/>
          </a:xfrm>
          <a:custGeom>
            <a:avLst/>
            <a:gdLst>
              <a:gd name="connsiteX0" fmla="*/ 406400 w 23012400"/>
              <a:gd name="connsiteY0" fmla="*/ 0 h 5953760"/>
              <a:gd name="connsiteX1" fmla="*/ 0 w 23012400"/>
              <a:gd name="connsiteY1" fmla="*/ 406400 h 5953760"/>
              <a:gd name="connsiteX2" fmla="*/ 0 w 23012400"/>
              <a:gd name="connsiteY2" fmla="*/ 5547360 h 5953760"/>
              <a:gd name="connsiteX3" fmla="*/ 406400 w 23012400"/>
              <a:gd name="connsiteY3" fmla="*/ 5953760 h 5953760"/>
              <a:gd name="connsiteX4" fmla="*/ 22606000 w 23012400"/>
              <a:gd name="connsiteY4" fmla="*/ 5953760 h 5953760"/>
              <a:gd name="connsiteX5" fmla="*/ 23012400 w 23012400"/>
              <a:gd name="connsiteY5" fmla="*/ 5547360 h 5953760"/>
              <a:gd name="connsiteX6" fmla="*/ 23012400 w 23012400"/>
              <a:gd name="connsiteY6" fmla="*/ 406400 h 5953760"/>
              <a:gd name="connsiteX7" fmla="*/ 22606000 w 23012400"/>
              <a:gd name="connsiteY7" fmla="*/ 0 h 5953760"/>
              <a:gd name="connsiteX8" fmla="*/ 406400 w 23012400"/>
              <a:gd name="connsiteY8" fmla="*/ 0 h 5953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12400" h="5953760">
                <a:moveTo>
                  <a:pt x="406400" y="0"/>
                </a:moveTo>
                <a:cubicBezTo>
                  <a:pt x="181610" y="0"/>
                  <a:pt x="0" y="181610"/>
                  <a:pt x="0" y="406400"/>
                </a:cubicBezTo>
                <a:lnTo>
                  <a:pt x="0" y="5547360"/>
                </a:lnTo>
                <a:cubicBezTo>
                  <a:pt x="0" y="5772150"/>
                  <a:pt x="181610" y="5953760"/>
                  <a:pt x="406400" y="5953760"/>
                </a:cubicBezTo>
                <a:lnTo>
                  <a:pt x="22606000" y="5953760"/>
                </a:lnTo>
                <a:cubicBezTo>
                  <a:pt x="22830790" y="5953760"/>
                  <a:pt x="23012400" y="5772150"/>
                  <a:pt x="23012400" y="5547360"/>
                </a:cubicBezTo>
                <a:lnTo>
                  <a:pt x="23012400" y="406400"/>
                </a:lnTo>
                <a:cubicBezTo>
                  <a:pt x="23012400" y="181610"/>
                  <a:pt x="22830790" y="0"/>
                  <a:pt x="22606000" y="0"/>
                </a:cubicBezTo>
                <a:lnTo>
                  <a:pt x="406400" y="0"/>
                </a:lnTo>
                <a:close/>
              </a:path>
            </a:pathLst>
          </a:custGeom>
          <a:solidFill>
            <a:srgbClr val="4DBDF5"/>
          </a:solidFill>
          <a:ln w="1270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A1025D47-A4FC-3962-9ECB-EA85A875EB92}"/>
              </a:ext>
            </a:extLst>
          </p:cNvPr>
          <p:cNvSpPr/>
          <p:nvPr/>
        </p:nvSpPr>
        <p:spPr>
          <a:xfrm>
            <a:off x="683259" y="3739199"/>
            <a:ext cx="23012400" cy="2860039"/>
          </a:xfrm>
          <a:custGeom>
            <a:avLst/>
            <a:gdLst>
              <a:gd name="connsiteX0" fmla="*/ 406400 w 23012400"/>
              <a:gd name="connsiteY0" fmla="*/ 0 h 2860039"/>
              <a:gd name="connsiteX1" fmla="*/ 0 w 23012400"/>
              <a:gd name="connsiteY1" fmla="*/ 406400 h 2860039"/>
              <a:gd name="connsiteX2" fmla="*/ 0 w 23012400"/>
              <a:gd name="connsiteY2" fmla="*/ 2453640 h 2860039"/>
              <a:gd name="connsiteX3" fmla="*/ 406400 w 23012400"/>
              <a:gd name="connsiteY3" fmla="*/ 2860040 h 2860039"/>
              <a:gd name="connsiteX4" fmla="*/ 22606000 w 23012400"/>
              <a:gd name="connsiteY4" fmla="*/ 2860040 h 2860039"/>
              <a:gd name="connsiteX5" fmla="*/ 23012400 w 23012400"/>
              <a:gd name="connsiteY5" fmla="*/ 2453640 h 2860039"/>
              <a:gd name="connsiteX6" fmla="*/ 23012400 w 23012400"/>
              <a:gd name="connsiteY6" fmla="*/ 406400 h 2860039"/>
              <a:gd name="connsiteX7" fmla="*/ 22606000 w 23012400"/>
              <a:gd name="connsiteY7" fmla="*/ 0 h 2860039"/>
              <a:gd name="connsiteX8" fmla="*/ 406400 w 23012400"/>
              <a:gd name="connsiteY8" fmla="*/ 0 h 2860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012400" h="2860039">
                <a:moveTo>
                  <a:pt x="406400" y="0"/>
                </a:moveTo>
                <a:cubicBezTo>
                  <a:pt x="181610" y="0"/>
                  <a:pt x="0" y="181610"/>
                  <a:pt x="0" y="406400"/>
                </a:cubicBezTo>
                <a:lnTo>
                  <a:pt x="0" y="2453640"/>
                </a:lnTo>
                <a:cubicBezTo>
                  <a:pt x="0" y="2677160"/>
                  <a:pt x="181610" y="2860040"/>
                  <a:pt x="406400" y="2860040"/>
                </a:cubicBezTo>
                <a:lnTo>
                  <a:pt x="22606000" y="2860040"/>
                </a:lnTo>
                <a:cubicBezTo>
                  <a:pt x="22830790" y="2860040"/>
                  <a:pt x="23012400" y="2677160"/>
                  <a:pt x="23012400" y="2453640"/>
                </a:cubicBezTo>
                <a:lnTo>
                  <a:pt x="23012400" y="406400"/>
                </a:lnTo>
                <a:cubicBezTo>
                  <a:pt x="23012400" y="181610"/>
                  <a:pt x="22830790" y="0"/>
                  <a:pt x="22606000" y="0"/>
                </a:cubicBezTo>
                <a:lnTo>
                  <a:pt x="406400" y="0"/>
                </a:lnTo>
                <a:close/>
              </a:path>
            </a:pathLst>
          </a:custGeom>
          <a:solidFill>
            <a:srgbClr val="A9DDF7"/>
          </a:solidFill>
          <a:ln w="12700" cap="flat">
            <a:noFill/>
            <a:prstDash val="solid"/>
            <a:miter/>
          </a:ln>
        </p:spPr>
        <p:txBody>
          <a:bodyPr rtlCol="0" anchor="ctr"/>
          <a:lstStyle/>
          <a:p>
            <a:endParaRPr lang="en-US"/>
          </a:p>
        </p:txBody>
      </p:sp>
      <p:sp>
        <p:nvSpPr>
          <p:cNvPr id="2" name="Title 1"/>
          <p:cNvSpPr>
            <a:spLocks noGrp="1"/>
          </p:cNvSpPr>
          <p:nvPr>
            <p:ph type="title" hasCustomPrompt="1"/>
          </p:nvPr>
        </p:nvSpPr>
        <p:spPr>
          <a:xfrm>
            <a:off x="682625" y="2121408"/>
            <a:ext cx="23034083" cy="1169989"/>
          </a:xfrm>
        </p:spPr>
        <p:txBody>
          <a:bodyPr vert="horz" lIns="0" tIns="0" rIns="0" bIns="0" rtlCol="0" anchor="t" anchorCtr="0">
            <a:noAutofit/>
          </a:bodyPr>
          <a:lstStyle>
            <a:lvl1pPr>
              <a:defRPr lang="en-US" dirty="0">
                <a:latin typeface="+mj-lt"/>
              </a:defRPr>
            </a:lvl1pPr>
          </a:lstStyle>
          <a:p>
            <a:pPr lvl="0"/>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 name="Content Placeholder 3"/>
          <p:cNvSpPr>
            <a:spLocks noGrp="1"/>
          </p:cNvSpPr>
          <p:nvPr>
            <p:ph sz="half" idx="2"/>
          </p:nvPr>
        </p:nvSpPr>
        <p:spPr>
          <a:xfrm>
            <a:off x="8483990" y="4223301"/>
            <a:ext cx="14633575" cy="2022306"/>
          </a:xfrm>
        </p:spPr>
        <p:txBody>
          <a:bodyPr/>
          <a:lstStyle>
            <a:lvl1pPr>
              <a:lnSpc>
                <a:spcPts val="4600"/>
              </a:lnSpc>
              <a:spcAft>
                <a:spcPts val="1500"/>
              </a:spcAft>
              <a:defRPr sz="3600"/>
            </a:lvl1pPr>
            <a:lvl2pPr marL="465138" indent="-446088">
              <a:lnSpc>
                <a:spcPts val="4600"/>
              </a:lnSpc>
              <a:spcAft>
                <a:spcPts val="1500"/>
              </a:spcAft>
              <a:tabLst/>
              <a:defRPr sz="3600"/>
            </a:lvl2pPr>
            <a:lvl3pPr marL="915988" indent="-433388">
              <a:lnSpc>
                <a:spcPts val="4600"/>
              </a:lnSpc>
              <a:spcAft>
                <a:spcPts val="1500"/>
              </a:spcAft>
              <a:tabLst/>
              <a:defRPr sz="3600"/>
            </a:lvl3pPr>
            <a:lvl4pPr marL="1543050" indent="-474663">
              <a:lnSpc>
                <a:spcPts val="4600"/>
              </a:lnSpc>
              <a:spcAft>
                <a:spcPts val="1500"/>
              </a:spcAft>
              <a:tabLst/>
              <a:defRPr sz="3600"/>
            </a:lvl4pPr>
            <a:lvl5pPr marL="2008188" indent="-457200">
              <a:lnSpc>
                <a:spcPts val="4600"/>
              </a:lnSpc>
              <a:spcAft>
                <a:spcPts val="1500"/>
              </a:spcAft>
              <a:tabLst/>
              <a:defRPr sz="3600"/>
            </a:lvl5pPr>
          </a:lstStyle>
          <a:p>
            <a:pPr lvl="0"/>
            <a:r>
              <a:rPr lang="en-US"/>
              <a:t>Click to edit Master text styles</a:t>
            </a:r>
          </a:p>
          <a:p>
            <a:pPr lvl="1"/>
            <a:r>
              <a:rPr lang="en-US"/>
              <a:t>Second level</a:t>
            </a:r>
          </a:p>
          <a:p>
            <a:pPr lvl="2"/>
            <a:r>
              <a:rPr lang="en-US"/>
              <a:t>Third level</a:t>
            </a:r>
          </a:p>
        </p:txBody>
      </p:sp>
      <p:sp>
        <p:nvSpPr>
          <p:cNvPr id="3" name="Content Placeholder 3">
            <a:extLst>
              <a:ext uri="{FF2B5EF4-FFF2-40B4-BE49-F238E27FC236}">
                <a16:creationId xmlns:a16="http://schemas.microsoft.com/office/drawing/2014/main" id="{D0C7DA97-0326-9EC1-4C3E-1815D45D2B1F}"/>
              </a:ext>
            </a:extLst>
          </p:cNvPr>
          <p:cNvSpPr>
            <a:spLocks noGrp="1"/>
          </p:cNvSpPr>
          <p:nvPr>
            <p:ph sz="half" idx="23"/>
          </p:nvPr>
        </p:nvSpPr>
        <p:spPr>
          <a:xfrm>
            <a:off x="8483990" y="7085072"/>
            <a:ext cx="14633575" cy="2022306"/>
          </a:xfrm>
        </p:spPr>
        <p:txBody>
          <a:bodyPr/>
          <a:lstStyle>
            <a:lvl1pPr>
              <a:lnSpc>
                <a:spcPts val="4600"/>
              </a:lnSpc>
              <a:spcAft>
                <a:spcPts val="1500"/>
              </a:spcAft>
              <a:defRPr sz="3600"/>
            </a:lvl1pPr>
            <a:lvl2pPr marL="465138" indent="-446088">
              <a:lnSpc>
                <a:spcPts val="4600"/>
              </a:lnSpc>
              <a:spcAft>
                <a:spcPts val="1500"/>
              </a:spcAft>
              <a:tabLst/>
              <a:defRPr sz="3600"/>
            </a:lvl2pPr>
            <a:lvl3pPr marL="915988" indent="-433388">
              <a:lnSpc>
                <a:spcPts val="4600"/>
              </a:lnSpc>
              <a:spcAft>
                <a:spcPts val="1500"/>
              </a:spcAft>
              <a:tabLst/>
              <a:defRPr sz="3600"/>
            </a:lvl3pPr>
            <a:lvl4pPr marL="1543050" indent="-474663">
              <a:lnSpc>
                <a:spcPts val="4600"/>
              </a:lnSpc>
              <a:spcAft>
                <a:spcPts val="1500"/>
              </a:spcAft>
              <a:tabLst/>
              <a:defRPr sz="3600"/>
            </a:lvl4pPr>
            <a:lvl5pPr marL="2008188" indent="-457200">
              <a:lnSpc>
                <a:spcPts val="4600"/>
              </a:lnSpc>
              <a:spcAft>
                <a:spcPts val="1500"/>
              </a:spcAft>
              <a:tabLst/>
              <a:defRPr sz="3600"/>
            </a:lvl5pPr>
          </a:lstStyle>
          <a:p>
            <a:pPr lvl="0"/>
            <a:r>
              <a:rPr lang="en-US"/>
              <a:t>Click to edit Master text styles</a:t>
            </a:r>
          </a:p>
          <a:p>
            <a:pPr lvl="1"/>
            <a:r>
              <a:rPr lang="en-US"/>
              <a:t>Second level</a:t>
            </a:r>
          </a:p>
          <a:p>
            <a:pPr lvl="2"/>
            <a:r>
              <a:rPr lang="en-US"/>
              <a:t>Third level</a:t>
            </a:r>
          </a:p>
        </p:txBody>
      </p:sp>
      <p:sp>
        <p:nvSpPr>
          <p:cNvPr id="5" name="Content Placeholder 3">
            <a:extLst>
              <a:ext uri="{FF2B5EF4-FFF2-40B4-BE49-F238E27FC236}">
                <a16:creationId xmlns:a16="http://schemas.microsoft.com/office/drawing/2014/main" id="{E8D6179A-69FE-CCB2-253D-E5AFD8676B2C}"/>
              </a:ext>
            </a:extLst>
          </p:cNvPr>
          <p:cNvSpPr>
            <a:spLocks noGrp="1"/>
          </p:cNvSpPr>
          <p:nvPr>
            <p:ph sz="half" idx="24"/>
          </p:nvPr>
        </p:nvSpPr>
        <p:spPr>
          <a:xfrm>
            <a:off x="8483990" y="10188575"/>
            <a:ext cx="14633575" cy="2022306"/>
          </a:xfrm>
        </p:spPr>
        <p:txBody>
          <a:bodyPr/>
          <a:lstStyle>
            <a:lvl1pPr>
              <a:lnSpc>
                <a:spcPts val="4600"/>
              </a:lnSpc>
              <a:spcAft>
                <a:spcPts val="1500"/>
              </a:spcAft>
              <a:defRPr sz="3600">
                <a:solidFill>
                  <a:schemeClr val="bg1"/>
                </a:solidFill>
              </a:defRPr>
            </a:lvl1pPr>
            <a:lvl2pPr marL="465138" indent="-446088">
              <a:lnSpc>
                <a:spcPts val="4600"/>
              </a:lnSpc>
              <a:spcAft>
                <a:spcPts val="1500"/>
              </a:spcAft>
              <a:tabLst/>
              <a:defRPr sz="3600">
                <a:solidFill>
                  <a:schemeClr val="bg1"/>
                </a:solidFill>
              </a:defRPr>
            </a:lvl2pPr>
            <a:lvl3pPr marL="915988" indent="-433388">
              <a:lnSpc>
                <a:spcPts val="4600"/>
              </a:lnSpc>
              <a:spcAft>
                <a:spcPts val="1500"/>
              </a:spcAft>
              <a:tabLst/>
              <a:defRPr sz="3600">
                <a:solidFill>
                  <a:schemeClr val="bg1"/>
                </a:solidFill>
              </a:defRPr>
            </a:lvl3pPr>
            <a:lvl4pPr marL="1543050" indent="-474663">
              <a:lnSpc>
                <a:spcPts val="4600"/>
              </a:lnSpc>
              <a:spcAft>
                <a:spcPts val="1500"/>
              </a:spcAft>
              <a:tabLst/>
              <a:defRPr sz="3600">
                <a:solidFill>
                  <a:schemeClr val="bg2"/>
                </a:solidFill>
              </a:defRPr>
            </a:lvl4pPr>
            <a:lvl5pPr marL="2008188" indent="-457200">
              <a:lnSpc>
                <a:spcPts val="4600"/>
              </a:lnSpc>
              <a:spcAft>
                <a:spcPts val="1500"/>
              </a:spcAft>
              <a:tabLst/>
              <a:defRPr sz="3600">
                <a:solidFill>
                  <a:schemeClr val="bg2"/>
                </a:solidFill>
              </a:defRPr>
            </a:lvl5pPr>
          </a:lstStyle>
          <a:p>
            <a:pPr lvl="0"/>
            <a:r>
              <a:rPr lang="en-US"/>
              <a:t>Click to edit Master text styles</a:t>
            </a:r>
          </a:p>
          <a:p>
            <a:pPr lvl="1"/>
            <a:r>
              <a:rPr lang="en-US"/>
              <a:t>Second level</a:t>
            </a:r>
          </a:p>
          <a:p>
            <a:pPr lvl="2"/>
            <a:r>
              <a:rPr lang="en-US"/>
              <a:t>Third level</a:t>
            </a:r>
          </a:p>
        </p:txBody>
      </p:sp>
      <p:sp>
        <p:nvSpPr>
          <p:cNvPr id="11" name="Content Placeholder 2">
            <a:extLst>
              <a:ext uri="{FF2B5EF4-FFF2-40B4-BE49-F238E27FC236}">
                <a16:creationId xmlns:a16="http://schemas.microsoft.com/office/drawing/2014/main" id="{C8A5E909-E38B-A912-083F-7C976D2201B8}"/>
              </a:ext>
            </a:extLst>
          </p:cNvPr>
          <p:cNvSpPr>
            <a:spLocks noGrp="1"/>
          </p:cNvSpPr>
          <p:nvPr>
            <p:ph idx="1" hasCustomPrompt="1"/>
          </p:nvPr>
        </p:nvSpPr>
        <p:spPr>
          <a:xfrm>
            <a:off x="1152280" y="4089650"/>
            <a:ext cx="6954110" cy="1953182"/>
          </a:xfrm>
        </p:spPr>
        <p:txBody>
          <a:bodyPr anchor="t" anchorCtr="0"/>
          <a:lstStyle>
            <a:lvl1pPr marL="298450" indent="-298450">
              <a:lnSpc>
                <a:spcPts val="9000"/>
              </a:lnSpc>
              <a:spcAft>
                <a:spcPts val="0"/>
              </a:spcAft>
              <a:tabLst/>
              <a:defRPr lang="en-US" sz="8000" b="0" i="0" kern="1200" dirty="0">
                <a:solidFill>
                  <a:schemeClr val="accent1"/>
                </a:solidFill>
                <a:latin typeface="Everyday Sans Light" pitchFamily="2" charset="77"/>
                <a:ea typeface="+mn-ea"/>
                <a:cs typeface="+mn-cs"/>
              </a:defRPr>
            </a:lvl1pPr>
            <a:lvl2pPr>
              <a:defRPr sz="5599"/>
            </a:lvl2pPr>
            <a:lvl3pPr>
              <a:defRPr sz="4799"/>
            </a:lvl3pPr>
            <a:lvl4pPr>
              <a:defRPr sz="3999"/>
            </a:lvl4pPr>
            <a:lvl5pPr>
              <a:defRPr sz="3999"/>
            </a:lvl5pPr>
            <a:lvl6pPr>
              <a:defRPr sz="3999"/>
            </a:lvl6pPr>
            <a:lvl7pPr>
              <a:defRPr sz="3999"/>
            </a:lvl7pPr>
            <a:lvl8pPr>
              <a:defRPr sz="3999"/>
            </a:lvl8pPr>
            <a:lvl9pPr>
              <a:defRPr sz="3999"/>
            </a:lvl9pPr>
          </a:lstStyle>
          <a:p>
            <a:pPr lvl="0"/>
            <a:r>
              <a:rPr lang="en-US"/>
              <a:t>Get</a:t>
            </a:r>
          </a:p>
        </p:txBody>
      </p:sp>
      <p:sp>
        <p:nvSpPr>
          <p:cNvPr id="21" name="Content Placeholder 2">
            <a:extLst>
              <a:ext uri="{FF2B5EF4-FFF2-40B4-BE49-F238E27FC236}">
                <a16:creationId xmlns:a16="http://schemas.microsoft.com/office/drawing/2014/main" id="{5C3713A6-37E0-06F6-C2DE-2C8C054510D4}"/>
              </a:ext>
            </a:extLst>
          </p:cNvPr>
          <p:cNvSpPr>
            <a:spLocks noGrp="1"/>
          </p:cNvSpPr>
          <p:nvPr>
            <p:ph idx="25" hasCustomPrompt="1"/>
          </p:nvPr>
        </p:nvSpPr>
        <p:spPr>
          <a:xfrm>
            <a:off x="1152280" y="6951251"/>
            <a:ext cx="6954110" cy="1953182"/>
          </a:xfrm>
        </p:spPr>
        <p:txBody>
          <a:bodyPr anchor="t" anchorCtr="0"/>
          <a:lstStyle>
            <a:lvl1pPr marL="298450" indent="-298450">
              <a:lnSpc>
                <a:spcPts val="9000"/>
              </a:lnSpc>
              <a:spcAft>
                <a:spcPts val="0"/>
              </a:spcAft>
              <a:tabLst/>
              <a:defRPr lang="en-US" sz="8000" b="0" i="0" kern="1200" dirty="0">
                <a:solidFill>
                  <a:schemeClr val="accent1"/>
                </a:solidFill>
                <a:latin typeface="Everyday Sans Light" pitchFamily="2" charset="77"/>
                <a:ea typeface="+mn-ea"/>
                <a:cs typeface="+mn-cs"/>
              </a:defRPr>
            </a:lvl1pPr>
            <a:lvl2pPr>
              <a:defRPr sz="5599"/>
            </a:lvl2pPr>
            <a:lvl3pPr>
              <a:defRPr sz="4799"/>
            </a:lvl3pPr>
            <a:lvl4pPr>
              <a:defRPr sz="3999"/>
            </a:lvl4pPr>
            <a:lvl5pPr>
              <a:defRPr sz="3999"/>
            </a:lvl5pPr>
            <a:lvl6pPr>
              <a:defRPr sz="3999"/>
            </a:lvl6pPr>
            <a:lvl7pPr>
              <a:defRPr sz="3999"/>
            </a:lvl7pPr>
            <a:lvl8pPr>
              <a:defRPr sz="3999"/>
            </a:lvl8pPr>
            <a:lvl9pPr>
              <a:defRPr sz="3999"/>
            </a:lvl9pPr>
          </a:lstStyle>
          <a:p>
            <a:pPr lvl="0"/>
            <a:r>
              <a:rPr lang="en-US"/>
              <a:t>To</a:t>
            </a:r>
          </a:p>
        </p:txBody>
      </p:sp>
      <p:sp>
        <p:nvSpPr>
          <p:cNvPr id="25" name="Content Placeholder 2">
            <a:extLst>
              <a:ext uri="{FF2B5EF4-FFF2-40B4-BE49-F238E27FC236}">
                <a16:creationId xmlns:a16="http://schemas.microsoft.com/office/drawing/2014/main" id="{3B9984BB-AC74-EB5A-8483-27C4BC9AC92A}"/>
              </a:ext>
            </a:extLst>
          </p:cNvPr>
          <p:cNvSpPr>
            <a:spLocks noGrp="1"/>
          </p:cNvSpPr>
          <p:nvPr>
            <p:ph idx="26" hasCustomPrompt="1"/>
          </p:nvPr>
        </p:nvSpPr>
        <p:spPr>
          <a:xfrm>
            <a:off x="1152280" y="10025499"/>
            <a:ext cx="6954110" cy="1953182"/>
          </a:xfrm>
        </p:spPr>
        <p:txBody>
          <a:bodyPr anchor="t" anchorCtr="0"/>
          <a:lstStyle>
            <a:lvl1pPr marL="298450" indent="-298450">
              <a:lnSpc>
                <a:spcPts val="9000"/>
              </a:lnSpc>
              <a:spcAft>
                <a:spcPts val="0"/>
              </a:spcAft>
              <a:tabLst/>
              <a:defRPr lang="en-US" sz="8000" b="0" i="0" kern="1200" dirty="0">
                <a:solidFill>
                  <a:schemeClr val="bg1"/>
                </a:solidFill>
                <a:latin typeface="Everyday Sans Light" pitchFamily="2" charset="77"/>
                <a:ea typeface="+mn-ea"/>
                <a:cs typeface="+mn-cs"/>
              </a:defRPr>
            </a:lvl1pPr>
            <a:lvl2pPr>
              <a:defRPr sz="5599"/>
            </a:lvl2pPr>
            <a:lvl3pPr>
              <a:defRPr sz="4799"/>
            </a:lvl3pPr>
            <a:lvl4pPr>
              <a:defRPr sz="3999"/>
            </a:lvl4pPr>
            <a:lvl5pPr>
              <a:defRPr sz="3999"/>
            </a:lvl5pPr>
            <a:lvl6pPr>
              <a:defRPr sz="3999"/>
            </a:lvl6pPr>
            <a:lvl7pPr>
              <a:defRPr sz="3999"/>
            </a:lvl7pPr>
            <a:lvl8pPr>
              <a:defRPr sz="3999"/>
            </a:lvl8pPr>
            <a:lvl9pPr>
              <a:defRPr sz="3999"/>
            </a:lvl9pPr>
          </a:lstStyle>
          <a:p>
            <a:pPr lvl="0"/>
            <a:r>
              <a:rPr lang="en-US"/>
              <a:t>By</a:t>
            </a:r>
          </a:p>
        </p:txBody>
      </p:sp>
    </p:spTree>
    <p:extLst>
      <p:ext uri="{BB962C8B-B14F-4D97-AF65-F5344CB8AC3E}">
        <p14:creationId xmlns:p14="http://schemas.microsoft.com/office/powerpoint/2010/main" val="399916273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_Graphics">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A26C0E9A-C62F-5444-3052-EC6FBE921780}"/>
              </a:ext>
            </a:extLst>
          </p:cNvPr>
          <p:cNvSpPr/>
          <p:nvPr/>
        </p:nvSpPr>
        <p:spPr>
          <a:xfrm>
            <a:off x="8466154" y="3761560"/>
            <a:ext cx="4870451" cy="8826740"/>
          </a:xfrm>
          <a:custGeom>
            <a:avLst/>
            <a:gdLst>
              <a:gd name="connsiteX0" fmla="*/ 4464158 w 4870451"/>
              <a:gd name="connsiteY0" fmla="*/ 0 h 8826740"/>
              <a:gd name="connsiteX1" fmla="*/ 4870452 w 4870451"/>
              <a:gd name="connsiteY1" fmla="*/ 406294 h 8826740"/>
              <a:gd name="connsiteX2" fmla="*/ 4870452 w 4870451"/>
              <a:gd name="connsiteY2" fmla="*/ 8420447 h 8826740"/>
              <a:gd name="connsiteX3" fmla="*/ 4464158 w 4870451"/>
              <a:gd name="connsiteY3" fmla="*/ 8826741 h 8826740"/>
              <a:gd name="connsiteX4" fmla="*/ 406295 w 4870451"/>
              <a:gd name="connsiteY4" fmla="*/ 8826741 h 8826740"/>
              <a:gd name="connsiteX5" fmla="*/ 1 w 4870451"/>
              <a:gd name="connsiteY5" fmla="*/ 8420447 h 8826740"/>
              <a:gd name="connsiteX6" fmla="*/ 1 w 4870451"/>
              <a:gd name="connsiteY6" fmla="*/ 406294 h 8826740"/>
              <a:gd name="connsiteX7" fmla="*/ 406295 w 4870451"/>
              <a:gd name="connsiteY7" fmla="*/ 0 h 8826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70451" h="8826740">
                <a:moveTo>
                  <a:pt x="4464158" y="0"/>
                </a:moveTo>
                <a:cubicBezTo>
                  <a:pt x="4688548" y="0"/>
                  <a:pt x="4870452" y="181904"/>
                  <a:pt x="4870452" y="406294"/>
                </a:cubicBezTo>
                <a:lnTo>
                  <a:pt x="4870452" y="8420447"/>
                </a:lnTo>
                <a:cubicBezTo>
                  <a:pt x="4870452" y="8644837"/>
                  <a:pt x="4688548" y="8826741"/>
                  <a:pt x="4464158" y="8826741"/>
                </a:cubicBezTo>
                <a:lnTo>
                  <a:pt x="406295" y="8826741"/>
                </a:lnTo>
                <a:cubicBezTo>
                  <a:pt x="181905" y="8826741"/>
                  <a:pt x="1" y="8644837"/>
                  <a:pt x="1" y="8420447"/>
                </a:cubicBezTo>
                <a:lnTo>
                  <a:pt x="1" y="406294"/>
                </a:lnTo>
                <a:cubicBezTo>
                  <a:pt x="1" y="181904"/>
                  <a:pt x="181905" y="0"/>
                  <a:pt x="406295" y="0"/>
                </a:cubicBezTo>
                <a:close/>
              </a:path>
            </a:pathLst>
          </a:custGeom>
          <a:solidFill>
            <a:schemeClr val="accent4"/>
          </a:solidFill>
          <a:ln w="12695"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5C3C3B2E-6AEB-3B3A-E92D-EF27FCAB1646}"/>
              </a:ext>
            </a:extLst>
          </p:cNvPr>
          <p:cNvSpPr/>
          <p:nvPr/>
        </p:nvSpPr>
        <p:spPr>
          <a:xfrm>
            <a:off x="18858397" y="3761560"/>
            <a:ext cx="4831091" cy="8826740"/>
          </a:xfrm>
          <a:custGeom>
            <a:avLst/>
            <a:gdLst>
              <a:gd name="connsiteX0" fmla="*/ 4424798 w 4831091"/>
              <a:gd name="connsiteY0" fmla="*/ 0 h 8826740"/>
              <a:gd name="connsiteX1" fmla="*/ 4831092 w 4831091"/>
              <a:gd name="connsiteY1" fmla="*/ 406294 h 8826740"/>
              <a:gd name="connsiteX2" fmla="*/ 4831092 w 4831091"/>
              <a:gd name="connsiteY2" fmla="*/ 8420447 h 8826740"/>
              <a:gd name="connsiteX3" fmla="*/ 4424798 w 4831091"/>
              <a:gd name="connsiteY3" fmla="*/ 8826741 h 8826740"/>
              <a:gd name="connsiteX4" fmla="*/ 406295 w 4831091"/>
              <a:gd name="connsiteY4" fmla="*/ 8826741 h 8826740"/>
              <a:gd name="connsiteX5" fmla="*/ 1 w 4831091"/>
              <a:gd name="connsiteY5" fmla="*/ 8420447 h 8826740"/>
              <a:gd name="connsiteX6" fmla="*/ 1 w 4831091"/>
              <a:gd name="connsiteY6" fmla="*/ 406294 h 8826740"/>
              <a:gd name="connsiteX7" fmla="*/ 406295 w 4831091"/>
              <a:gd name="connsiteY7" fmla="*/ 0 h 8826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1091" h="8826740">
                <a:moveTo>
                  <a:pt x="4424798" y="0"/>
                </a:moveTo>
                <a:cubicBezTo>
                  <a:pt x="4649188" y="0"/>
                  <a:pt x="4831092" y="181904"/>
                  <a:pt x="4831092" y="406294"/>
                </a:cubicBezTo>
                <a:lnTo>
                  <a:pt x="4831092" y="8420447"/>
                </a:lnTo>
                <a:cubicBezTo>
                  <a:pt x="4831092" y="8644837"/>
                  <a:pt x="4649188" y="8826741"/>
                  <a:pt x="4424798" y="8826741"/>
                </a:cubicBezTo>
                <a:lnTo>
                  <a:pt x="406295" y="8826741"/>
                </a:lnTo>
                <a:cubicBezTo>
                  <a:pt x="181905" y="8826741"/>
                  <a:pt x="1" y="8644837"/>
                  <a:pt x="1" y="8420447"/>
                </a:cubicBezTo>
                <a:lnTo>
                  <a:pt x="1" y="406294"/>
                </a:lnTo>
                <a:cubicBezTo>
                  <a:pt x="1" y="181904"/>
                  <a:pt x="181905" y="0"/>
                  <a:pt x="406295" y="0"/>
                </a:cubicBezTo>
                <a:close/>
              </a:path>
            </a:pathLst>
          </a:custGeom>
          <a:solidFill>
            <a:schemeClr val="accent4"/>
          </a:solidFill>
          <a:ln w="1269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41592CA5-ACEF-3366-DFF1-A865EF2625D4}"/>
              </a:ext>
            </a:extLst>
          </p:cNvPr>
          <p:cNvSpPr/>
          <p:nvPr/>
        </p:nvSpPr>
        <p:spPr>
          <a:xfrm>
            <a:off x="13684495" y="3761560"/>
            <a:ext cx="4831091" cy="8826740"/>
          </a:xfrm>
          <a:custGeom>
            <a:avLst/>
            <a:gdLst>
              <a:gd name="connsiteX0" fmla="*/ 4424798 w 4831091"/>
              <a:gd name="connsiteY0" fmla="*/ 0 h 8826740"/>
              <a:gd name="connsiteX1" fmla="*/ 4831092 w 4831091"/>
              <a:gd name="connsiteY1" fmla="*/ 406294 h 8826740"/>
              <a:gd name="connsiteX2" fmla="*/ 4831092 w 4831091"/>
              <a:gd name="connsiteY2" fmla="*/ 8420447 h 8826740"/>
              <a:gd name="connsiteX3" fmla="*/ 4424798 w 4831091"/>
              <a:gd name="connsiteY3" fmla="*/ 8826741 h 8826740"/>
              <a:gd name="connsiteX4" fmla="*/ 406295 w 4831091"/>
              <a:gd name="connsiteY4" fmla="*/ 8826741 h 8826740"/>
              <a:gd name="connsiteX5" fmla="*/ 1 w 4831091"/>
              <a:gd name="connsiteY5" fmla="*/ 8420447 h 8826740"/>
              <a:gd name="connsiteX6" fmla="*/ 1 w 4831091"/>
              <a:gd name="connsiteY6" fmla="*/ 406294 h 8826740"/>
              <a:gd name="connsiteX7" fmla="*/ 406295 w 4831091"/>
              <a:gd name="connsiteY7" fmla="*/ 0 h 8826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31091" h="8826740">
                <a:moveTo>
                  <a:pt x="4424798" y="0"/>
                </a:moveTo>
                <a:cubicBezTo>
                  <a:pt x="4649188" y="0"/>
                  <a:pt x="4831092" y="181904"/>
                  <a:pt x="4831092" y="406294"/>
                </a:cubicBezTo>
                <a:lnTo>
                  <a:pt x="4831092" y="8420447"/>
                </a:lnTo>
                <a:cubicBezTo>
                  <a:pt x="4831092" y="8644837"/>
                  <a:pt x="4649188" y="8826741"/>
                  <a:pt x="4424798" y="8826741"/>
                </a:cubicBezTo>
                <a:lnTo>
                  <a:pt x="406295" y="8826741"/>
                </a:lnTo>
                <a:cubicBezTo>
                  <a:pt x="181905" y="8826741"/>
                  <a:pt x="1" y="8644837"/>
                  <a:pt x="1" y="8420447"/>
                </a:cubicBezTo>
                <a:lnTo>
                  <a:pt x="1" y="406294"/>
                </a:lnTo>
                <a:cubicBezTo>
                  <a:pt x="1" y="181904"/>
                  <a:pt x="181905" y="0"/>
                  <a:pt x="406295" y="0"/>
                </a:cubicBezTo>
                <a:close/>
              </a:path>
            </a:pathLst>
          </a:custGeom>
          <a:solidFill>
            <a:schemeClr val="accent4"/>
          </a:solidFill>
          <a:ln w="12695"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05223D35-2533-6DD7-1CC1-AD39AD0E3FB5}"/>
              </a:ext>
            </a:extLst>
          </p:cNvPr>
          <p:cNvSpPr/>
          <p:nvPr/>
        </p:nvSpPr>
        <p:spPr>
          <a:xfrm>
            <a:off x="683082" y="3761560"/>
            <a:ext cx="7440261" cy="8826740"/>
          </a:xfrm>
          <a:custGeom>
            <a:avLst/>
            <a:gdLst>
              <a:gd name="connsiteX0" fmla="*/ 7033968 w 7440261"/>
              <a:gd name="connsiteY0" fmla="*/ 0 h 8826740"/>
              <a:gd name="connsiteX1" fmla="*/ 7440262 w 7440261"/>
              <a:gd name="connsiteY1" fmla="*/ 406294 h 8826740"/>
              <a:gd name="connsiteX2" fmla="*/ 7440262 w 7440261"/>
              <a:gd name="connsiteY2" fmla="*/ 8420447 h 8826740"/>
              <a:gd name="connsiteX3" fmla="*/ 7033968 w 7440261"/>
              <a:gd name="connsiteY3" fmla="*/ 8826741 h 8826740"/>
              <a:gd name="connsiteX4" fmla="*/ 406294 w 7440261"/>
              <a:gd name="connsiteY4" fmla="*/ 8826741 h 8826740"/>
              <a:gd name="connsiteX5" fmla="*/ 0 w 7440261"/>
              <a:gd name="connsiteY5" fmla="*/ 8420447 h 8826740"/>
              <a:gd name="connsiteX6" fmla="*/ 0 w 7440261"/>
              <a:gd name="connsiteY6" fmla="*/ 406294 h 8826740"/>
              <a:gd name="connsiteX7" fmla="*/ 406294 w 7440261"/>
              <a:gd name="connsiteY7" fmla="*/ 0 h 8826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40261" h="8826740">
                <a:moveTo>
                  <a:pt x="7033968" y="0"/>
                </a:moveTo>
                <a:cubicBezTo>
                  <a:pt x="7258358" y="0"/>
                  <a:pt x="7440262" y="181904"/>
                  <a:pt x="7440262" y="406294"/>
                </a:cubicBezTo>
                <a:lnTo>
                  <a:pt x="7440262" y="8420447"/>
                </a:lnTo>
                <a:cubicBezTo>
                  <a:pt x="7440262" y="8644837"/>
                  <a:pt x="7258358" y="8826741"/>
                  <a:pt x="7033968" y="8826741"/>
                </a:cubicBezTo>
                <a:lnTo>
                  <a:pt x="406294" y="8826741"/>
                </a:lnTo>
                <a:cubicBezTo>
                  <a:pt x="181904" y="8826741"/>
                  <a:pt x="0" y="8644837"/>
                  <a:pt x="0" y="8420447"/>
                </a:cubicBezTo>
                <a:lnTo>
                  <a:pt x="0" y="406294"/>
                </a:lnTo>
                <a:cubicBezTo>
                  <a:pt x="0" y="181904"/>
                  <a:pt x="181904" y="0"/>
                  <a:pt x="406294" y="0"/>
                </a:cubicBezTo>
                <a:close/>
              </a:path>
            </a:pathLst>
          </a:custGeom>
          <a:solidFill>
            <a:schemeClr val="accent2"/>
          </a:solidFill>
          <a:ln w="1269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4EF1FB69-1C30-5A75-2F7E-730A88B7A678}"/>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3" name="Text Placeholder 2"/>
          <p:cNvSpPr>
            <a:spLocks noGrp="1"/>
          </p:cNvSpPr>
          <p:nvPr>
            <p:ph type="body" idx="1" hasCustomPrompt="1"/>
          </p:nvPr>
        </p:nvSpPr>
        <p:spPr>
          <a:xfrm>
            <a:off x="1373589" y="4452542"/>
            <a:ext cx="6400800" cy="635027"/>
          </a:xfrm>
        </p:spPr>
        <p:txBody>
          <a:bodyPr anchor="t" anchorCtr="0"/>
          <a:lstStyle>
            <a:lvl1pPr marL="0" indent="0">
              <a:lnSpc>
                <a:spcPts val="4600"/>
              </a:lnSpc>
              <a:spcBef>
                <a:spcPts val="0"/>
              </a:spcBef>
              <a:spcAft>
                <a:spcPts val="0"/>
              </a:spcAft>
              <a:buNone/>
              <a:defRPr sz="36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 name="Content Placeholder 3"/>
          <p:cNvSpPr>
            <a:spLocks noGrp="1"/>
          </p:cNvSpPr>
          <p:nvPr>
            <p:ph sz="half" idx="2"/>
          </p:nvPr>
        </p:nvSpPr>
        <p:spPr>
          <a:xfrm>
            <a:off x="1373589" y="5432124"/>
            <a:ext cx="6400800" cy="6858000"/>
          </a:xfrm>
        </p:spPr>
        <p:txBody>
          <a:bodyPr/>
          <a:lstStyle>
            <a:lvl1pPr>
              <a:lnSpc>
                <a:spcPts val="2600"/>
              </a:lnSpc>
              <a:spcAft>
                <a:spcPts val="0"/>
              </a:spcAft>
              <a:defRPr sz="1800">
                <a:solidFill>
                  <a:schemeClr val="bg1"/>
                </a:solidFill>
              </a:defRPr>
            </a:lvl1pPr>
            <a:lvl2pPr marL="465138" indent="-446088">
              <a:lnSpc>
                <a:spcPts val="2600"/>
              </a:lnSpc>
              <a:spcAft>
                <a:spcPts val="0"/>
              </a:spcAft>
              <a:tabLst/>
              <a:defRPr sz="1800">
                <a:solidFill>
                  <a:schemeClr val="bg1"/>
                </a:solidFill>
              </a:defRPr>
            </a:lvl2pPr>
            <a:lvl3pPr marL="915988" indent="-433388">
              <a:lnSpc>
                <a:spcPts val="2600"/>
              </a:lnSpc>
              <a:spcAft>
                <a:spcPts val="0"/>
              </a:spcAft>
              <a:tabLst/>
              <a:defRPr sz="1800">
                <a:solidFill>
                  <a:schemeClr val="bg1"/>
                </a:solidFill>
              </a:defRPr>
            </a:lvl3pPr>
            <a:lvl4pPr marL="1543050" indent="-474663">
              <a:lnSpc>
                <a:spcPts val="2600"/>
              </a:lnSpc>
              <a:spcAft>
                <a:spcPts val="0"/>
              </a:spcAft>
              <a:tabLst/>
              <a:defRPr sz="1800">
                <a:solidFill>
                  <a:schemeClr val="bg1"/>
                </a:solidFill>
              </a:defRPr>
            </a:lvl4pPr>
            <a:lvl5pPr marL="2008188" indent="-457200">
              <a:lnSpc>
                <a:spcPts val="2600"/>
              </a:lnSpc>
              <a:spcAft>
                <a:spcPts val="0"/>
              </a:spcAft>
              <a:tabLst/>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9141080" y="4452542"/>
            <a:ext cx="3931920" cy="635027"/>
          </a:xfrm>
        </p:spPr>
        <p:txBody>
          <a:bodyPr anchor="t" anchorCtr="0"/>
          <a:lstStyle>
            <a:lvl1pPr marL="0" indent="0">
              <a:lnSpc>
                <a:spcPts val="4600"/>
              </a:lnSpc>
              <a:spcBef>
                <a:spcPts val="0"/>
              </a:spcBef>
              <a:spcAft>
                <a:spcPts val="0"/>
              </a:spcAft>
              <a:buNone/>
              <a:defRPr sz="3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6" name="Content Placeholder 5"/>
          <p:cNvSpPr>
            <a:spLocks noGrp="1"/>
          </p:cNvSpPr>
          <p:nvPr>
            <p:ph sz="quarter" idx="4"/>
          </p:nvPr>
        </p:nvSpPr>
        <p:spPr>
          <a:xfrm>
            <a:off x="9126212" y="5432124"/>
            <a:ext cx="3931920" cy="6858000"/>
          </a:xfrm>
        </p:spPr>
        <p:txBody>
          <a:bodyPr/>
          <a:lstStyle>
            <a:lvl1pPr>
              <a:lnSpc>
                <a:spcPts val="2600"/>
              </a:lnSpc>
              <a:spcAft>
                <a:spcPts val="0"/>
              </a:spcAft>
              <a:defRPr sz="1800">
                <a:solidFill>
                  <a:schemeClr val="accent1"/>
                </a:solidFill>
              </a:defRPr>
            </a:lvl1pPr>
            <a:lvl2pPr marL="465138" indent="-446088">
              <a:lnSpc>
                <a:spcPts val="2600"/>
              </a:lnSpc>
              <a:spcAft>
                <a:spcPts val="0"/>
              </a:spcAft>
              <a:tabLst/>
              <a:defRPr sz="1800">
                <a:solidFill>
                  <a:schemeClr val="accent1"/>
                </a:solidFill>
              </a:defRPr>
            </a:lvl2pPr>
            <a:lvl3pPr marL="979488" indent="-496888">
              <a:lnSpc>
                <a:spcPts val="2600"/>
              </a:lnSpc>
              <a:spcAft>
                <a:spcPts val="0"/>
              </a:spcAft>
              <a:tabLst/>
              <a:defRPr sz="1800">
                <a:solidFill>
                  <a:schemeClr val="accent1"/>
                </a:solidFill>
              </a:defRPr>
            </a:lvl3pPr>
            <a:lvl4pPr marL="1543050" indent="-474663">
              <a:lnSpc>
                <a:spcPts val="2600"/>
              </a:lnSpc>
              <a:spcAft>
                <a:spcPts val="0"/>
              </a:spcAft>
              <a:tabLst/>
              <a:defRPr sz="1800">
                <a:solidFill>
                  <a:schemeClr val="accent1"/>
                </a:solidFill>
              </a:defRPr>
            </a:lvl4pPr>
            <a:lvl5pPr marL="2008188" indent="-457200">
              <a:lnSpc>
                <a:spcPts val="2600"/>
              </a:lnSpc>
              <a:spcAft>
                <a:spcPts val="0"/>
              </a:spcAft>
              <a:tabLst/>
              <a:defRPr sz="18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3" name="Text Placeholder 4">
            <a:extLst>
              <a:ext uri="{FF2B5EF4-FFF2-40B4-BE49-F238E27FC236}">
                <a16:creationId xmlns:a16="http://schemas.microsoft.com/office/drawing/2014/main" id="{448E252E-4556-6C5B-5694-7CCAB80F9767}"/>
              </a:ext>
            </a:extLst>
          </p:cNvPr>
          <p:cNvSpPr>
            <a:spLocks noGrp="1"/>
          </p:cNvSpPr>
          <p:nvPr>
            <p:ph type="body" sz="quarter" idx="19" hasCustomPrompt="1"/>
          </p:nvPr>
        </p:nvSpPr>
        <p:spPr>
          <a:xfrm>
            <a:off x="14388569" y="4452542"/>
            <a:ext cx="3931920" cy="635027"/>
          </a:xfrm>
        </p:spPr>
        <p:txBody>
          <a:bodyPr anchor="t" anchorCtr="0"/>
          <a:lstStyle>
            <a:lvl1pPr marL="0" indent="0">
              <a:lnSpc>
                <a:spcPts val="4600"/>
              </a:lnSpc>
              <a:spcBef>
                <a:spcPts val="0"/>
              </a:spcBef>
              <a:spcAft>
                <a:spcPts val="0"/>
              </a:spcAft>
              <a:buNone/>
              <a:defRPr sz="3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4" name="Content Placeholder 5">
            <a:extLst>
              <a:ext uri="{FF2B5EF4-FFF2-40B4-BE49-F238E27FC236}">
                <a16:creationId xmlns:a16="http://schemas.microsoft.com/office/drawing/2014/main" id="{C98BC574-7658-83B2-6D26-AF0FA42F52CD}"/>
              </a:ext>
            </a:extLst>
          </p:cNvPr>
          <p:cNvSpPr>
            <a:spLocks noGrp="1"/>
          </p:cNvSpPr>
          <p:nvPr>
            <p:ph sz="quarter" idx="20"/>
          </p:nvPr>
        </p:nvSpPr>
        <p:spPr>
          <a:xfrm>
            <a:off x="14388569" y="5432124"/>
            <a:ext cx="3931920" cy="6858000"/>
          </a:xfrm>
        </p:spPr>
        <p:txBody>
          <a:bodyPr/>
          <a:lstStyle>
            <a:lvl1pPr>
              <a:lnSpc>
                <a:spcPts val="2600"/>
              </a:lnSpc>
              <a:spcAft>
                <a:spcPts val="0"/>
              </a:spcAft>
              <a:defRPr sz="1800">
                <a:solidFill>
                  <a:schemeClr val="accent1"/>
                </a:solidFill>
              </a:defRPr>
            </a:lvl1pPr>
            <a:lvl2pPr marL="465138" indent="-446088">
              <a:lnSpc>
                <a:spcPts val="2600"/>
              </a:lnSpc>
              <a:spcAft>
                <a:spcPts val="0"/>
              </a:spcAft>
              <a:tabLst/>
              <a:defRPr sz="1800">
                <a:solidFill>
                  <a:schemeClr val="accent1"/>
                </a:solidFill>
              </a:defRPr>
            </a:lvl2pPr>
            <a:lvl3pPr marL="979488" indent="-496888">
              <a:lnSpc>
                <a:spcPts val="2600"/>
              </a:lnSpc>
              <a:spcAft>
                <a:spcPts val="0"/>
              </a:spcAft>
              <a:tabLst/>
              <a:defRPr sz="1800">
                <a:solidFill>
                  <a:schemeClr val="accent1"/>
                </a:solidFill>
              </a:defRPr>
            </a:lvl3pPr>
            <a:lvl4pPr marL="1543050" indent="-474663">
              <a:lnSpc>
                <a:spcPts val="2600"/>
              </a:lnSpc>
              <a:spcAft>
                <a:spcPts val="0"/>
              </a:spcAft>
              <a:tabLst/>
              <a:defRPr sz="1800">
                <a:solidFill>
                  <a:schemeClr val="accent1"/>
                </a:solidFill>
              </a:defRPr>
            </a:lvl4pPr>
            <a:lvl5pPr marL="2008188" indent="-457200">
              <a:lnSpc>
                <a:spcPts val="2600"/>
              </a:lnSpc>
              <a:spcAft>
                <a:spcPts val="0"/>
              </a:spcAft>
              <a:tabLst/>
              <a:defRPr sz="18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6B3F0BC3-0A4E-5D8C-AA99-69064BDC8AA1}"/>
              </a:ext>
            </a:extLst>
          </p:cNvPr>
          <p:cNvSpPr>
            <a:spLocks noGrp="1"/>
          </p:cNvSpPr>
          <p:nvPr>
            <p:ph type="title" hasCustomPrompt="1"/>
          </p:nvPr>
        </p:nvSpPr>
        <p:spPr>
          <a:xfrm>
            <a:off x="682625" y="2121408"/>
            <a:ext cx="23034083" cy="1169989"/>
          </a:xfrm>
        </p:spPr>
        <p:txBody>
          <a:bodyPr/>
          <a:lstStyle>
            <a:lvl1pPr>
              <a:lnSpc>
                <a:spcPts val="4600"/>
              </a:lnSpc>
              <a:defRPr sz="3600"/>
            </a:lvl1pPr>
          </a:lstStyle>
          <a:p>
            <a:r>
              <a:rPr lang="en-US"/>
              <a:t>Click to edit title</a:t>
            </a:r>
          </a:p>
        </p:txBody>
      </p:sp>
      <p:sp>
        <p:nvSpPr>
          <p:cNvPr id="35" name="Text Placeholder 4">
            <a:extLst>
              <a:ext uri="{FF2B5EF4-FFF2-40B4-BE49-F238E27FC236}">
                <a16:creationId xmlns:a16="http://schemas.microsoft.com/office/drawing/2014/main" id="{DE080769-04DA-4B32-E642-465F5B9F05E2}"/>
              </a:ext>
            </a:extLst>
          </p:cNvPr>
          <p:cNvSpPr>
            <a:spLocks noGrp="1"/>
          </p:cNvSpPr>
          <p:nvPr>
            <p:ph type="body" sz="quarter" idx="21" hasCustomPrompt="1"/>
          </p:nvPr>
        </p:nvSpPr>
        <p:spPr>
          <a:xfrm>
            <a:off x="19535333" y="4452542"/>
            <a:ext cx="3931920" cy="635027"/>
          </a:xfrm>
        </p:spPr>
        <p:txBody>
          <a:bodyPr anchor="t" anchorCtr="0"/>
          <a:lstStyle>
            <a:lvl1pPr marL="0" indent="0">
              <a:lnSpc>
                <a:spcPts val="4600"/>
              </a:lnSpc>
              <a:spcBef>
                <a:spcPts val="0"/>
              </a:spcBef>
              <a:spcAft>
                <a:spcPts val="0"/>
              </a:spcAft>
              <a:buNone/>
              <a:defRPr sz="3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6" name="Content Placeholder 5">
            <a:extLst>
              <a:ext uri="{FF2B5EF4-FFF2-40B4-BE49-F238E27FC236}">
                <a16:creationId xmlns:a16="http://schemas.microsoft.com/office/drawing/2014/main" id="{DEDB33D3-4FCE-E94C-3607-BD9BC716D668}"/>
              </a:ext>
            </a:extLst>
          </p:cNvPr>
          <p:cNvSpPr>
            <a:spLocks noGrp="1"/>
          </p:cNvSpPr>
          <p:nvPr>
            <p:ph sz="quarter" idx="22"/>
          </p:nvPr>
        </p:nvSpPr>
        <p:spPr>
          <a:xfrm>
            <a:off x="19535333" y="5432124"/>
            <a:ext cx="3931920" cy="6858000"/>
          </a:xfrm>
        </p:spPr>
        <p:txBody>
          <a:bodyPr/>
          <a:lstStyle>
            <a:lvl1pPr>
              <a:lnSpc>
                <a:spcPts val="2600"/>
              </a:lnSpc>
              <a:spcAft>
                <a:spcPts val="0"/>
              </a:spcAft>
              <a:defRPr sz="1800">
                <a:solidFill>
                  <a:schemeClr val="accent1"/>
                </a:solidFill>
              </a:defRPr>
            </a:lvl1pPr>
            <a:lvl2pPr marL="465138" indent="-446088">
              <a:lnSpc>
                <a:spcPts val="2600"/>
              </a:lnSpc>
              <a:spcAft>
                <a:spcPts val="0"/>
              </a:spcAft>
              <a:tabLst/>
              <a:defRPr sz="1800">
                <a:solidFill>
                  <a:schemeClr val="accent1"/>
                </a:solidFill>
              </a:defRPr>
            </a:lvl2pPr>
            <a:lvl3pPr marL="979488" indent="-496888">
              <a:lnSpc>
                <a:spcPts val="2600"/>
              </a:lnSpc>
              <a:spcAft>
                <a:spcPts val="0"/>
              </a:spcAft>
              <a:tabLst/>
              <a:defRPr sz="1800">
                <a:solidFill>
                  <a:schemeClr val="accent1"/>
                </a:solidFill>
              </a:defRPr>
            </a:lvl3pPr>
            <a:lvl4pPr marL="1543050" indent="-474663">
              <a:lnSpc>
                <a:spcPts val="2600"/>
              </a:lnSpc>
              <a:spcAft>
                <a:spcPts val="0"/>
              </a:spcAft>
              <a:tabLst/>
              <a:defRPr sz="1800">
                <a:solidFill>
                  <a:schemeClr val="accent1"/>
                </a:solidFill>
              </a:defRPr>
            </a:lvl4pPr>
            <a:lvl5pPr marL="2008188" indent="-457200">
              <a:lnSpc>
                <a:spcPts val="2600"/>
              </a:lnSpc>
              <a:spcAft>
                <a:spcPts val="0"/>
              </a:spcAft>
              <a:tabLst/>
              <a:defRPr sz="18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33815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5_Graphics">
    <p:spTree>
      <p:nvGrpSpPr>
        <p:cNvPr id="1" name=""/>
        <p:cNvGrpSpPr/>
        <p:nvPr/>
      </p:nvGrpSpPr>
      <p:grpSpPr>
        <a:xfrm>
          <a:off x="0" y="0"/>
          <a:ext cx="0" cy="0"/>
          <a:chOff x="0" y="0"/>
          <a:chExt cx="0" cy="0"/>
        </a:xfrm>
      </p:grpSpPr>
      <p:sp>
        <p:nvSpPr>
          <p:cNvPr id="42" name="Freeform 41">
            <a:extLst>
              <a:ext uri="{FF2B5EF4-FFF2-40B4-BE49-F238E27FC236}">
                <a16:creationId xmlns:a16="http://schemas.microsoft.com/office/drawing/2014/main" id="{4B083D97-9731-5C43-F01D-BC2C2976AF9D}"/>
              </a:ext>
            </a:extLst>
          </p:cNvPr>
          <p:cNvSpPr/>
          <p:nvPr/>
        </p:nvSpPr>
        <p:spPr>
          <a:xfrm>
            <a:off x="683170" y="3727126"/>
            <a:ext cx="11333274" cy="2714906"/>
          </a:xfrm>
          <a:custGeom>
            <a:avLst/>
            <a:gdLst>
              <a:gd name="connsiteX0" fmla="*/ 10926927 w 11333274"/>
              <a:gd name="connsiteY0" fmla="*/ 0 h 2714906"/>
              <a:gd name="connsiteX1" fmla="*/ 11333274 w 11333274"/>
              <a:gd name="connsiteY1" fmla="*/ 406347 h 2714906"/>
              <a:gd name="connsiteX2" fmla="*/ 11333274 w 11333274"/>
              <a:gd name="connsiteY2" fmla="*/ 2308559 h 2714906"/>
              <a:gd name="connsiteX3" fmla="*/ 10926927 w 11333274"/>
              <a:gd name="connsiteY3" fmla="*/ 2714906 h 2714906"/>
              <a:gd name="connsiteX4" fmla="*/ 406347 w 11333274"/>
              <a:gd name="connsiteY4" fmla="*/ 2714906 h 2714906"/>
              <a:gd name="connsiteX5" fmla="*/ 0 w 11333274"/>
              <a:gd name="connsiteY5" fmla="*/ 2308559 h 2714906"/>
              <a:gd name="connsiteX6" fmla="*/ 0 w 11333274"/>
              <a:gd name="connsiteY6" fmla="*/ 406347 h 2714906"/>
              <a:gd name="connsiteX7" fmla="*/ 406347 w 11333274"/>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3274" h="2714906">
                <a:moveTo>
                  <a:pt x="10926927" y="0"/>
                </a:moveTo>
                <a:cubicBezTo>
                  <a:pt x="11151346" y="0"/>
                  <a:pt x="11333274" y="181928"/>
                  <a:pt x="11333274" y="406347"/>
                </a:cubicBezTo>
                <a:lnTo>
                  <a:pt x="11333274" y="2308559"/>
                </a:lnTo>
                <a:cubicBezTo>
                  <a:pt x="11333274" y="2532979"/>
                  <a:pt x="11151346" y="2714906"/>
                  <a:pt x="10926927" y="2714906"/>
                </a:cubicBezTo>
                <a:lnTo>
                  <a:pt x="406347" y="2714906"/>
                </a:lnTo>
                <a:cubicBezTo>
                  <a:pt x="181928" y="2714906"/>
                  <a:pt x="0" y="2532979"/>
                  <a:pt x="0" y="2308559"/>
                </a:cubicBezTo>
                <a:lnTo>
                  <a:pt x="0" y="406347"/>
                </a:lnTo>
                <a:cubicBezTo>
                  <a:pt x="0" y="181928"/>
                  <a:pt x="181928" y="0"/>
                  <a:pt x="406347" y="0"/>
                </a:cubicBezTo>
                <a:close/>
              </a:path>
            </a:pathLst>
          </a:custGeom>
          <a:solidFill>
            <a:schemeClr val="accent1"/>
          </a:solidFill>
          <a:ln w="12695"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987B3B11-0D6D-EBD6-471E-36FBEAEFEB80}"/>
              </a:ext>
            </a:extLst>
          </p:cNvPr>
          <p:cNvSpPr/>
          <p:nvPr/>
        </p:nvSpPr>
        <p:spPr>
          <a:xfrm>
            <a:off x="683170" y="6783618"/>
            <a:ext cx="11333274" cy="2713636"/>
          </a:xfrm>
          <a:custGeom>
            <a:avLst/>
            <a:gdLst>
              <a:gd name="connsiteX0" fmla="*/ 10926927 w 11333274"/>
              <a:gd name="connsiteY0" fmla="*/ 0 h 2713636"/>
              <a:gd name="connsiteX1" fmla="*/ 11333274 w 11333274"/>
              <a:gd name="connsiteY1" fmla="*/ 406347 h 2713636"/>
              <a:gd name="connsiteX2" fmla="*/ 11333274 w 11333274"/>
              <a:gd name="connsiteY2" fmla="*/ 2307290 h 2713636"/>
              <a:gd name="connsiteX3" fmla="*/ 10926927 w 11333274"/>
              <a:gd name="connsiteY3" fmla="*/ 2713637 h 2713636"/>
              <a:gd name="connsiteX4" fmla="*/ 406347 w 11333274"/>
              <a:gd name="connsiteY4" fmla="*/ 2713637 h 2713636"/>
              <a:gd name="connsiteX5" fmla="*/ 0 w 11333274"/>
              <a:gd name="connsiteY5" fmla="*/ 2307290 h 2713636"/>
              <a:gd name="connsiteX6" fmla="*/ 0 w 11333274"/>
              <a:gd name="connsiteY6" fmla="*/ 406347 h 2713636"/>
              <a:gd name="connsiteX7" fmla="*/ 406347 w 11333274"/>
              <a:gd name="connsiteY7" fmla="*/ 0 h 271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3274" h="2713636">
                <a:moveTo>
                  <a:pt x="10926927" y="0"/>
                </a:moveTo>
                <a:cubicBezTo>
                  <a:pt x="11151346" y="0"/>
                  <a:pt x="11333274" y="181928"/>
                  <a:pt x="11333274" y="406347"/>
                </a:cubicBezTo>
                <a:lnTo>
                  <a:pt x="11333274" y="2307290"/>
                </a:lnTo>
                <a:cubicBezTo>
                  <a:pt x="11333274" y="2531709"/>
                  <a:pt x="11151346" y="2713637"/>
                  <a:pt x="10926927" y="2713637"/>
                </a:cubicBezTo>
                <a:lnTo>
                  <a:pt x="406347" y="2713637"/>
                </a:lnTo>
                <a:cubicBezTo>
                  <a:pt x="181928" y="2713637"/>
                  <a:pt x="0" y="2531709"/>
                  <a:pt x="0" y="2307290"/>
                </a:cubicBezTo>
                <a:lnTo>
                  <a:pt x="0" y="406347"/>
                </a:lnTo>
                <a:cubicBezTo>
                  <a:pt x="0" y="181928"/>
                  <a:pt x="181928" y="0"/>
                  <a:pt x="406347" y="0"/>
                </a:cubicBezTo>
                <a:close/>
              </a:path>
            </a:pathLst>
          </a:custGeom>
          <a:solidFill>
            <a:schemeClr val="accent2"/>
          </a:solidFill>
          <a:ln w="12695"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9CE28D9D-A45C-44B9-D8C5-919FD57229A3}"/>
              </a:ext>
            </a:extLst>
          </p:cNvPr>
          <p:cNvSpPr/>
          <p:nvPr/>
        </p:nvSpPr>
        <p:spPr>
          <a:xfrm>
            <a:off x="12359299" y="3727126"/>
            <a:ext cx="5495844" cy="2714906"/>
          </a:xfrm>
          <a:custGeom>
            <a:avLst/>
            <a:gdLst>
              <a:gd name="connsiteX0" fmla="*/ 5089497 w 5495844"/>
              <a:gd name="connsiteY0" fmla="*/ 0 h 2714906"/>
              <a:gd name="connsiteX1" fmla="*/ 5495844 w 5495844"/>
              <a:gd name="connsiteY1" fmla="*/ 406347 h 2714906"/>
              <a:gd name="connsiteX2" fmla="*/ 5495844 w 5495844"/>
              <a:gd name="connsiteY2" fmla="*/ 2308559 h 2714906"/>
              <a:gd name="connsiteX3" fmla="*/ 5089497 w 5495844"/>
              <a:gd name="connsiteY3" fmla="*/ 2714906 h 2714906"/>
              <a:gd name="connsiteX4" fmla="*/ 406347 w 5495844"/>
              <a:gd name="connsiteY4" fmla="*/ 2714906 h 2714906"/>
              <a:gd name="connsiteX5" fmla="*/ 0 w 5495844"/>
              <a:gd name="connsiteY5" fmla="*/ 2308559 h 2714906"/>
              <a:gd name="connsiteX6" fmla="*/ 0 w 5495844"/>
              <a:gd name="connsiteY6" fmla="*/ 406347 h 2714906"/>
              <a:gd name="connsiteX7" fmla="*/ 406347 w 5495844"/>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2714906">
                <a:moveTo>
                  <a:pt x="5089497" y="0"/>
                </a:moveTo>
                <a:cubicBezTo>
                  <a:pt x="5313916" y="0"/>
                  <a:pt x="5495844" y="181928"/>
                  <a:pt x="5495844" y="406347"/>
                </a:cubicBezTo>
                <a:lnTo>
                  <a:pt x="5495844" y="2308559"/>
                </a:lnTo>
                <a:cubicBezTo>
                  <a:pt x="5495844" y="2532979"/>
                  <a:pt x="5313916" y="2714906"/>
                  <a:pt x="5089497" y="2714906"/>
                </a:cubicBezTo>
                <a:lnTo>
                  <a:pt x="406347" y="2714906"/>
                </a:lnTo>
                <a:cubicBezTo>
                  <a:pt x="181928" y="2714906"/>
                  <a:pt x="0" y="2532979"/>
                  <a:pt x="0" y="2308559"/>
                </a:cubicBezTo>
                <a:lnTo>
                  <a:pt x="0" y="406347"/>
                </a:lnTo>
                <a:cubicBezTo>
                  <a:pt x="0" y="181928"/>
                  <a:pt x="181928" y="0"/>
                  <a:pt x="406347" y="0"/>
                </a:cubicBezTo>
                <a:close/>
              </a:path>
            </a:pathLst>
          </a:custGeom>
          <a:solidFill>
            <a:schemeClr val="accent1"/>
          </a:solidFill>
          <a:ln w="12695"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1087E5B5-A0E8-FCE8-1D9A-F7BEB4CC4C2A}"/>
              </a:ext>
            </a:extLst>
          </p:cNvPr>
          <p:cNvSpPr/>
          <p:nvPr/>
        </p:nvSpPr>
        <p:spPr>
          <a:xfrm>
            <a:off x="12359299" y="6783618"/>
            <a:ext cx="5495844" cy="2713636"/>
          </a:xfrm>
          <a:custGeom>
            <a:avLst/>
            <a:gdLst>
              <a:gd name="connsiteX0" fmla="*/ 5089497 w 5495844"/>
              <a:gd name="connsiteY0" fmla="*/ 0 h 2713636"/>
              <a:gd name="connsiteX1" fmla="*/ 5495844 w 5495844"/>
              <a:gd name="connsiteY1" fmla="*/ 406347 h 2713636"/>
              <a:gd name="connsiteX2" fmla="*/ 5495844 w 5495844"/>
              <a:gd name="connsiteY2" fmla="*/ 2307290 h 2713636"/>
              <a:gd name="connsiteX3" fmla="*/ 5089497 w 5495844"/>
              <a:gd name="connsiteY3" fmla="*/ 2713637 h 2713636"/>
              <a:gd name="connsiteX4" fmla="*/ 406347 w 5495844"/>
              <a:gd name="connsiteY4" fmla="*/ 2713637 h 2713636"/>
              <a:gd name="connsiteX5" fmla="*/ 0 w 5495844"/>
              <a:gd name="connsiteY5" fmla="*/ 2307290 h 2713636"/>
              <a:gd name="connsiteX6" fmla="*/ 0 w 5495844"/>
              <a:gd name="connsiteY6" fmla="*/ 406347 h 2713636"/>
              <a:gd name="connsiteX7" fmla="*/ 406347 w 5495844"/>
              <a:gd name="connsiteY7" fmla="*/ 0 h 271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2713636">
                <a:moveTo>
                  <a:pt x="5089497" y="0"/>
                </a:moveTo>
                <a:cubicBezTo>
                  <a:pt x="5313916" y="0"/>
                  <a:pt x="5495844" y="181928"/>
                  <a:pt x="5495844" y="406347"/>
                </a:cubicBezTo>
                <a:lnTo>
                  <a:pt x="5495844" y="2307290"/>
                </a:lnTo>
                <a:cubicBezTo>
                  <a:pt x="5495844" y="2531709"/>
                  <a:pt x="5313916" y="2713637"/>
                  <a:pt x="5089497" y="2713637"/>
                </a:cubicBezTo>
                <a:lnTo>
                  <a:pt x="406347" y="2713637"/>
                </a:lnTo>
                <a:cubicBezTo>
                  <a:pt x="181928" y="2713637"/>
                  <a:pt x="0" y="2531709"/>
                  <a:pt x="0" y="2307290"/>
                </a:cubicBezTo>
                <a:lnTo>
                  <a:pt x="0" y="406347"/>
                </a:lnTo>
                <a:cubicBezTo>
                  <a:pt x="0" y="181928"/>
                  <a:pt x="181928" y="0"/>
                  <a:pt x="406347" y="0"/>
                </a:cubicBezTo>
                <a:close/>
              </a:path>
            </a:pathLst>
          </a:custGeom>
          <a:solidFill>
            <a:schemeClr val="accent2"/>
          </a:solidFill>
          <a:ln w="12695"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AFB25E71-AAF1-2CEE-56EE-8D24022DE474}"/>
              </a:ext>
            </a:extLst>
          </p:cNvPr>
          <p:cNvSpPr/>
          <p:nvPr/>
        </p:nvSpPr>
        <p:spPr>
          <a:xfrm>
            <a:off x="12359299" y="9841380"/>
            <a:ext cx="5495844" cy="2714906"/>
          </a:xfrm>
          <a:custGeom>
            <a:avLst/>
            <a:gdLst>
              <a:gd name="connsiteX0" fmla="*/ 5089497 w 5495844"/>
              <a:gd name="connsiteY0" fmla="*/ 0 h 2714906"/>
              <a:gd name="connsiteX1" fmla="*/ 5495844 w 5495844"/>
              <a:gd name="connsiteY1" fmla="*/ 406347 h 2714906"/>
              <a:gd name="connsiteX2" fmla="*/ 5495844 w 5495844"/>
              <a:gd name="connsiteY2" fmla="*/ 2308559 h 2714906"/>
              <a:gd name="connsiteX3" fmla="*/ 5089497 w 5495844"/>
              <a:gd name="connsiteY3" fmla="*/ 2714906 h 2714906"/>
              <a:gd name="connsiteX4" fmla="*/ 406347 w 5495844"/>
              <a:gd name="connsiteY4" fmla="*/ 2714906 h 2714906"/>
              <a:gd name="connsiteX5" fmla="*/ 0 w 5495844"/>
              <a:gd name="connsiteY5" fmla="*/ 2308559 h 2714906"/>
              <a:gd name="connsiteX6" fmla="*/ 0 w 5495844"/>
              <a:gd name="connsiteY6" fmla="*/ 406347 h 2714906"/>
              <a:gd name="connsiteX7" fmla="*/ 406347 w 5495844"/>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2714906">
                <a:moveTo>
                  <a:pt x="5089497" y="0"/>
                </a:moveTo>
                <a:cubicBezTo>
                  <a:pt x="5313916" y="0"/>
                  <a:pt x="5495844" y="181928"/>
                  <a:pt x="5495844" y="406347"/>
                </a:cubicBezTo>
                <a:lnTo>
                  <a:pt x="5495844" y="2308559"/>
                </a:lnTo>
                <a:cubicBezTo>
                  <a:pt x="5495844" y="2532978"/>
                  <a:pt x="5313916" y="2714906"/>
                  <a:pt x="5089497" y="2714906"/>
                </a:cubicBezTo>
                <a:lnTo>
                  <a:pt x="406347" y="2714906"/>
                </a:lnTo>
                <a:cubicBezTo>
                  <a:pt x="181928" y="2714906"/>
                  <a:pt x="0" y="2532978"/>
                  <a:pt x="0" y="2308559"/>
                </a:cubicBezTo>
                <a:lnTo>
                  <a:pt x="0" y="406347"/>
                </a:lnTo>
                <a:cubicBezTo>
                  <a:pt x="0" y="181928"/>
                  <a:pt x="181928" y="0"/>
                  <a:pt x="406347" y="0"/>
                </a:cubicBezTo>
                <a:close/>
              </a:path>
            </a:pathLst>
          </a:custGeom>
          <a:solidFill>
            <a:schemeClr val="accent3"/>
          </a:solidFill>
          <a:ln w="12695" cap="flat">
            <a:no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3853F9A9-5CFB-1659-634E-D25C70B66601}"/>
              </a:ext>
            </a:extLst>
          </p:cNvPr>
          <p:cNvSpPr/>
          <p:nvPr/>
        </p:nvSpPr>
        <p:spPr>
          <a:xfrm>
            <a:off x="18197999" y="3727126"/>
            <a:ext cx="5495844" cy="2714906"/>
          </a:xfrm>
          <a:custGeom>
            <a:avLst/>
            <a:gdLst>
              <a:gd name="connsiteX0" fmla="*/ 5089498 w 5495844"/>
              <a:gd name="connsiteY0" fmla="*/ 0 h 2714906"/>
              <a:gd name="connsiteX1" fmla="*/ 5495845 w 5495844"/>
              <a:gd name="connsiteY1" fmla="*/ 406347 h 2714906"/>
              <a:gd name="connsiteX2" fmla="*/ 5495845 w 5495844"/>
              <a:gd name="connsiteY2" fmla="*/ 2308559 h 2714906"/>
              <a:gd name="connsiteX3" fmla="*/ 5089498 w 5495844"/>
              <a:gd name="connsiteY3" fmla="*/ 2714906 h 2714906"/>
              <a:gd name="connsiteX4" fmla="*/ 406347 w 5495844"/>
              <a:gd name="connsiteY4" fmla="*/ 2714906 h 2714906"/>
              <a:gd name="connsiteX5" fmla="*/ 0 w 5495844"/>
              <a:gd name="connsiteY5" fmla="*/ 2308559 h 2714906"/>
              <a:gd name="connsiteX6" fmla="*/ 0 w 5495844"/>
              <a:gd name="connsiteY6" fmla="*/ 406347 h 2714906"/>
              <a:gd name="connsiteX7" fmla="*/ 406347 w 5495844"/>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2714906">
                <a:moveTo>
                  <a:pt x="5089498" y="0"/>
                </a:moveTo>
                <a:cubicBezTo>
                  <a:pt x="5313917" y="0"/>
                  <a:pt x="5495845" y="181928"/>
                  <a:pt x="5495845" y="406347"/>
                </a:cubicBezTo>
                <a:lnTo>
                  <a:pt x="5495845" y="2308559"/>
                </a:lnTo>
                <a:cubicBezTo>
                  <a:pt x="5495845" y="2532979"/>
                  <a:pt x="5313917" y="2714906"/>
                  <a:pt x="5089498" y="2714906"/>
                </a:cubicBezTo>
                <a:lnTo>
                  <a:pt x="406347" y="2714906"/>
                </a:lnTo>
                <a:cubicBezTo>
                  <a:pt x="181928" y="2714906"/>
                  <a:pt x="0" y="2532979"/>
                  <a:pt x="0" y="2308559"/>
                </a:cubicBezTo>
                <a:lnTo>
                  <a:pt x="0" y="406347"/>
                </a:lnTo>
                <a:cubicBezTo>
                  <a:pt x="0" y="181928"/>
                  <a:pt x="181928" y="0"/>
                  <a:pt x="406347" y="0"/>
                </a:cubicBezTo>
                <a:close/>
              </a:path>
            </a:pathLst>
          </a:custGeom>
          <a:solidFill>
            <a:schemeClr val="accent1"/>
          </a:solidFill>
          <a:ln w="12695" cap="flat">
            <a:noFill/>
            <a:prstDash val="solid"/>
            <a:miter/>
          </a:ln>
        </p:spPr>
        <p:txBody>
          <a:bodyPr rtlCol="0" anchor="ctr"/>
          <a:lstStyle/>
          <a:p>
            <a:endParaRPr lang="en-US"/>
          </a:p>
        </p:txBody>
      </p:sp>
      <p:sp>
        <p:nvSpPr>
          <p:cNvPr id="48" name="Freeform 47">
            <a:extLst>
              <a:ext uri="{FF2B5EF4-FFF2-40B4-BE49-F238E27FC236}">
                <a16:creationId xmlns:a16="http://schemas.microsoft.com/office/drawing/2014/main" id="{CF301E6F-33B6-895F-ABF1-CA10EB8937E7}"/>
              </a:ext>
            </a:extLst>
          </p:cNvPr>
          <p:cNvSpPr/>
          <p:nvPr/>
        </p:nvSpPr>
        <p:spPr>
          <a:xfrm>
            <a:off x="18197999" y="6783618"/>
            <a:ext cx="5495844" cy="2713636"/>
          </a:xfrm>
          <a:custGeom>
            <a:avLst/>
            <a:gdLst>
              <a:gd name="connsiteX0" fmla="*/ 5089498 w 5495844"/>
              <a:gd name="connsiteY0" fmla="*/ 0 h 2713636"/>
              <a:gd name="connsiteX1" fmla="*/ 5495845 w 5495844"/>
              <a:gd name="connsiteY1" fmla="*/ 406347 h 2713636"/>
              <a:gd name="connsiteX2" fmla="*/ 5495845 w 5495844"/>
              <a:gd name="connsiteY2" fmla="*/ 2307290 h 2713636"/>
              <a:gd name="connsiteX3" fmla="*/ 5089498 w 5495844"/>
              <a:gd name="connsiteY3" fmla="*/ 2713637 h 2713636"/>
              <a:gd name="connsiteX4" fmla="*/ 406347 w 5495844"/>
              <a:gd name="connsiteY4" fmla="*/ 2713637 h 2713636"/>
              <a:gd name="connsiteX5" fmla="*/ 0 w 5495844"/>
              <a:gd name="connsiteY5" fmla="*/ 2307290 h 2713636"/>
              <a:gd name="connsiteX6" fmla="*/ 0 w 5495844"/>
              <a:gd name="connsiteY6" fmla="*/ 406347 h 2713636"/>
              <a:gd name="connsiteX7" fmla="*/ 406347 w 5495844"/>
              <a:gd name="connsiteY7" fmla="*/ 0 h 271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2713636">
                <a:moveTo>
                  <a:pt x="5089498" y="0"/>
                </a:moveTo>
                <a:cubicBezTo>
                  <a:pt x="5313917" y="0"/>
                  <a:pt x="5495845" y="181928"/>
                  <a:pt x="5495845" y="406347"/>
                </a:cubicBezTo>
                <a:lnTo>
                  <a:pt x="5495845" y="2307290"/>
                </a:lnTo>
                <a:cubicBezTo>
                  <a:pt x="5495845" y="2531709"/>
                  <a:pt x="5313917" y="2713637"/>
                  <a:pt x="5089498" y="2713637"/>
                </a:cubicBezTo>
                <a:lnTo>
                  <a:pt x="406347" y="2713637"/>
                </a:lnTo>
                <a:cubicBezTo>
                  <a:pt x="181928" y="2713637"/>
                  <a:pt x="0" y="2531709"/>
                  <a:pt x="0" y="2307290"/>
                </a:cubicBezTo>
                <a:lnTo>
                  <a:pt x="0" y="406347"/>
                </a:lnTo>
                <a:cubicBezTo>
                  <a:pt x="0" y="181928"/>
                  <a:pt x="181928" y="0"/>
                  <a:pt x="406347" y="0"/>
                </a:cubicBezTo>
                <a:close/>
              </a:path>
            </a:pathLst>
          </a:custGeom>
          <a:solidFill>
            <a:schemeClr val="accent2"/>
          </a:solidFill>
          <a:ln w="12695" cap="flat">
            <a:noFill/>
            <a:prstDash val="solid"/>
            <a:miter/>
          </a:ln>
        </p:spPr>
        <p:txBody>
          <a:bodyPr rtlCol="0" anchor="ctr"/>
          <a:lstStyle/>
          <a:p>
            <a:endParaRPr lang="en-US"/>
          </a:p>
        </p:txBody>
      </p:sp>
      <p:sp>
        <p:nvSpPr>
          <p:cNvPr id="49" name="Freeform 48">
            <a:extLst>
              <a:ext uri="{FF2B5EF4-FFF2-40B4-BE49-F238E27FC236}">
                <a16:creationId xmlns:a16="http://schemas.microsoft.com/office/drawing/2014/main" id="{AE3E5C82-89ED-E1CE-E4A0-6229184CC132}"/>
              </a:ext>
            </a:extLst>
          </p:cNvPr>
          <p:cNvSpPr/>
          <p:nvPr/>
        </p:nvSpPr>
        <p:spPr>
          <a:xfrm>
            <a:off x="18197999" y="9841380"/>
            <a:ext cx="5495844" cy="2714906"/>
          </a:xfrm>
          <a:custGeom>
            <a:avLst/>
            <a:gdLst>
              <a:gd name="connsiteX0" fmla="*/ 5089498 w 5495844"/>
              <a:gd name="connsiteY0" fmla="*/ 0 h 2714906"/>
              <a:gd name="connsiteX1" fmla="*/ 5495845 w 5495844"/>
              <a:gd name="connsiteY1" fmla="*/ 406347 h 2714906"/>
              <a:gd name="connsiteX2" fmla="*/ 5495845 w 5495844"/>
              <a:gd name="connsiteY2" fmla="*/ 2308559 h 2714906"/>
              <a:gd name="connsiteX3" fmla="*/ 5089498 w 5495844"/>
              <a:gd name="connsiteY3" fmla="*/ 2714906 h 2714906"/>
              <a:gd name="connsiteX4" fmla="*/ 406347 w 5495844"/>
              <a:gd name="connsiteY4" fmla="*/ 2714906 h 2714906"/>
              <a:gd name="connsiteX5" fmla="*/ 0 w 5495844"/>
              <a:gd name="connsiteY5" fmla="*/ 2308559 h 2714906"/>
              <a:gd name="connsiteX6" fmla="*/ 0 w 5495844"/>
              <a:gd name="connsiteY6" fmla="*/ 406347 h 2714906"/>
              <a:gd name="connsiteX7" fmla="*/ 406347 w 5495844"/>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95844" h="2714906">
                <a:moveTo>
                  <a:pt x="5089498" y="0"/>
                </a:moveTo>
                <a:cubicBezTo>
                  <a:pt x="5313917" y="0"/>
                  <a:pt x="5495845" y="181928"/>
                  <a:pt x="5495845" y="406347"/>
                </a:cubicBezTo>
                <a:lnTo>
                  <a:pt x="5495845" y="2308559"/>
                </a:lnTo>
                <a:cubicBezTo>
                  <a:pt x="5495845" y="2532978"/>
                  <a:pt x="5313917" y="2714906"/>
                  <a:pt x="5089498" y="2714906"/>
                </a:cubicBezTo>
                <a:lnTo>
                  <a:pt x="406347" y="2714906"/>
                </a:lnTo>
                <a:cubicBezTo>
                  <a:pt x="181928" y="2714906"/>
                  <a:pt x="0" y="2532978"/>
                  <a:pt x="0" y="2308559"/>
                </a:cubicBezTo>
                <a:lnTo>
                  <a:pt x="0" y="406347"/>
                </a:lnTo>
                <a:cubicBezTo>
                  <a:pt x="0" y="181928"/>
                  <a:pt x="181928" y="0"/>
                  <a:pt x="406347" y="0"/>
                </a:cubicBezTo>
                <a:close/>
              </a:path>
            </a:pathLst>
          </a:custGeom>
          <a:solidFill>
            <a:schemeClr val="accent3"/>
          </a:solidFill>
          <a:ln w="12695" cap="flat">
            <a:noFill/>
            <a:prstDash val="solid"/>
            <a:miter/>
          </a:ln>
        </p:spPr>
        <p:txBody>
          <a:bodyPr rtlCol="0" anchor="ctr"/>
          <a:lstStyle/>
          <a:p>
            <a:endParaRPr lang="en-US"/>
          </a:p>
        </p:txBody>
      </p:sp>
      <p:sp>
        <p:nvSpPr>
          <p:cNvPr id="50" name="Freeform 49">
            <a:extLst>
              <a:ext uri="{FF2B5EF4-FFF2-40B4-BE49-F238E27FC236}">
                <a16:creationId xmlns:a16="http://schemas.microsoft.com/office/drawing/2014/main" id="{21D5FFC1-7666-00BD-5941-5CEC48B3F91B}"/>
              </a:ext>
            </a:extLst>
          </p:cNvPr>
          <p:cNvSpPr/>
          <p:nvPr/>
        </p:nvSpPr>
        <p:spPr>
          <a:xfrm>
            <a:off x="683170" y="9841380"/>
            <a:ext cx="11333274" cy="2714906"/>
          </a:xfrm>
          <a:custGeom>
            <a:avLst/>
            <a:gdLst>
              <a:gd name="connsiteX0" fmla="*/ 10926927 w 11333274"/>
              <a:gd name="connsiteY0" fmla="*/ 0 h 2714906"/>
              <a:gd name="connsiteX1" fmla="*/ 11333274 w 11333274"/>
              <a:gd name="connsiteY1" fmla="*/ 406347 h 2714906"/>
              <a:gd name="connsiteX2" fmla="*/ 11333274 w 11333274"/>
              <a:gd name="connsiteY2" fmla="*/ 2308559 h 2714906"/>
              <a:gd name="connsiteX3" fmla="*/ 10926927 w 11333274"/>
              <a:gd name="connsiteY3" fmla="*/ 2714906 h 2714906"/>
              <a:gd name="connsiteX4" fmla="*/ 406347 w 11333274"/>
              <a:gd name="connsiteY4" fmla="*/ 2714906 h 2714906"/>
              <a:gd name="connsiteX5" fmla="*/ 0 w 11333274"/>
              <a:gd name="connsiteY5" fmla="*/ 2308559 h 2714906"/>
              <a:gd name="connsiteX6" fmla="*/ 0 w 11333274"/>
              <a:gd name="connsiteY6" fmla="*/ 406347 h 2714906"/>
              <a:gd name="connsiteX7" fmla="*/ 406347 w 11333274"/>
              <a:gd name="connsiteY7" fmla="*/ 0 h 2714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333274" h="2714906">
                <a:moveTo>
                  <a:pt x="10926927" y="0"/>
                </a:moveTo>
                <a:cubicBezTo>
                  <a:pt x="11151346" y="0"/>
                  <a:pt x="11333274" y="181928"/>
                  <a:pt x="11333274" y="406347"/>
                </a:cubicBezTo>
                <a:lnTo>
                  <a:pt x="11333274" y="2308559"/>
                </a:lnTo>
                <a:cubicBezTo>
                  <a:pt x="11333274" y="2532978"/>
                  <a:pt x="11151346" y="2714906"/>
                  <a:pt x="10926927" y="2714906"/>
                </a:cubicBezTo>
                <a:lnTo>
                  <a:pt x="406347" y="2714906"/>
                </a:lnTo>
                <a:cubicBezTo>
                  <a:pt x="181928" y="2714906"/>
                  <a:pt x="0" y="2532978"/>
                  <a:pt x="0" y="2308559"/>
                </a:cubicBezTo>
                <a:lnTo>
                  <a:pt x="0" y="406347"/>
                </a:lnTo>
                <a:cubicBezTo>
                  <a:pt x="0" y="181928"/>
                  <a:pt x="181928" y="0"/>
                  <a:pt x="406347" y="0"/>
                </a:cubicBezTo>
                <a:close/>
              </a:path>
            </a:pathLst>
          </a:custGeom>
          <a:solidFill>
            <a:schemeClr val="accent3"/>
          </a:solidFill>
          <a:ln w="1269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21405848" cy="1169989"/>
          </a:xfrm>
        </p:spPr>
        <p:txBody>
          <a:bodyPr/>
          <a:lstStyle/>
          <a:p>
            <a:r>
              <a:rPr lang="en-US"/>
              <a:t>Click to edit title</a:t>
            </a:r>
          </a:p>
        </p:txBody>
      </p:sp>
      <p:sp>
        <p:nvSpPr>
          <p:cNvPr id="14" name="Text Placeholder 2">
            <a:extLst>
              <a:ext uri="{FF2B5EF4-FFF2-40B4-BE49-F238E27FC236}">
                <a16:creationId xmlns:a16="http://schemas.microsoft.com/office/drawing/2014/main" id="{7337160A-6D35-0A49-F8C4-DC7E02EAD540}"/>
              </a:ext>
            </a:extLst>
          </p:cNvPr>
          <p:cNvSpPr>
            <a:spLocks noGrp="1"/>
          </p:cNvSpPr>
          <p:nvPr>
            <p:ph type="body" idx="1" hasCustomPrompt="1"/>
          </p:nvPr>
        </p:nvSpPr>
        <p:spPr>
          <a:xfrm>
            <a:off x="1131755" y="4185303"/>
            <a:ext cx="10563861" cy="457200"/>
          </a:xfrm>
        </p:spPr>
        <p:txBody>
          <a:bodyPr anchor="t" anchorCtr="0"/>
          <a:lstStyle>
            <a:lvl1pPr marL="0" indent="0">
              <a:lnSpc>
                <a:spcPts val="2600"/>
              </a:lnSpc>
              <a:spcBef>
                <a:spcPts val="0"/>
              </a:spcBef>
              <a:spcAft>
                <a:spcPts val="0"/>
              </a:spcAft>
              <a:buNone/>
              <a:defRPr sz="18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5" name="Content Placeholder 3">
            <a:extLst>
              <a:ext uri="{FF2B5EF4-FFF2-40B4-BE49-F238E27FC236}">
                <a16:creationId xmlns:a16="http://schemas.microsoft.com/office/drawing/2014/main" id="{A1451E89-ADFB-7D4F-3A7F-D236E195DC3C}"/>
              </a:ext>
            </a:extLst>
          </p:cNvPr>
          <p:cNvSpPr>
            <a:spLocks noGrp="1"/>
          </p:cNvSpPr>
          <p:nvPr>
            <p:ph sz="half" idx="2" hasCustomPrompt="1"/>
          </p:nvPr>
        </p:nvSpPr>
        <p:spPr>
          <a:xfrm>
            <a:off x="1131756" y="4800527"/>
            <a:ext cx="10563860" cy="1500659"/>
          </a:xfrm>
        </p:spPr>
        <p:txBody>
          <a:bodyPr/>
          <a:lstStyle>
            <a:lvl1pPr>
              <a:lnSpc>
                <a:spcPts val="2400"/>
              </a:lnSpc>
              <a:spcAft>
                <a:spcPts val="0"/>
              </a:spcAft>
              <a:defRPr sz="1800">
                <a:solidFill>
                  <a:schemeClr val="bg1"/>
                </a:solidFill>
              </a:defRPr>
            </a:lvl1pPr>
            <a:lvl2pPr marL="476250" indent="-457200">
              <a:lnSpc>
                <a:spcPts val="2400"/>
              </a:lnSpc>
              <a:spcAft>
                <a:spcPts val="0"/>
              </a:spcAft>
              <a:buFont typeface="+mj-lt"/>
              <a:buAutoNum type="arabicPeriod"/>
              <a:tabLst/>
              <a:defRPr sz="1800">
                <a:solidFill>
                  <a:schemeClr val="bg1"/>
                </a:solidFill>
              </a:defRPr>
            </a:lvl2pPr>
            <a:lvl3pPr marL="939800" indent="-457200">
              <a:lnSpc>
                <a:spcPts val="2400"/>
              </a:lnSpc>
              <a:spcAft>
                <a:spcPts val="0"/>
              </a:spcAft>
              <a:buFont typeface="+mj-lt"/>
              <a:buAutoNum type="arabicPeriod"/>
              <a:tabLst/>
              <a:defRPr sz="1800">
                <a:solidFill>
                  <a:schemeClr val="bg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17" name="Text Placeholder 2">
            <a:extLst>
              <a:ext uri="{FF2B5EF4-FFF2-40B4-BE49-F238E27FC236}">
                <a16:creationId xmlns:a16="http://schemas.microsoft.com/office/drawing/2014/main" id="{BF330F1D-111C-1F26-4ABB-F4B1F6460DCA}"/>
              </a:ext>
            </a:extLst>
          </p:cNvPr>
          <p:cNvSpPr>
            <a:spLocks noGrp="1"/>
          </p:cNvSpPr>
          <p:nvPr>
            <p:ph type="body" idx="19" hasCustomPrompt="1"/>
          </p:nvPr>
        </p:nvSpPr>
        <p:spPr>
          <a:xfrm>
            <a:off x="12799352" y="4185303"/>
            <a:ext cx="4818743" cy="457200"/>
          </a:xfrm>
        </p:spPr>
        <p:txBody>
          <a:bodyPr anchor="t" anchorCtr="0"/>
          <a:lstStyle>
            <a:lvl1pPr marL="0" indent="0">
              <a:lnSpc>
                <a:spcPts val="2600"/>
              </a:lnSpc>
              <a:spcBef>
                <a:spcPts val="0"/>
              </a:spcBef>
              <a:spcAft>
                <a:spcPts val="0"/>
              </a:spcAft>
              <a:buNone/>
              <a:defRPr sz="18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8" name="Content Placeholder 3">
            <a:extLst>
              <a:ext uri="{FF2B5EF4-FFF2-40B4-BE49-F238E27FC236}">
                <a16:creationId xmlns:a16="http://schemas.microsoft.com/office/drawing/2014/main" id="{565E814B-08B4-86D7-6553-7DC1A31EA2AB}"/>
              </a:ext>
            </a:extLst>
          </p:cNvPr>
          <p:cNvSpPr>
            <a:spLocks noGrp="1"/>
          </p:cNvSpPr>
          <p:nvPr>
            <p:ph sz="half" idx="20" hasCustomPrompt="1"/>
          </p:nvPr>
        </p:nvSpPr>
        <p:spPr>
          <a:xfrm>
            <a:off x="12799353" y="4800527"/>
            <a:ext cx="4818743" cy="1500659"/>
          </a:xfrm>
        </p:spPr>
        <p:txBody>
          <a:bodyPr/>
          <a:lstStyle>
            <a:lvl1pPr>
              <a:lnSpc>
                <a:spcPts val="2400"/>
              </a:lnSpc>
              <a:spcAft>
                <a:spcPts val="0"/>
              </a:spcAft>
              <a:defRPr sz="1800">
                <a:solidFill>
                  <a:schemeClr val="bg1"/>
                </a:solidFill>
              </a:defRPr>
            </a:lvl1pPr>
            <a:lvl2pPr marL="476250" indent="-457200">
              <a:lnSpc>
                <a:spcPts val="2400"/>
              </a:lnSpc>
              <a:spcAft>
                <a:spcPts val="0"/>
              </a:spcAft>
              <a:buFont typeface="+mj-lt"/>
              <a:buAutoNum type="arabicPeriod"/>
              <a:tabLst/>
              <a:defRPr sz="1800">
                <a:solidFill>
                  <a:schemeClr val="bg1"/>
                </a:solidFill>
              </a:defRPr>
            </a:lvl2pPr>
            <a:lvl3pPr marL="939800" indent="-457200">
              <a:lnSpc>
                <a:spcPts val="2400"/>
              </a:lnSpc>
              <a:spcAft>
                <a:spcPts val="0"/>
              </a:spcAft>
              <a:buFont typeface="+mj-lt"/>
              <a:buAutoNum type="arabicPeriod"/>
              <a:tabLst/>
              <a:defRPr sz="1800">
                <a:solidFill>
                  <a:schemeClr val="bg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19" name="Text Placeholder 2">
            <a:extLst>
              <a:ext uri="{FF2B5EF4-FFF2-40B4-BE49-F238E27FC236}">
                <a16:creationId xmlns:a16="http://schemas.microsoft.com/office/drawing/2014/main" id="{3E1EF8F0-9C8E-5A48-8291-C540CDC8B1DC}"/>
              </a:ext>
            </a:extLst>
          </p:cNvPr>
          <p:cNvSpPr>
            <a:spLocks noGrp="1"/>
          </p:cNvSpPr>
          <p:nvPr>
            <p:ph type="body" idx="21" hasCustomPrompt="1"/>
          </p:nvPr>
        </p:nvSpPr>
        <p:spPr>
          <a:xfrm>
            <a:off x="18641352" y="4185303"/>
            <a:ext cx="4818743" cy="457200"/>
          </a:xfrm>
        </p:spPr>
        <p:txBody>
          <a:bodyPr anchor="t" anchorCtr="0"/>
          <a:lstStyle>
            <a:lvl1pPr marL="0" indent="0">
              <a:lnSpc>
                <a:spcPts val="2600"/>
              </a:lnSpc>
              <a:spcBef>
                <a:spcPts val="0"/>
              </a:spcBef>
              <a:spcAft>
                <a:spcPts val="0"/>
              </a:spcAft>
              <a:buNone/>
              <a:defRPr sz="18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0" name="Content Placeholder 3">
            <a:extLst>
              <a:ext uri="{FF2B5EF4-FFF2-40B4-BE49-F238E27FC236}">
                <a16:creationId xmlns:a16="http://schemas.microsoft.com/office/drawing/2014/main" id="{7EA6CD2B-D123-2C14-9723-448B379B5544}"/>
              </a:ext>
            </a:extLst>
          </p:cNvPr>
          <p:cNvSpPr>
            <a:spLocks noGrp="1"/>
          </p:cNvSpPr>
          <p:nvPr>
            <p:ph sz="half" idx="22" hasCustomPrompt="1"/>
          </p:nvPr>
        </p:nvSpPr>
        <p:spPr>
          <a:xfrm>
            <a:off x="18641353" y="4800527"/>
            <a:ext cx="4818743" cy="1500659"/>
          </a:xfrm>
        </p:spPr>
        <p:txBody>
          <a:bodyPr/>
          <a:lstStyle>
            <a:lvl1pPr>
              <a:lnSpc>
                <a:spcPts val="2400"/>
              </a:lnSpc>
              <a:spcAft>
                <a:spcPts val="0"/>
              </a:spcAft>
              <a:defRPr sz="1800">
                <a:solidFill>
                  <a:schemeClr val="bg1"/>
                </a:solidFill>
              </a:defRPr>
            </a:lvl1pPr>
            <a:lvl2pPr marL="476250" indent="-457200">
              <a:lnSpc>
                <a:spcPts val="2400"/>
              </a:lnSpc>
              <a:spcAft>
                <a:spcPts val="0"/>
              </a:spcAft>
              <a:buFont typeface="+mj-lt"/>
              <a:buAutoNum type="arabicPeriod"/>
              <a:tabLst/>
              <a:defRPr sz="1800">
                <a:solidFill>
                  <a:schemeClr val="bg1"/>
                </a:solidFill>
              </a:defRPr>
            </a:lvl2pPr>
            <a:lvl3pPr marL="939800" indent="-457200">
              <a:lnSpc>
                <a:spcPts val="2400"/>
              </a:lnSpc>
              <a:spcAft>
                <a:spcPts val="0"/>
              </a:spcAft>
              <a:buFont typeface="+mj-lt"/>
              <a:buAutoNum type="arabicPeriod"/>
              <a:tabLst/>
              <a:defRPr sz="1800">
                <a:solidFill>
                  <a:schemeClr val="bg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F67522FF-FE01-0E4E-C15C-35FE3697325D}"/>
              </a:ext>
            </a:extLst>
          </p:cNvPr>
          <p:cNvSpPr>
            <a:spLocks noGrp="1"/>
          </p:cNvSpPr>
          <p:nvPr>
            <p:ph type="body" idx="23" hasCustomPrompt="1"/>
          </p:nvPr>
        </p:nvSpPr>
        <p:spPr>
          <a:xfrm>
            <a:off x="1131755" y="7244048"/>
            <a:ext cx="10563861" cy="457200"/>
          </a:xfrm>
        </p:spPr>
        <p:txBody>
          <a:bodyPr anchor="t" anchorCtr="0"/>
          <a:lstStyle>
            <a:lvl1pPr marL="0" indent="0">
              <a:lnSpc>
                <a:spcPts val="2600"/>
              </a:lnSpc>
              <a:spcBef>
                <a:spcPts val="0"/>
              </a:spcBef>
              <a:spcAft>
                <a:spcPts val="0"/>
              </a:spcAft>
              <a:buNone/>
              <a:defRPr sz="18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2" name="Content Placeholder 3">
            <a:extLst>
              <a:ext uri="{FF2B5EF4-FFF2-40B4-BE49-F238E27FC236}">
                <a16:creationId xmlns:a16="http://schemas.microsoft.com/office/drawing/2014/main" id="{1FFD59F3-77D2-D2C8-2F19-BD9113A275BF}"/>
              </a:ext>
            </a:extLst>
          </p:cNvPr>
          <p:cNvSpPr>
            <a:spLocks noGrp="1"/>
          </p:cNvSpPr>
          <p:nvPr>
            <p:ph sz="half" idx="24" hasCustomPrompt="1"/>
          </p:nvPr>
        </p:nvSpPr>
        <p:spPr>
          <a:xfrm>
            <a:off x="1131756" y="7859272"/>
            <a:ext cx="10563860" cy="1500659"/>
          </a:xfrm>
        </p:spPr>
        <p:txBody>
          <a:bodyPr/>
          <a:lstStyle>
            <a:lvl1pPr>
              <a:lnSpc>
                <a:spcPts val="2400"/>
              </a:lnSpc>
              <a:spcAft>
                <a:spcPts val="0"/>
              </a:spcAft>
              <a:defRPr sz="1800">
                <a:solidFill>
                  <a:schemeClr val="bg1"/>
                </a:solidFill>
              </a:defRPr>
            </a:lvl1pPr>
            <a:lvl2pPr marL="476250" indent="-457200">
              <a:lnSpc>
                <a:spcPts val="2400"/>
              </a:lnSpc>
              <a:spcAft>
                <a:spcPts val="0"/>
              </a:spcAft>
              <a:buFont typeface="+mj-lt"/>
              <a:buAutoNum type="arabicPeriod"/>
              <a:tabLst/>
              <a:defRPr sz="1800">
                <a:solidFill>
                  <a:schemeClr val="bg1"/>
                </a:solidFill>
              </a:defRPr>
            </a:lvl2pPr>
            <a:lvl3pPr marL="939800" indent="-457200">
              <a:lnSpc>
                <a:spcPts val="2400"/>
              </a:lnSpc>
              <a:spcAft>
                <a:spcPts val="0"/>
              </a:spcAft>
              <a:buFont typeface="+mj-lt"/>
              <a:buAutoNum type="arabicPeriod"/>
              <a:tabLst/>
              <a:defRPr sz="1800">
                <a:solidFill>
                  <a:schemeClr val="bg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23" name="Text Placeholder 2">
            <a:extLst>
              <a:ext uri="{FF2B5EF4-FFF2-40B4-BE49-F238E27FC236}">
                <a16:creationId xmlns:a16="http://schemas.microsoft.com/office/drawing/2014/main" id="{0F21654A-FDCC-126C-C3A8-3B926F09F9B3}"/>
              </a:ext>
            </a:extLst>
          </p:cNvPr>
          <p:cNvSpPr>
            <a:spLocks noGrp="1"/>
          </p:cNvSpPr>
          <p:nvPr>
            <p:ph type="body" idx="25" hasCustomPrompt="1"/>
          </p:nvPr>
        </p:nvSpPr>
        <p:spPr>
          <a:xfrm>
            <a:off x="12799352" y="7244048"/>
            <a:ext cx="4818743" cy="457200"/>
          </a:xfrm>
        </p:spPr>
        <p:txBody>
          <a:bodyPr anchor="t" anchorCtr="0"/>
          <a:lstStyle>
            <a:lvl1pPr marL="0" indent="0">
              <a:lnSpc>
                <a:spcPts val="2600"/>
              </a:lnSpc>
              <a:spcBef>
                <a:spcPts val="0"/>
              </a:spcBef>
              <a:spcAft>
                <a:spcPts val="0"/>
              </a:spcAft>
              <a:buNone/>
              <a:defRPr sz="18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4" name="Content Placeholder 3">
            <a:extLst>
              <a:ext uri="{FF2B5EF4-FFF2-40B4-BE49-F238E27FC236}">
                <a16:creationId xmlns:a16="http://schemas.microsoft.com/office/drawing/2014/main" id="{26D39E8F-FBB7-0B22-C607-1108989A8CEF}"/>
              </a:ext>
            </a:extLst>
          </p:cNvPr>
          <p:cNvSpPr>
            <a:spLocks noGrp="1"/>
          </p:cNvSpPr>
          <p:nvPr>
            <p:ph sz="half" idx="26" hasCustomPrompt="1"/>
          </p:nvPr>
        </p:nvSpPr>
        <p:spPr>
          <a:xfrm>
            <a:off x="12799353" y="7859272"/>
            <a:ext cx="4818743" cy="1500659"/>
          </a:xfrm>
        </p:spPr>
        <p:txBody>
          <a:bodyPr/>
          <a:lstStyle>
            <a:lvl1pPr>
              <a:lnSpc>
                <a:spcPts val="2400"/>
              </a:lnSpc>
              <a:spcAft>
                <a:spcPts val="0"/>
              </a:spcAft>
              <a:defRPr sz="1800">
                <a:solidFill>
                  <a:schemeClr val="bg1"/>
                </a:solidFill>
              </a:defRPr>
            </a:lvl1pPr>
            <a:lvl2pPr marL="476250" indent="-457200">
              <a:lnSpc>
                <a:spcPts val="2400"/>
              </a:lnSpc>
              <a:spcAft>
                <a:spcPts val="0"/>
              </a:spcAft>
              <a:buFont typeface="+mj-lt"/>
              <a:buAutoNum type="arabicPeriod"/>
              <a:tabLst/>
              <a:defRPr sz="1800">
                <a:solidFill>
                  <a:schemeClr val="bg1"/>
                </a:solidFill>
              </a:defRPr>
            </a:lvl2pPr>
            <a:lvl3pPr marL="939800" indent="-457200">
              <a:lnSpc>
                <a:spcPts val="2400"/>
              </a:lnSpc>
              <a:spcAft>
                <a:spcPts val="0"/>
              </a:spcAft>
              <a:buFont typeface="+mj-lt"/>
              <a:buAutoNum type="arabicPeriod"/>
              <a:tabLst/>
              <a:defRPr sz="1800">
                <a:solidFill>
                  <a:schemeClr val="bg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25" name="Text Placeholder 2">
            <a:extLst>
              <a:ext uri="{FF2B5EF4-FFF2-40B4-BE49-F238E27FC236}">
                <a16:creationId xmlns:a16="http://schemas.microsoft.com/office/drawing/2014/main" id="{D8B418BC-90B0-23E0-2220-34D6197C3C45}"/>
              </a:ext>
            </a:extLst>
          </p:cNvPr>
          <p:cNvSpPr>
            <a:spLocks noGrp="1"/>
          </p:cNvSpPr>
          <p:nvPr>
            <p:ph type="body" idx="27" hasCustomPrompt="1"/>
          </p:nvPr>
        </p:nvSpPr>
        <p:spPr>
          <a:xfrm>
            <a:off x="18641352" y="7244048"/>
            <a:ext cx="4818743" cy="457200"/>
          </a:xfrm>
        </p:spPr>
        <p:txBody>
          <a:bodyPr anchor="t" anchorCtr="0"/>
          <a:lstStyle>
            <a:lvl1pPr marL="0" indent="0">
              <a:lnSpc>
                <a:spcPts val="2600"/>
              </a:lnSpc>
              <a:spcBef>
                <a:spcPts val="0"/>
              </a:spcBef>
              <a:spcAft>
                <a:spcPts val="0"/>
              </a:spcAft>
              <a:buNone/>
              <a:defRPr sz="18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6" name="Content Placeholder 3">
            <a:extLst>
              <a:ext uri="{FF2B5EF4-FFF2-40B4-BE49-F238E27FC236}">
                <a16:creationId xmlns:a16="http://schemas.microsoft.com/office/drawing/2014/main" id="{11FD9D42-D8DA-281E-81D3-53DD7E3DF633}"/>
              </a:ext>
            </a:extLst>
          </p:cNvPr>
          <p:cNvSpPr>
            <a:spLocks noGrp="1"/>
          </p:cNvSpPr>
          <p:nvPr>
            <p:ph sz="half" idx="28" hasCustomPrompt="1"/>
          </p:nvPr>
        </p:nvSpPr>
        <p:spPr>
          <a:xfrm>
            <a:off x="18641353" y="7859272"/>
            <a:ext cx="4818743" cy="1500659"/>
          </a:xfrm>
        </p:spPr>
        <p:txBody>
          <a:bodyPr/>
          <a:lstStyle>
            <a:lvl1pPr>
              <a:lnSpc>
                <a:spcPts val="2400"/>
              </a:lnSpc>
              <a:spcAft>
                <a:spcPts val="0"/>
              </a:spcAft>
              <a:defRPr sz="1800">
                <a:solidFill>
                  <a:schemeClr val="bg1"/>
                </a:solidFill>
              </a:defRPr>
            </a:lvl1pPr>
            <a:lvl2pPr marL="476250" indent="-457200">
              <a:lnSpc>
                <a:spcPts val="2400"/>
              </a:lnSpc>
              <a:spcAft>
                <a:spcPts val="0"/>
              </a:spcAft>
              <a:buFont typeface="+mj-lt"/>
              <a:buAutoNum type="arabicPeriod"/>
              <a:tabLst/>
              <a:defRPr sz="1800">
                <a:solidFill>
                  <a:schemeClr val="bg1"/>
                </a:solidFill>
              </a:defRPr>
            </a:lvl2pPr>
            <a:lvl3pPr marL="939800" indent="-457200">
              <a:lnSpc>
                <a:spcPts val="2400"/>
              </a:lnSpc>
              <a:spcAft>
                <a:spcPts val="0"/>
              </a:spcAft>
              <a:buFont typeface="+mj-lt"/>
              <a:buAutoNum type="arabicPeriod"/>
              <a:tabLst/>
              <a:defRPr sz="1800">
                <a:solidFill>
                  <a:schemeClr val="bg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763C4465-1E34-295F-C8BB-C2F81A5DD82C}"/>
              </a:ext>
            </a:extLst>
          </p:cNvPr>
          <p:cNvSpPr>
            <a:spLocks noGrp="1"/>
          </p:cNvSpPr>
          <p:nvPr>
            <p:ph type="body" idx="29" hasCustomPrompt="1"/>
          </p:nvPr>
        </p:nvSpPr>
        <p:spPr>
          <a:xfrm>
            <a:off x="1131755" y="10304748"/>
            <a:ext cx="10563861" cy="457200"/>
          </a:xfrm>
        </p:spPr>
        <p:txBody>
          <a:bodyPr anchor="t" anchorCtr="0"/>
          <a:lstStyle>
            <a:lvl1pPr marL="0" indent="0">
              <a:lnSpc>
                <a:spcPts val="2600"/>
              </a:lnSpc>
              <a:spcBef>
                <a:spcPts val="0"/>
              </a:spcBef>
              <a:spcAft>
                <a:spcPts val="0"/>
              </a:spcAft>
              <a:buNone/>
              <a:defRPr sz="18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0" name="Content Placeholder 3">
            <a:extLst>
              <a:ext uri="{FF2B5EF4-FFF2-40B4-BE49-F238E27FC236}">
                <a16:creationId xmlns:a16="http://schemas.microsoft.com/office/drawing/2014/main" id="{497019FC-B529-C965-CB58-D45F5568B155}"/>
              </a:ext>
            </a:extLst>
          </p:cNvPr>
          <p:cNvSpPr>
            <a:spLocks noGrp="1"/>
          </p:cNvSpPr>
          <p:nvPr>
            <p:ph sz="half" idx="30" hasCustomPrompt="1"/>
          </p:nvPr>
        </p:nvSpPr>
        <p:spPr>
          <a:xfrm>
            <a:off x="1131756" y="10934039"/>
            <a:ext cx="10563860" cy="1500659"/>
          </a:xfrm>
        </p:spPr>
        <p:txBody>
          <a:bodyPr/>
          <a:lstStyle>
            <a:lvl1pPr>
              <a:lnSpc>
                <a:spcPts val="2400"/>
              </a:lnSpc>
              <a:spcAft>
                <a:spcPts val="0"/>
              </a:spcAft>
              <a:defRPr sz="1800">
                <a:solidFill>
                  <a:schemeClr val="bg1"/>
                </a:solidFill>
              </a:defRPr>
            </a:lvl1pPr>
            <a:lvl2pPr marL="476250" indent="-457200">
              <a:lnSpc>
                <a:spcPts val="2400"/>
              </a:lnSpc>
              <a:spcAft>
                <a:spcPts val="0"/>
              </a:spcAft>
              <a:buFont typeface="+mj-lt"/>
              <a:buAutoNum type="arabicPeriod"/>
              <a:tabLst/>
              <a:defRPr sz="1800">
                <a:solidFill>
                  <a:schemeClr val="bg1"/>
                </a:solidFill>
              </a:defRPr>
            </a:lvl2pPr>
            <a:lvl3pPr marL="939800" indent="-457200">
              <a:lnSpc>
                <a:spcPts val="2400"/>
              </a:lnSpc>
              <a:spcAft>
                <a:spcPts val="0"/>
              </a:spcAft>
              <a:buFont typeface="+mj-lt"/>
              <a:buAutoNum type="arabicPeriod"/>
              <a:tabLst/>
              <a:defRPr sz="1800">
                <a:solidFill>
                  <a:schemeClr val="bg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31" name="Text Placeholder 2">
            <a:extLst>
              <a:ext uri="{FF2B5EF4-FFF2-40B4-BE49-F238E27FC236}">
                <a16:creationId xmlns:a16="http://schemas.microsoft.com/office/drawing/2014/main" id="{0D38F891-1E5D-66DB-9980-81F5CB466869}"/>
              </a:ext>
            </a:extLst>
          </p:cNvPr>
          <p:cNvSpPr>
            <a:spLocks noGrp="1"/>
          </p:cNvSpPr>
          <p:nvPr>
            <p:ph type="body" idx="31" hasCustomPrompt="1"/>
          </p:nvPr>
        </p:nvSpPr>
        <p:spPr>
          <a:xfrm>
            <a:off x="12799352" y="10304748"/>
            <a:ext cx="4818743" cy="457200"/>
          </a:xfrm>
        </p:spPr>
        <p:txBody>
          <a:bodyPr anchor="t" anchorCtr="0"/>
          <a:lstStyle>
            <a:lvl1pPr marL="0" indent="0">
              <a:lnSpc>
                <a:spcPts val="2600"/>
              </a:lnSpc>
              <a:spcBef>
                <a:spcPts val="0"/>
              </a:spcBef>
              <a:spcAft>
                <a:spcPts val="0"/>
              </a:spcAft>
              <a:buNone/>
              <a:defRPr sz="18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2" name="Content Placeholder 3">
            <a:extLst>
              <a:ext uri="{FF2B5EF4-FFF2-40B4-BE49-F238E27FC236}">
                <a16:creationId xmlns:a16="http://schemas.microsoft.com/office/drawing/2014/main" id="{E494372B-8E54-41EE-0612-6DCE32259AFC}"/>
              </a:ext>
            </a:extLst>
          </p:cNvPr>
          <p:cNvSpPr>
            <a:spLocks noGrp="1"/>
          </p:cNvSpPr>
          <p:nvPr>
            <p:ph sz="half" idx="32" hasCustomPrompt="1"/>
          </p:nvPr>
        </p:nvSpPr>
        <p:spPr>
          <a:xfrm>
            <a:off x="12799353" y="10934039"/>
            <a:ext cx="4818743" cy="1500659"/>
          </a:xfrm>
        </p:spPr>
        <p:txBody>
          <a:bodyPr/>
          <a:lstStyle>
            <a:lvl1pPr>
              <a:lnSpc>
                <a:spcPts val="2400"/>
              </a:lnSpc>
              <a:spcAft>
                <a:spcPts val="0"/>
              </a:spcAft>
              <a:defRPr sz="1800">
                <a:solidFill>
                  <a:schemeClr val="bg1"/>
                </a:solidFill>
              </a:defRPr>
            </a:lvl1pPr>
            <a:lvl2pPr marL="476250" indent="-457200">
              <a:lnSpc>
                <a:spcPts val="2400"/>
              </a:lnSpc>
              <a:spcAft>
                <a:spcPts val="0"/>
              </a:spcAft>
              <a:buFont typeface="+mj-lt"/>
              <a:buAutoNum type="arabicPeriod"/>
              <a:tabLst/>
              <a:defRPr sz="1800">
                <a:solidFill>
                  <a:schemeClr val="bg1"/>
                </a:solidFill>
              </a:defRPr>
            </a:lvl2pPr>
            <a:lvl3pPr marL="939800" indent="-457200">
              <a:lnSpc>
                <a:spcPts val="2400"/>
              </a:lnSpc>
              <a:spcAft>
                <a:spcPts val="0"/>
              </a:spcAft>
              <a:buFont typeface="+mj-lt"/>
              <a:buAutoNum type="arabicPeriod"/>
              <a:tabLst/>
              <a:defRPr sz="1800">
                <a:solidFill>
                  <a:schemeClr val="bg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33" name="Text Placeholder 2">
            <a:extLst>
              <a:ext uri="{FF2B5EF4-FFF2-40B4-BE49-F238E27FC236}">
                <a16:creationId xmlns:a16="http://schemas.microsoft.com/office/drawing/2014/main" id="{466793BA-B89A-E934-036C-6112BD05FE4C}"/>
              </a:ext>
            </a:extLst>
          </p:cNvPr>
          <p:cNvSpPr>
            <a:spLocks noGrp="1"/>
          </p:cNvSpPr>
          <p:nvPr>
            <p:ph type="body" idx="33" hasCustomPrompt="1"/>
          </p:nvPr>
        </p:nvSpPr>
        <p:spPr>
          <a:xfrm>
            <a:off x="18641352" y="10304748"/>
            <a:ext cx="4818743" cy="457200"/>
          </a:xfrm>
        </p:spPr>
        <p:txBody>
          <a:bodyPr anchor="t" anchorCtr="0"/>
          <a:lstStyle>
            <a:lvl1pPr marL="0" indent="0">
              <a:lnSpc>
                <a:spcPts val="2600"/>
              </a:lnSpc>
              <a:spcBef>
                <a:spcPts val="0"/>
              </a:spcBef>
              <a:spcAft>
                <a:spcPts val="0"/>
              </a:spcAft>
              <a:buNone/>
              <a:defRPr sz="18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4" name="Content Placeholder 3">
            <a:extLst>
              <a:ext uri="{FF2B5EF4-FFF2-40B4-BE49-F238E27FC236}">
                <a16:creationId xmlns:a16="http://schemas.microsoft.com/office/drawing/2014/main" id="{0F01C2F0-28DA-59C4-4CBC-E153EF56A346}"/>
              </a:ext>
            </a:extLst>
          </p:cNvPr>
          <p:cNvSpPr>
            <a:spLocks noGrp="1"/>
          </p:cNvSpPr>
          <p:nvPr>
            <p:ph sz="half" idx="34" hasCustomPrompt="1"/>
          </p:nvPr>
        </p:nvSpPr>
        <p:spPr>
          <a:xfrm>
            <a:off x="18641353" y="10934039"/>
            <a:ext cx="4818743" cy="1500659"/>
          </a:xfrm>
        </p:spPr>
        <p:txBody>
          <a:bodyPr/>
          <a:lstStyle>
            <a:lvl1pPr>
              <a:lnSpc>
                <a:spcPts val="2400"/>
              </a:lnSpc>
              <a:spcAft>
                <a:spcPts val="0"/>
              </a:spcAft>
              <a:defRPr sz="1800">
                <a:solidFill>
                  <a:schemeClr val="bg1"/>
                </a:solidFill>
              </a:defRPr>
            </a:lvl1pPr>
            <a:lvl2pPr marL="476250" indent="-457200">
              <a:lnSpc>
                <a:spcPts val="2400"/>
              </a:lnSpc>
              <a:spcAft>
                <a:spcPts val="0"/>
              </a:spcAft>
              <a:buFont typeface="+mj-lt"/>
              <a:buAutoNum type="arabicPeriod"/>
              <a:tabLst/>
              <a:defRPr sz="1800">
                <a:solidFill>
                  <a:schemeClr val="bg1"/>
                </a:solidFill>
              </a:defRPr>
            </a:lvl2pPr>
            <a:lvl3pPr marL="939800" indent="-457200">
              <a:lnSpc>
                <a:spcPts val="2400"/>
              </a:lnSpc>
              <a:spcAft>
                <a:spcPts val="0"/>
              </a:spcAft>
              <a:buFont typeface="+mj-lt"/>
              <a:buAutoNum type="arabicPeriod"/>
              <a:tabLst/>
              <a:defRPr sz="1800">
                <a:solidFill>
                  <a:schemeClr val="bg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27113228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6_Graphics">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5497511" cy="1169989"/>
          </a:xfrm>
        </p:spPr>
        <p:txBody>
          <a:bodyPr/>
          <a:lstStyle/>
          <a:p>
            <a:r>
              <a:rPr lang="en-US"/>
              <a:t>Click to edit title</a:t>
            </a:r>
          </a:p>
        </p:txBody>
      </p:sp>
      <p:sp>
        <p:nvSpPr>
          <p:cNvPr id="14" name="Text Placeholder 2">
            <a:extLst>
              <a:ext uri="{FF2B5EF4-FFF2-40B4-BE49-F238E27FC236}">
                <a16:creationId xmlns:a16="http://schemas.microsoft.com/office/drawing/2014/main" id="{7337160A-6D35-0A49-F8C4-DC7E02EAD540}"/>
              </a:ext>
            </a:extLst>
          </p:cNvPr>
          <p:cNvSpPr>
            <a:spLocks noGrp="1"/>
          </p:cNvSpPr>
          <p:nvPr>
            <p:ph type="body" idx="1" hasCustomPrompt="1"/>
          </p:nvPr>
        </p:nvSpPr>
        <p:spPr>
          <a:xfrm>
            <a:off x="682627" y="3941763"/>
            <a:ext cx="3543298" cy="274320"/>
          </a:xfrm>
        </p:spPr>
        <p:txBody>
          <a:bodyPr anchor="t" anchorCtr="0"/>
          <a:lstStyle>
            <a:lvl1pPr marL="0" indent="0">
              <a:lnSpc>
                <a:spcPts val="23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7" name="Text Placeholder 2">
            <a:extLst>
              <a:ext uri="{FF2B5EF4-FFF2-40B4-BE49-F238E27FC236}">
                <a16:creationId xmlns:a16="http://schemas.microsoft.com/office/drawing/2014/main" id="{BF330F1D-111C-1F26-4ABB-F4B1F6460DCA}"/>
              </a:ext>
            </a:extLst>
          </p:cNvPr>
          <p:cNvSpPr>
            <a:spLocks noGrp="1"/>
          </p:cNvSpPr>
          <p:nvPr>
            <p:ph type="body" idx="19" hasCustomPrompt="1"/>
          </p:nvPr>
        </p:nvSpPr>
        <p:spPr>
          <a:xfrm>
            <a:off x="682627" y="4753308"/>
            <a:ext cx="3543298" cy="274320"/>
          </a:xfrm>
        </p:spPr>
        <p:txBody>
          <a:bodyPr anchor="t" anchorCtr="0"/>
          <a:lstStyle>
            <a:lvl1pPr marL="0" indent="0">
              <a:lnSpc>
                <a:spcPts val="23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9" name="Text Placeholder 2">
            <a:extLst>
              <a:ext uri="{FF2B5EF4-FFF2-40B4-BE49-F238E27FC236}">
                <a16:creationId xmlns:a16="http://schemas.microsoft.com/office/drawing/2014/main" id="{3E1EF8F0-9C8E-5A48-8291-C540CDC8B1DC}"/>
              </a:ext>
            </a:extLst>
          </p:cNvPr>
          <p:cNvSpPr>
            <a:spLocks noGrp="1"/>
          </p:cNvSpPr>
          <p:nvPr>
            <p:ph type="body" idx="21" hasCustomPrompt="1"/>
          </p:nvPr>
        </p:nvSpPr>
        <p:spPr>
          <a:xfrm>
            <a:off x="682627" y="5568028"/>
            <a:ext cx="3543298" cy="274320"/>
          </a:xfrm>
        </p:spPr>
        <p:txBody>
          <a:bodyPr anchor="t" anchorCtr="0"/>
          <a:lstStyle>
            <a:lvl1pPr marL="0" indent="0">
              <a:lnSpc>
                <a:spcPts val="23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1" name="Text Placeholder 2">
            <a:extLst>
              <a:ext uri="{FF2B5EF4-FFF2-40B4-BE49-F238E27FC236}">
                <a16:creationId xmlns:a16="http://schemas.microsoft.com/office/drawing/2014/main" id="{F67522FF-FE01-0E4E-C15C-35FE3697325D}"/>
              </a:ext>
            </a:extLst>
          </p:cNvPr>
          <p:cNvSpPr>
            <a:spLocks noGrp="1"/>
          </p:cNvSpPr>
          <p:nvPr>
            <p:ph type="body" idx="23" hasCustomPrompt="1"/>
          </p:nvPr>
        </p:nvSpPr>
        <p:spPr>
          <a:xfrm>
            <a:off x="682627" y="6391275"/>
            <a:ext cx="3543298" cy="274320"/>
          </a:xfrm>
        </p:spPr>
        <p:txBody>
          <a:bodyPr anchor="t" anchorCtr="0"/>
          <a:lstStyle>
            <a:lvl1pPr marL="0" indent="0">
              <a:lnSpc>
                <a:spcPts val="23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3" name="Text Placeholder 2">
            <a:extLst>
              <a:ext uri="{FF2B5EF4-FFF2-40B4-BE49-F238E27FC236}">
                <a16:creationId xmlns:a16="http://schemas.microsoft.com/office/drawing/2014/main" id="{0F21654A-FDCC-126C-C3A8-3B926F09F9B3}"/>
              </a:ext>
            </a:extLst>
          </p:cNvPr>
          <p:cNvSpPr>
            <a:spLocks noGrp="1"/>
          </p:cNvSpPr>
          <p:nvPr>
            <p:ph type="body" idx="25" hasCustomPrompt="1"/>
          </p:nvPr>
        </p:nvSpPr>
        <p:spPr>
          <a:xfrm>
            <a:off x="682627" y="7207898"/>
            <a:ext cx="3543298" cy="274320"/>
          </a:xfrm>
        </p:spPr>
        <p:txBody>
          <a:bodyPr anchor="t" anchorCtr="0"/>
          <a:lstStyle>
            <a:lvl1pPr marL="0" indent="0">
              <a:lnSpc>
                <a:spcPts val="23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5" name="Text Placeholder 2">
            <a:extLst>
              <a:ext uri="{FF2B5EF4-FFF2-40B4-BE49-F238E27FC236}">
                <a16:creationId xmlns:a16="http://schemas.microsoft.com/office/drawing/2014/main" id="{D8B418BC-90B0-23E0-2220-34D6197C3C45}"/>
              </a:ext>
            </a:extLst>
          </p:cNvPr>
          <p:cNvSpPr>
            <a:spLocks noGrp="1"/>
          </p:cNvSpPr>
          <p:nvPr>
            <p:ph type="body" idx="27" hasCustomPrompt="1"/>
          </p:nvPr>
        </p:nvSpPr>
        <p:spPr>
          <a:xfrm>
            <a:off x="682627" y="8019318"/>
            <a:ext cx="3543298" cy="274320"/>
          </a:xfrm>
        </p:spPr>
        <p:txBody>
          <a:bodyPr anchor="t" anchorCtr="0"/>
          <a:lstStyle>
            <a:lvl1pPr marL="0" indent="0">
              <a:lnSpc>
                <a:spcPts val="23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8" name="Text Placeholder 2">
            <a:extLst>
              <a:ext uri="{FF2B5EF4-FFF2-40B4-BE49-F238E27FC236}">
                <a16:creationId xmlns:a16="http://schemas.microsoft.com/office/drawing/2014/main" id="{763C4465-1E34-295F-C8BB-C2F81A5DD82C}"/>
              </a:ext>
            </a:extLst>
          </p:cNvPr>
          <p:cNvSpPr>
            <a:spLocks noGrp="1"/>
          </p:cNvSpPr>
          <p:nvPr>
            <p:ph type="body" idx="29" hasCustomPrompt="1"/>
          </p:nvPr>
        </p:nvSpPr>
        <p:spPr>
          <a:xfrm>
            <a:off x="682627" y="8833913"/>
            <a:ext cx="3543298" cy="274320"/>
          </a:xfrm>
        </p:spPr>
        <p:txBody>
          <a:bodyPr anchor="t" anchorCtr="0"/>
          <a:lstStyle>
            <a:lvl1pPr marL="0" indent="0">
              <a:lnSpc>
                <a:spcPts val="23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1" name="Text Placeholder 2">
            <a:extLst>
              <a:ext uri="{FF2B5EF4-FFF2-40B4-BE49-F238E27FC236}">
                <a16:creationId xmlns:a16="http://schemas.microsoft.com/office/drawing/2014/main" id="{0D38F891-1E5D-66DB-9980-81F5CB466869}"/>
              </a:ext>
            </a:extLst>
          </p:cNvPr>
          <p:cNvSpPr>
            <a:spLocks noGrp="1"/>
          </p:cNvSpPr>
          <p:nvPr>
            <p:ph type="body" idx="31" hasCustomPrompt="1"/>
          </p:nvPr>
        </p:nvSpPr>
        <p:spPr>
          <a:xfrm>
            <a:off x="682627" y="9648403"/>
            <a:ext cx="3543298" cy="274320"/>
          </a:xfrm>
        </p:spPr>
        <p:txBody>
          <a:bodyPr anchor="t" anchorCtr="0"/>
          <a:lstStyle>
            <a:lvl1pPr marL="0" indent="0">
              <a:lnSpc>
                <a:spcPts val="23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3" name="Text Placeholder 2">
            <a:extLst>
              <a:ext uri="{FF2B5EF4-FFF2-40B4-BE49-F238E27FC236}">
                <a16:creationId xmlns:a16="http://schemas.microsoft.com/office/drawing/2014/main" id="{466793BA-B89A-E934-036C-6112BD05FE4C}"/>
              </a:ext>
            </a:extLst>
          </p:cNvPr>
          <p:cNvSpPr>
            <a:spLocks noGrp="1"/>
          </p:cNvSpPr>
          <p:nvPr>
            <p:ph type="body" idx="33" hasCustomPrompt="1"/>
          </p:nvPr>
        </p:nvSpPr>
        <p:spPr>
          <a:xfrm>
            <a:off x="682627" y="10466068"/>
            <a:ext cx="3543298" cy="274320"/>
          </a:xfrm>
        </p:spPr>
        <p:txBody>
          <a:bodyPr anchor="t" anchorCtr="0"/>
          <a:lstStyle>
            <a:lvl1pPr marL="0" indent="0">
              <a:lnSpc>
                <a:spcPts val="23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6" name="Text Placeholder 2">
            <a:extLst>
              <a:ext uri="{FF2B5EF4-FFF2-40B4-BE49-F238E27FC236}">
                <a16:creationId xmlns:a16="http://schemas.microsoft.com/office/drawing/2014/main" id="{4FF90FBA-B43C-8B8D-5A9D-3AC8981B7C30}"/>
              </a:ext>
            </a:extLst>
          </p:cNvPr>
          <p:cNvSpPr>
            <a:spLocks noGrp="1"/>
          </p:cNvSpPr>
          <p:nvPr>
            <p:ph type="body" idx="34" hasCustomPrompt="1"/>
          </p:nvPr>
        </p:nvSpPr>
        <p:spPr>
          <a:xfrm>
            <a:off x="682627" y="11282043"/>
            <a:ext cx="3543298" cy="274320"/>
          </a:xfrm>
        </p:spPr>
        <p:txBody>
          <a:bodyPr anchor="t" anchorCtr="0"/>
          <a:lstStyle>
            <a:lvl1pPr marL="0" indent="0">
              <a:lnSpc>
                <a:spcPts val="23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7" name="Text Placeholder 2">
            <a:extLst>
              <a:ext uri="{FF2B5EF4-FFF2-40B4-BE49-F238E27FC236}">
                <a16:creationId xmlns:a16="http://schemas.microsoft.com/office/drawing/2014/main" id="{F2BB94E5-2B26-F5C5-546B-D2E708EE9D61}"/>
              </a:ext>
            </a:extLst>
          </p:cNvPr>
          <p:cNvSpPr>
            <a:spLocks noGrp="1"/>
          </p:cNvSpPr>
          <p:nvPr>
            <p:ph type="body" idx="35" hasCustomPrompt="1"/>
          </p:nvPr>
        </p:nvSpPr>
        <p:spPr>
          <a:xfrm>
            <a:off x="682627" y="12098018"/>
            <a:ext cx="3543298" cy="274320"/>
          </a:xfrm>
        </p:spPr>
        <p:txBody>
          <a:bodyPr anchor="t" anchorCtr="0"/>
          <a:lstStyle>
            <a:lvl1pPr marL="0" indent="0">
              <a:lnSpc>
                <a:spcPts val="23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Tree>
    <p:extLst>
      <p:ext uri="{BB962C8B-B14F-4D97-AF65-F5344CB8AC3E}">
        <p14:creationId xmlns:p14="http://schemas.microsoft.com/office/powerpoint/2010/main" val="19240031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7_Graphics">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E028735-1B73-6561-5090-937C3B5E6E55}"/>
              </a:ext>
            </a:extLst>
          </p:cNvPr>
          <p:cNvSpPr/>
          <p:nvPr/>
        </p:nvSpPr>
        <p:spPr>
          <a:xfrm>
            <a:off x="692145" y="3750454"/>
            <a:ext cx="22997519" cy="8814043"/>
          </a:xfrm>
          <a:custGeom>
            <a:avLst/>
            <a:gdLst>
              <a:gd name="connsiteX0" fmla="*/ 22591226 w 22997519"/>
              <a:gd name="connsiteY0" fmla="*/ 0 h 8814043"/>
              <a:gd name="connsiteX1" fmla="*/ 22997520 w 22997519"/>
              <a:gd name="connsiteY1" fmla="*/ 406294 h 8814043"/>
              <a:gd name="connsiteX2" fmla="*/ 22997520 w 22997519"/>
              <a:gd name="connsiteY2" fmla="*/ 8407750 h 8814043"/>
              <a:gd name="connsiteX3" fmla="*/ 22591226 w 22997519"/>
              <a:gd name="connsiteY3" fmla="*/ 8814044 h 8814043"/>
              <a:gd name="connsiteX4" fmla="*/ 406294 w 22997519"/>
              <a:gd name="connsiteY4" fmla="*/ 8814044 h 8814043"/>
              <a:gd name="connsiteX5" fmla="*/ 0 w 22997519"/>
              <a:gd name="connsiteY5" fmla="*/ 8407750 h 8814043"/>
              <a:gd name="connsiteX6" fmla="*/ 0 w 22997519"/>
              <a:gd name="connsiteY6" fmla="*/ 406295 h 8814043"/>
              <a:gd name="connsiteX7" fmla="*/ 406294 w 22997519"/>
              <a:gd name="connsiteY7" fmla="*/ 0 h 8814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7519" h="8814043">
                <a:moveTo>
                  <a:pt x="22591226" y="0"/>
                </a:moveTo>
                <a:cubicBezTo>
                  <a:pt x="22815616" y="0"/>
                  <a:pt x="22997520" y="181904"/>
                  <a:pt x="22997520" y="406294"/>
                </a:cubicBezTo>
                <a:lnTo>
                  <a:pt x="22997520" y="8407750"/>
                </a:lnTo>
                <a:cubicBezTo>
                  <a:pt x="22997520" y="8632140"/>
                  <a:pt x="22815616" y="8814044"/>
                  <a:pt x="22591226" y="8814044"/>
                </a:cubicBezTo>
                <a:lnTo>
                  <a:pt x="406294" y="8814044"/>
                </a:lnTo>
                <a:cubicBezTo>
                  <a:pt x="181904" y="8814044"/>
                  <a:pt x="0" y="8632140"/>
                  <a:pt x="0" y="8407750"/>
                </a:cubicBezTo>
                <a:lnTo>
                  <a:pt x="0" y="406295"/>
                </a:lnTo>
                <a:cubicBezTo>
                  <a:pt x="0" y="181904"/>
                  <a:pt x="181904" y="0"/>
                  <a:pt x="406294" y="0"/>
                </a:cubicBezTo>
                <a:close/>
              </a:path>
            </a:pathLst>
          </a:custGeom>
          <a:solidFill>
            <a:srgbClr val="DDF1FC"/>
          </a:solidFill>
          <a:ln w="12695" cap="flat">
            <a:no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0B328B85-F3AB-2268-AEED-59A43699043C}"/>
              </a:ext>
            </a:extLst>
          </p:cNvPr>
          <p:cNvSpPr/>
          <p:nvPr/>
        </p:nvSpPr>
        <p:spPr>
          <a:xfrm>
            <a:off x="692145" y="3749184"/>
            <a:ext cx="22996249" cy="7053012"/>
          </a:xfrm>
          <a:custGeom>
            <a:avLst/>
            <a:gdLst>
              <a:gd name="connsiteX0" fmla="*/ 22589956 w 22996249"/>
              <a:gd name="connsiteY0" fmla="*/ 0 h 7053012"/>
              <a:gd name="connsiteX1" fmla="*/ 22996250 w 22996249"/>
              <a:gd name="connsiteY1" fmla="*/ 406294 h 7053012"/>
              <a:gd name="connsiteX2" fmla="*/ 22996250 w 22996249"/>
              <a:gd name="connsiteY2" fmla="*/ 6646719 h 7053012"/>
              <a:gd name="connsiteX3" fmla="*/ 22589956 w 22996249"/>
              <a:gd name="connsiteY3" fmla="*/ 7053013 h 7053012"/>
              <a:gd name="connsiteX4" fmla="*/ 406295 w 22996249"/>
              <a:gd name="connsiteY4" fmla="*/ 7053013 h 7053012"/>
              <a:gd name="connsiteX5" fmla="*/ 0 w 22996249"/>
              <a:gd name="connsiteY5" fmla="*/ 6646719 h 7053012"/>
              <a:gd name="connsiteX6" fmla="*/ 0 w 22996249"/>
              <a:gd name="connsiteY6" fmla="*/ 406294 h 7053012"/>
              <a:gd name="connsiteX7" fmla="*/ 406295 w 22996249"/>
              <a:gd name="connsiteY7" fmla="*/ 0 h 7053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249" h="7053012">
                <a:moveTo>
                  <a:pt x="22589956" y="0"/>
                </a:moveTo>
                <a:cubicBezTo>
                  <a:pt x="22814346" y="0"/>
                  <a:pt x="22996250" y="181904"/>
                  <a:pt x="22996250" y="406294"/>
                </a:cubicBezTo>
                <a:lnTo>
                  <a:pt x="22996250" y="6646719"/>
                </a:lnTo>
                <a:cubicBezTo>
                  <a:pt x="22996250" y="6871108"/>
                  <a:pt x="22814346" y="7053013"/>
                  <a:pt x="22589956" y="7053013"/>
                </a:cubicBezTo>
                <a:lnTo>
                  <a:pt x="406295" y="7053013"/>
                </a:lnTo>
                <a:cubicBezTo>
                  <a:pt x="181904" y="7053013"/>
                  <a:pt x="0" y="6871108"/>
                  <a:pt x="0" y="6646719"/>
                </a:cubicBezTo>
                <a:lnTo>
                  <a:pt x="0" y="406294"/>
                </a:lnTo>
                <a:cubicBezTo>
                  <a:pt x="0" y="181904"/>
                  <a:pt x="181904" y="0"/>
                  <a:pt x="406295" y="0"/>
                </a:cubicBezTo>
                <a:close/>
              </a:path>
            </a:pathLst>
          </a:custGeom>
          <a:solidFill>
            <a:srgbClr val="A9DDF7"/>
          </a:solidFill>
          <a:ln w="12695" cap="flat">
            <a:noFill/>
            <a:prstDash val="solid"/>
            <a:miter/>
          </a:ln>
        </p:spPr>
        <p:txBody>
          <a:bodyPr rtlCol="0" anchor="ctr"/>
          <a:lstStyle/>
          <a:p>
            <a:endParaRPr lang="en-US"/>
          </a:p>
        </p:txBody>
      </p:sp>
      <p:sp>
        <p:nvSpPr>
          <p:cNvPr id="15" name="Freeform 14">
            <a:extLst>
              <a:ext uri="{FF2B5EF4-FFF2-40B4-BE49-F238E27FC236}">
                <a16:creationId xmlns:a16="http://schemas.microsoft.com/office/drawing/2014/main" id="{02C82719-8F52-C277-5D3E-28422B8CA7F9}"/>
              </a:ext>
            </a:extLst>
          </p:cNvPr>
          <p:cNvSpPr/>
          <p:nvPr/>
        </p:nvSpPr>
        <p:spPr>
          <a:xfrm>
            <a:off x="692145" y="3749184"/>
            <a:ext cx="22996249" cy="5290711"/>
          </a:xfrm>
          <a:custGeom>
            <a:avLst/>
            <a:gdLst>
              <a:gd name="connsiteX0" fmla="*/ 22589956 w 22996249"/>
              <a:gd name="connsiteY0" fmla="*/ 0 h 5290711"/>
              <a:gd name="connsiteX1" fmla="*/ 22996250 w 22996249"/>
              <a:gd name="connsiteY1" fmla="*/ 406294 h 5290711"/>
              <a:gd name="connsiteX2" fmla="*/ 22996250 w 22996249"/>
              <a:gd name="connsiteY2" fmla="*/ 4884418 h 5290711"/>
              <a:gd name="connsiteX3" fmla="*/ 22589956 w 22996249"/>
              <a:gd name="connsiteY3" fmla="*/ 5290712 h 5290711"/>
              <a:gd name="connsiteX4" fmla="*/ 406295 w 22996249"/>
              <a:gd name="connsiteY4" fmla="*/ 5290712 h 5290711"/>
              <a:gd name="connsiteX5" fmla="*/ 0 w 22996249"/>
              <a:gd name="connsiteY5" fmla="*/ 4884418 h 5290711"/>
              <a:gd name="connsiteX6" fmla="*/ 0 w 22996249"/>
              <a:gd name="connsiteY6" fmla="*/ 406294 h 5290711"/>
              <a:gd name="connsiteX7" fmla="*/ 406295 w 22996249"/>
              <a:gd name="connsiteY7" fmla="*/ 0 h 5290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249" h="5290711">
                <a:moveTo>
                  <a:pt x="22589956" y="0"/>
                </a:moveTo>
                <a:cubicBezTo>
                  <a:pt x="22814346" y="0"/>
                  <a:pt x="22996250" y="181904"/>
                  <a:pt x="22996250" y="406294"/>
                </a:cubicBezTo>
                <a:lnTo>
                  <a:pt x="22996250" y="4884418"/>
                </a:lnTo>
                <a:cubicBezTo>
                  <a:pt x="22996250" y="5108808"/>
                  <a:pt x="22814346" y="5290712"/>
                  <a:pt x="22589956" y="5290712"/>
                </a:cubicBezTo>
                <a:lnTo>
                  <a:pt x="406295" y="5290712"/>
                </a:lnTo>
                <a:cubicBezTo>
                  <a:pt x="181904" y="5290712"/>
                  <a:pt x="0" y="5108808"/>
                  <a:pt x="0" y="4884418"/>
                </a:cubicBezTo>
                <a:lnTo>
                  <a:pt x="0" y="406294"/>
                </a:lnTo>
                <a:cubicBezTo>
                  <a:pt x="0" y="181904"/>
                  <a:pt x="181904" y="0"/>
                  <a:pt x="406295" y="0"/>
                </a:cubicBezTo>
                <a:close/>
              </a:path>
            </a:pathLst>
          </a:custGeom>
          <a:solidFill>
            <a:srgbClr val="4DBDF5"/>
          </a:solidFill>
          <a:ln w="12695" cap="flat">
            <a:no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35CF2921-996D-823F-319F-DC142F7CC49F}"/>
              </a:ext>
            </a:extLst>
          </p:cNvPr>
          <p:cNvSpPr/>
          <p:nvPr/>
        </p:nvSpPr>
        <p:spPr>
          <a:xfrm>
            <a:off x="692145" y="3749184"/>
            <a:ext cx="22996249" cy="3527141"/>
          </a:xfrm>
          <a:custGeom>
            <a:avLst/>
            <a:gdLst>
              <a:gd name="connsiteX0" fmla="*/ 22589956 w 22996249"/>
              <a:gd name="connsiteY0" fmla="*/ 0 h 3527141"/>
              <a:gd name="connsiteX1" fmla="*/ 22996250 w 22996249"/>
              <a:gd name="connsiteY1" fmla="*/ 406294 h 3527141"/>
              <a:gd name="connsiteX2" fmla="*/ 22996250 w 22996249"/>
              <a:gd name="connsiteY2" fmla="*/ 3120847 h 3527141"/>
              <a:gd name="connsiteX3" fmla="*/ 22589956 w 22996249"/>
              <a:gd name="connsiteY3" fmla="*/ 3527141 h 3527141"/>
              <a:gd name="connsiteX4" fmla="*/ 406295 w 22996249"/>
              <a:gd name="connsiteY4" fmla="*/ 3527141 h 3527141"/>
              <a:gd name="connsiteX5" fmla="*/ 0 w 22996249"/>
              <a:gd name="connsiteY5" fmla="*/ 3120847 h 3527141"/>
              <a:gd name="connsiteX6" fmla="*/ 0 w 22996249"/>
              <a:gd name="connsiteY6" fmla="*/ 406294 h 3527141"/>
              <a:gd name="connsiteX7" fmla="*/ 406295 w 22996249"/>
              <a:gd name="connsiteY7" fmla="*/ 0 h 3527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249" h="3527141">
                <a:moveTo>
                  <a:pt x="22589956" y="0"/>
                </a:moveTo>
                <a:cubicBezTo>
                  <a:pt x="22814346" y="0"/>
                  <a:pt x="22996250" y="181904"/>
                  <a:pt x="22996250" y="406294"/>
                </a:cubicBezTo>
                <a:lnTo>
                  <a:pt x="22996250" y="3120847"/>
                </a:lnTo>
                <a:cubicBezTo>
                  <a:pt x="22996250" y="3345237"/>
                  <a:pt x="22814346" y="3527141"/>
                  <a:pt x="22589956" y="3527141"/>
                </a:cubicBezTo>
                <a:lnTo>
                  <a:pt x="406295" y="3527141"/>
                </a:lnTo>
                <a:cubicBezTo>
                  <a:pt x="181904" y="3527141"/>
                  <a:pt x="0" y="3345237"/>
                  <a:pt x="0" y="3120847"/>
                </a:cubicBezTo>
                <a:lnTo>
                  <a:pt x="0" y="406294"/>
                </a:lnTo>
                <a:cubicBezTo>
                  <a:pt x="0" y="181904"/>
                  <a:pt x="181904" y="0"/>
                  <a:pt x="406295" y="0"/>
                </a:cubicBezTo>
                <a:close/>
              </a:path>
            </a:pathLst>
          </a:custGeom>
          <a:solidFill>
            <a:srgbClr val="0053E2"/>
          </a:solidFill>
          <a:ln w="1269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18B74B37-1135-7B02-7F6E-8F7B816C4DA2}"/>
              </a:ext>
            </a:extLst>
          </p:cNvPr>
          <p:cNvSpPr/>
          <p:nvPr/>
        </p:nvSpPr>
        <p:spPr>
          <a:xfrm>
            <a:off x="692145" y="3749184"/>
            <a:ext cx="22996249" cy="1763570"/>
          </a:xfrm>
          <a:custGeom>
            <a:avLst/>
            <a:gdLst>
              <a:gd name="connsiteX0" fmla="*/ 22589956 w 22996249"/>
              <a:gd name="connsiteY0" fmla="*/ 0 h 1763570"/>
              <a:gd name="connsiteX1" fmla="*/ 22996250 w 22996249"/>
              <a:gd name="connsiteY1" fmla="*/ 406294 h 1763570"/>
              <a:gd name="connsiteX2" fmla="*/ 22996250 w 22996249"/>
              <a:gd name="connsiteY2" fmla="*/ 1357277 h 1763570"/>
              <a:gd name="connsiteX3" fmla="*/ 22589956 w 22996249"/>
              <a:gd name="connsiteY3" fmla="*/ 1763571 h 1763570"/>
              <a:gd name="connsiteX4" fmla="*/ 406295 w 22996249"/>
              <a:gd name="connsiteY4" fmla="*/ 1763571 h 1763570"/>
              <a:gd name="connsiteX5" fmla="*/ 0 w 22996249"/>
              <a:gd name="connsiteY5" fmla="*/ 1357277 h 1763570"/>
              <a:gd name="connsiteX6" fmla="*/ 0 w 22996249"/>
              <a:gd name="connsiteY6" fmla="*/ 406294 h 1763570"/>
              <a:gd name="connsiteX7" fmla="*/ 406295 w 22996249"/>
              <a:gd name="connsiteY7" fmla="*/ 0 h 1763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96249" h="1763570">
                <a:moveTo>
                  <a:pt x="22589956" y="0"/>
                </a:moveTo>
                <a:cubicBezTo>
                  <a:pt x="22814346" y="0"/>
                  <a:pt x="22996250" y="181904"/>
                  <a:pt x="22996250" y="406294"/>
                </a:cubicBezTo>
                <a:lnTo>
                  <a:pt x="22996250" y="1357277"/>
                </a:lnTo>
                <a:cubicBezTo>
                  <a:pt x="22996250" y="1581667"/>
                  <a:pt x="22814346" y="1763571"/>
                  <a:pt x="22589956" y="1763571"/>
                </a:cubicBezTo>
                <a:lnTo>
                  <a:pt x="406295" y="1763571"/>
                </a:lnTo>
                <a:cubicBezTo>
                  <a:pt x="181904" y="1763571"/>
                  <a:pt x="0" y="1581667"/>
                  <a:pt x="0" y="1357277"/>
                </a:cubicBezTo>
                <a:lnTo>
                  <a:pt x="0" y="406294"/>
                </a:lnTo>
                <a:cubicBezTo>
                  <a:pt x="0" y="181904"/>
                  <a:pt x="181904" y="0"/>
                  <a:pt x="406295" y="0"/>
                </a:cubicBezTo>
                <a:close/>
              </a:path>
            </a:pathLst>
          </a:custGeom>
          <a:solidFill>
            <a:srgbClr val="001E60"/>
          </a:solid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1" name="Freeform 10">
            <a:extLst>
              <a:ext uri="{FF2B5EF4-FFF2-40B4-BE49-F238E27FC236}">
                <a16:creationId xmlns:a16="http://schemas.microsoft.com/office/drawing/2014/main" id="{EE0EE3FA-E433-1405-A7C7-4DEA1973E895}"/>
              </a:ext>
            </a:extLst>
          </p:cNvPr>
          <p:cNvSpPr/>
          <p:nvPr/>
        </p:nvSpPr>
        <p:spPr>
          <a:xfrm>
            <a:off x="12073407" y="12484129"/>
            <a:ext cx="54596" cy="49517"/>
          </a:xfrm>
          <a:custGeom>
            <a:avLst/>
            <a:gdLst>
              <a:gd name="connsiteX0" fmla="*/ 0 w 54596"/>
              <a:gd name="connsiteY0" fmla="*/ 49517 h 49517"/>
              <a:gd name="connsiteX1" fmla="*/ 54596 w 54596"/>
              <a:gd name="connsiteY1" fmla="*/ 0 h 49517"/>
              <a:gd name="connsiteX2" fmla="*/ 0 w 54596"/>
              <a:gd name="connsiteY2" fmla="*/ 49517 h 49517"/>
            </a:gdLst>
            <a:ahLst/>
            <a:cxnLst>
              <a:cxn ang="0">
                <a:pos x="connsiteX0" y="connsiteY0"/>
              </a:cxn>
              <a:cxn ang="0">
                <a:pos x="connsiteX1" y="connsiteY1"/>
              </a:cxn>
              <a:cxn ang="0">
                <a:pos x="connsiteX2" y="connsiteY2"/>
              </a:cxn>
            </a:cxnLst>
            <a:rect l="l" t="t" r="r" b="b"/>
            <a:pathLst>
              <a:path w="54596" h="49517">
                <a:moveTo>
                  <a:pt x="0" y="49517"/>
                </a:moveTo>
                <a:cubicBezTo>
                  <a:pt x="20316" y="35551"/>
                  <a:pt x="38090" y="19045"/>
                  <a:pt x="54596" y="0"/>
                </a:cubicBezTo>
                <a:cubicBezTo>
                  <a:pt x="38090" y="19045"/>
                  <a:pt x="20316" y="35551"/>
                  <a:pt x="0" y="49517"/>
                </a:cubicBezTo>
                <a:close/>
              </a:path>
            </a:pathLst>
          </a:custGeom>
          <a:solidFill>
            <a:schemeClr val="accent6"/>
          </a:solidFill>
          <a:ln w="12695" cap="flat">
            <a:noFill/>
            <a:prstDash val="solid"/>
            <a:miter/>
          </a:ln>
        </p:spPr>
        <p:txBody>
          <a:bodyPr rtlCol="0" anchor="ctr"/>
          <a:lstStyle/>
          <a:p>
            <a:pPr algn="ctr">
              <a:lnSpc>
                <a:spcPts val="3400"/>
              </a:lnSpc>
            </a:pPr>
            <a:endParaRPr lang="en-US" sz="2600">
              <a:solidFill>
                <a:schemeClr val="accent1"/>
              </a:solidFill>
              <a:latin typeface="+mj-lt"/>
            </a:endParaRPr>
          </a:p>
        </p:txBody>
      </p:sp>
      <p:sp>
        <p:nvSpPr>
          <p:cNvPr id="16" name="Freeform 15">
            <a:extLst>
              <a:ext uri="{FF2B5EF4-FFF2-40B4-BE49-F238E27FC236}">
                <a16:creationId xmlns:a16="http://schemas.microsoft.com/office/drawing/2014/main" id="{46891B90-B047-A049-1E65-4E2C54CDF206}"/>
              </a:ext>
            </a:extLst>
          </p:cNvPr>
          <p:cNvSpPr/>
          <p:nvPr/>
        </p:nvSpPr>
        <p:spPr>
          <a:xfrm>
            <a:off x="12073407" y="12484129"/>
            <a:ext cx="54596" cy="49517"/>
          </a:xfrm>
          <a:custGeom>
            <a:avLst/>
            <a:gdLst>
              <a:gd name="connsiteX0" fmla="*/ 0 w 54596"/>
              <a:gd name="connsiteY0" fmla="*/ 49517 h 49517"/>
              <a:gd name="connsiteX1" fmla="*/ 54596 w 54596"/>
              <a:gd name="connsiteY1" fmla="*/ 0 h 49517"/>
              <a:gd name="connsiteX2" fmla="*/ 0 w 54596"/>
              <a:gd name="connsiteY2" fmla="*/ 49517 h 49517"/>
            </a:gdLst>
            <a:ahLst/>
            <a:cxnLst>
              <a:cxn ang="0">
                <a:pos x="connsiteX0" y="connsiteY0"/>
              </a:cxn>
              <a:cxn ang="0">
                <a:pos x="connsiteX1" y="connsiteY1"/>
              </a:cxn>
              <a:cxn ang="0">
                <a:pos x="connsiteX2" y="connsiteY2"/>
              </a:cxn>
            </a:cxnLst>
            <a:rect l="l" t="t" r="r" b="b"/>
            <a:pathLst>
              <a:path w="54596" h="49517">
                <a:moveTo>
                  <a:pt x="0" y="49517"/>
                </a:moveTo>
                <a:cubicBezTo>
                  <a:pt x="20316" y="35551"/>
                  <a:pt x="38090" y="19045"/>
                  <a:pt x="54596" y="0"/>
                </a:cubicBezTo>
                <a:cubicBezTo>
                  <a:pt x="38090" y="19045"/>
                  <a:pt x="20316" y="35551"/>
                  <a:pt x="0" y="49517"/>
                </a:cubicBezTo>
                <a:close/>
              </a:path>
            </a:pathLst>
          </a:custGeom>
          <a:solidFill>
            <a:srgbClr val="4DBDF5"/>
          </a:solidFill>
          <a:ln w="12695" cap="flat">
            <a:noFill/>
            <a:prstDash val="solid"/>
            <a:miter/>
          </a:ln>
        </p:spPr>
        <p:txBody>
          <a:bodyPr rtlCol="0" anchor="ctr"/>
          <a:lstStyle/>
          <a:p>
            <a:pPr algn="ctr">
              <a:lnSpc>
                <a:spcPts val="3400"/>
              </a:lnSpc>
            </a:pPr>
            <a:endParaRPr lang="en-US" sz="2600">
              <a:solidFill>
                <a:schemeClr val="accent1"/>
              </a:solidFill>
              <a:latin typeface="+mj-lt"/>
            </a:endParaRPr>
          </a:p>
        </p:txBody>
      </p:sp>
      <p:sp>
        <p:nvSpPr>
          <p:cNvPr id="14" name="Text Placeholder 2">
            <a:extLst>
              <a:ext uri="{FF2B5EF4-FFF2-40B4-BE49-F238E27FC236}">
                <a16:creationId xmlns:a16="http://schemas.microsoft.com/office/drawing/2014/main" id="{7337160A-6D35-0A49-F8C4-DC7E02EAD540}"/>
              </a:ext>
            </a:extLst>
          </p:cNvPr>
          <p:cNvSpPr>
            <a:spLocks noGrp="1"/>
          </p:cNvSpPr>
          <p:nvPr>
            <p:ph type="body" idx="1" hasCustomPrompt="1"/>
          </p:nvPr>
        </p:nvSpPr>
        <p:spPr>
          <a:xfrm>
            <a:off x="1177476" y="3747991"/>
            <a:ext cx="3048449" cy="1764165"/>
          </a:xfrm>
        </p:spPr>
        <p:txBody>
          <a:bodyPr anchor="ctr" anchorCtr="0"/>
          <a:lstStyle>
            <a:lvl1pPr marL="0" indent="0">
              <a:lnSpc>
                <a:spcPts val="2600"/>
              </a:lnSpc>
              <a:spcBef>
                <a:spcPts val="0"/>
              </a:spcBef>
              <a:spcAft>
                <a:spcPts val="0"/>
              </a:spcAft>
              <a:buNone/>
              <a:defRPr sz="18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17" name="Text Placeholder 2">
            <a:extLst>
              <a:ext uri="{FF2B5EF4-FFF2-40B4-BE49-F238E27FC236}">
                <a16:creationId xmlns:a16="http://schemas.microsoft.com/office/drawing/2014/main" id="{BF330F1D-111C-1F26-4ABB-F4B1F6460DCA}"/>
              </a:ext>
            </a:extLst>
          </p:cNvPr>
          <p:cNvSpPr>
            <a:spLocks noGrp="1"/>
          </p:cNvSpPr>
          <p:nvPr>
            <p:ph type="body" idx="19" hasCustomPrompt="1"/>
          </p:nvPr>
        </p:nvSpPr>
        <p:spPr>
          <a:xfrm>
            <a:off x="1177476" y="5512158"/>
            <a:ext cx="3048449" cy="1764166"/>
          </a:xfrm>
        </p:spPr>
        <p:txBody>
          <a:bodyPr anchor="ctr" anchorCtr="0"/>
          <a:lstStyle>
            <a:lvl1pPr marL="0" indent="0">
              <a:lnSpc>
                <a:spcPts val="2600"/>
              </a:lnSpc>
              <a:spcBef>
                <a:spcPts val="0"/>
              </a:spcBef>
              <a:spcAft>
                <a:spcPts val="0"/>
              </a:spcAft>
              <a:buNone/>
              <a:defRPr sz="18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19" name="Text Placeholder 2">
            <a:extLst>
              <a:ext uri="{FF2B5EF4-FFF2-40B4-BE49-F238E27FC236}">
                <a16:creationId xmlns:a16="http://schemas.microsoft.com/office/drawing/2014/main" id="{3E1EF8F0-9C8E-5A48-8291-C540CDC8B1DC}"/>
              </a:ext>
            </a:extLst>
          </p:cNvPr>
          <p:cNvSpPr>
            <a:spLocks noGrp="1"/>
          </p:cNvSpPr>
          <p:nvPr>
            <p:ph type="body" idx="21" hasCustomPrompt="1"/>
          </p:nvPr>
        </p:nvSpPr>
        <p:spPr>
          <a:xfrm>
            <a:off x="1177476" y="7276325"/>
            <a:ext cx="3048449" cy="1763569"/>
          </a:xfrm>
        </p:spPr>
        <p:txBody>
          <a:bodyPr anchor="ctr" anchorCtr="0"/>
          <a:lstStyle>
            <a:lvl1pPr marL="0" indent="0">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21" name="Text Placeholder 2">
            <a:extLst>
              <a:ext uri="{FF2B5EF4-FFF2-40B4-BE49-F238E27FC236}">
                <a16:creationId xmlns:a16="http://schemas.microsoft.com/office/drawing/2014/main" id="{F67522FF-FE01-0E4E-C15C-35FE3697325D}"/>
              </a:ext>
            </a:extLst>
          </p:cNvPr>
          <p:cNvSpPr>
            <a:spLocks noGrp="1"/>
          </p:cNvSpPr>
          <p:nvPr>
            <p:ph type="body" idx="23" hasCustomPrompt="1"/>
          </p:nvPr>
        </p:nvSpPr>
        <p:spPr>
          <a:xfrm>
            <a:off x="1177476" y="9082162"/>
            <a:ext cx="3048449" cy="1720033"/>
          </a:xfrm>
        </p:spPr>
        <p:txBody>
          <a:bodyPr anchor="ctr" anchorCtr="0"/>
          <a:lstStyle>
            <a:lvl1pPr marL="0" indent="0">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23" name="Text Placeholder 2">
            <a:extLst>
              <a:ext uri="{FF2B5EF4-FFF2-40B4-BE49-F238E27FC236}">
                <a16:creationId xmlns:a16="http://schemas.microsoft.com/office/drawing/2014/main" id="{0F21654A-FDCC-126C-C3A8-3B926F09F9B3}"/>
              </a:ext>
            </a:extLst>
          </p:cNvPr>
          <p:cNvSpPr>
            <a:spLocks noGrp="1"/>
          </p:cNvSpPr>
          <p:nvPr>
            <p:ph type="body" idx="25" hasCustomPrompt="1"/>
          </p:nvPr>
        </p:nvSpPr>
        <p:spPr>
          <a:xfrm>
            <a:off x="1177476" y="10802196"/>
            <a:ext cx="3048449" cy="1762301"/>
          </a:xfrm>
        </p:spPr>
        <p:txBody>
          <a:bodyPr anchor="ctr" anchorCtr="0"/>
          <a:lstStyle>
            <a:lvl1pPr marL="0" indent="0">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32" name="Title 1">
            <a:extLst>
              <a:ext uri="{FF2B5EF4-FFF2-40B4-BE49-F238E27FC236}">
                <a16:creationId xmlns:a16="http://schemas.microsoft.com/office/drawing/2014/main" id="{1953FA91-080A-511B-B3A9-1059B460A602}"/>
              </a:ext>
            </a:extLst>
          </p:cNvPr>
          <p:cNvSpPr>
            <a:spLocks noGrp="1"/>
          </p:cNvSpPr>
          <p:nvPr>
            <p:ph type="title" hasCustomPrompt="1"/>
          </p:nvPr>
        </p:nvSpPr>
        <p:spPr>
          <a:xfrm>
            <a:off x="682625" y="2121408"/>
            <a:ext cx="23034083" cy="1169989"/>
          </a:xfrm>
        </p:spPr>
        <p:txBody>
          <a:bodyPr/>
          <a:lstStyle>
            <a:lvl1pPr>
              <a:lnSpc>
                <a:spcPts val="4600"/>
              </a:lnSpc>
              <a:defRPr sz="3600"/>
            </a:lvl1pPr>
          </a:lstStyle>
          <a:p>
            <a:r>
              <a:rPr lang="en-US"/>
              <a:t>Click to edit title</a:t>
            </a:r>
          </a:p>
        </p:txBody>
      </p:sp>
      <p:sp>
        <p:nvSpPr>
          <p:cNvPr id="34" name="Text Placeholder 2">
            <a:extLst>
              <a:ext uri="{FF2B5EF4-FFF2-40B4-BE49-F238E27FC236}">
                <a16:creationId xmlns:a16="http://schemas.microsoft.com/office/drawing/2014/main" id="{4A3CD952-8412-21C1-1684-ACB312EB0C2D}"/>
              </a:ext>
            </a:extLst>
          </p:cNvPr>
          <p:cNvSpPr>
            <a:spLocks noGrp="1"/>
          </p:cNvSpPr>
          <p:nvPr>
            <p:ph type="body" idx="26" hasCustomPrompt="1"/>
          </p:nvPr>
        </p:nvSpPr>
        <p:spPr>
          <a:xfrm>
            <a:off x="4572000" y="3747991"/>
            <a:ext cx="15222538" cy="1764165"/>
          </a:xfrm>
        </p:spPr>
        <p:txBody>
          <a:bodyPr anchor="ctr" anchorCtr="0"/>
          <a:lstStyle>
            <a:lvl1pPr marL="0" indent="0" algn="ctr">
              <a:lnSpc>
                <a:spcPts val="3400"/>
              </a:lnSpc>
              <a:spcBef>
                <a:spcPts val="0"/>
              </a:spcBef>
              <a:spcAft>
                <a:spcPts val="0"/>
              </a:spcAft>
              <a:buNone/>
              <a:defRPr sz="26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5" name="Text Placeholder 2">
            <a:extLst>
              <a:ext uri="{FF2B5EF4-FFF2-40B4-BE49-F238E27FC236}">
                <a16:creationId xmlns:a16="http://schemas.microsoft.com/office/drawing/2014/main" id="{FCB2AF5D-3767-56F1-848E-6AEAA3FB1826}"/>
              </a:ext>
            </a:extLst>
          </p:cNvPr>
          <p:cNvSpPr>
            <a:spLocks noGrp="1"/>
          </p:cNvSpPr>
          <p:nvPr>
            <p:ph type="body" idx="27" hasCustomPrompt="1"/>
          </p:nvPr>
        </p:nvSpPr>
        <p:spPr>
          <a:xfrm>
            <a:off x="4572000" y="5512158"/>
            <a:ext cx="15222538" cy="1764166"/>
          </a:xfrm>
        </p:spPr>
        <p:txBody>
          <a:bodyPr anchor="ctr" anchorCtr="0"/>
          <a:lstStyle>
            <a:lvl1pPr marL="0" indent="0" algn="ctr">
              <a:lnSpc>
                <a:spcPts val="3400"/>
              </a:lnSpc>
              <a:spcBef>
                <a:spcPts val="0"/>
              </a:spcBef>
              <a:spcAft>
                <a:spcPts val="0"/>
              </a:spcAft>
              <a:buNone/>
              <a:defRPr sz="26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8" name="Text Placeholder 2">
            <a:extLst>
              <a:ext uri="{FF2B5EF4-FFF2-40B4-BE49-F238E27FC236}">
                <a16:creationId xmlns:a16="http://schemas.microsoft.com/office/drawing/2014/main" id="{DD492B2C-FCAD-AB61-1C18-8654E59D0D66}"/>
              </a:ext>
            </a:extLst>
          </p:cNvPr>
          <p:cNvSpPr>
            <a:spLocks noGrp="1"/>
          </p:cNvSpPr>
          <p:nvPr>
            <p:ph type="body" idx="28" hasCustomPrompt="1"/>
          </p:nvPr>
        </p:nvSpPr>
        <p:spPr>
          <a:xfrm>
            <a:off x="4572000" y="7276325"/>
            <a:ext cx="15222538" cy="1763569"/>
          </a:xfrm>
        </p:spPr>
        <p:txBody>
          <a:bodyPr anchor="ctr" anchorCtr="0"/>
          <a:lstStyle>
            <a:lvl1pPr marL="0" indent="0" algn="ctr">
              <a:lnSpc>
                <a:spcPts val="3400"/>
              </a:lnSpc>
              <a:spcBef>
                <a:spcPts val="0"/>
              </a:spcBef>
              <a:spcAft>
                <a:spcPts val="0"/>
              </a:spcAft>
              <a:buNone/>
              <a:defRPr sz="2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9" name="Text Placeholder 2">
            <a:extLst>
              <a:ext uri="{FF2B5EF4-FFF2-40B4-BE49-F238E27FC236}">
                <a16:creationId xmlns:a16="http://schemas.microsoft.com/office/drawing/2014/main" id="{981186DC-1FB8-4595-221E-D070CBAA2F47}"/>
              </a:ext>
            </a:extLst>
          </p:cNvPr>
          <p:cNvSpPr>
            <a:spLocks noGrp="1"/>
          </p:cNvSpPr>
          <p:nvPr>
            <p:ph type="body" idx="29" hasCustomPrompt="1"/>
          </p:nvPr>
        </p:nvSpPr>
        <p:spPr>
          <a:xfrm>
            <a:off x="4572000" y="9082162"/>
            <a:ext cx="15222538" cy="1720033"/>
          </a:xfrm>
        </p:spPr>
        <p:txBody>
          <a:bodyPr anchor="ctr" anchorCtr="0"/>
          <a:lstStyle>
            <a:lvl1pPr marL="0" indent="0" algn="ctr">
              <a:lnSpc>
                <a:spcPts val="3400"/>
              </a:lnSpc>
              <a:spcBef>
                <a:spcPts val="0"/>
              </a:spcBef>
              <a:spcAft>
                <a:spcPts val="0"/>
              </a:spcAft>
              <a:buNone/>
              <a:defRPr sz="2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1" name="Text Placeholder 2">
            <a:extLst>
              <a:ext uri="{FF2B5EF4-FFF2-40B4-BE49-F238E27FC236}">
                <a16:creationId xmlns:a16="http://schemas.microsoft.com/office/drawing/2014/main" id="{3E24224B-E6DF-CE12-7521-1C06B7A2F8E9}"/>
              </a:ext>
            </a:extLst>
          </p:cNvPr>
          <p:cNvSpPr>
            <a:spLocks noGrp="1"/>
          </p:cNvSpPr>
          <p:nvPr>
            <p:ph type="body" idx="30" hasCustomPrompt="1"/>
          </p:nvPr>
        </p:nvSpPr>
        <p:spPr>
          <a:xfrm>
            <a:off x="4572000" y="10802196"/>
            <a:ext cx="15222538" cy="1762301"/>
          </a:xfrm>
        </p:spPr>
        <p:txBody>
          <a:bodyPr anchor="ctr" anchorCtr="0"/>
          <a:lstStyle>
            <a:lvl1pPr marL="0" indent="0" algn="ctr">
              <a:lnSpc>
                <a:spcPts val="3400"/>
              </a:lnSpc>
              <a:spcBef>
                <a:spcPts val="0"/>
              </a:spcBef>
              <a:spcAft>
                <a:spcPts val="0"/>
              </a:spcAft>
              <a:buNone/>
              <a:defRPr sz="2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2" name="Freeform 41">
            <a:extLst>
              <a:ext uri="{FF2B5EF4-FFF2-40B4-BE49-F238E27FC236}">
                <a16:creationId xmlns:a16="http://schemas.microsoft.com/office/drawing/2014/main" id="{0276D9C4-C583-DA8F-8EC4-5FAC1C85F5D1}"/>
              </a:ext>
            </a:extLst>
          </p:cNvPr>
          <p:cNvSpPr/>
          <p:nvPr userDrawn="1"/>
        </p:nvSpPr>
        <p:spPr>
          <a:xfrm>
            <a:off x="20785412" y="12484129"/>
            <a:ext cx="45719" cy="49517"/>
          </a:xfrm>
          <a:custGeom>
            <a:avLst/>
            <a:gdLst>
              <a:gd name="connsiteX0" fmla="*/ 0 w 54596"/>
              <a:gd name="connsiteY0" fmla="*/ 49517 h 49517"/>
              <a:gd name="connsiteX1" fmla="*/ 54596 w 54596"/>
              <a:gd name="connsiteY1" fmla="*/ 0 h 49517"/>
              <a:gd name="connsiteX2" fmla="*/ 0 w 54596"/>
              <a:gd name="connsiteY2" fmla="*/ 49517 h 49517"/>
            </a:gdLst>
            <a:ahLst/>
            <a:cxnLst>
              <a:cxn ang="0">
                <a:pos x="connsiteX0" y="connsiteY0"/>
              </a:cxn>
              <a:cxn ang="0">
                <a:pos x="connsiteX1" y="connsiteY1"/>
              </a:cxn>
              <a:cxn ang="0">
                <a:pos x="connsiteX2" y="connsiteY2"/>
              </a:cxn>
            </a:cxnLst>
            <a:rect l="l" t="t" r="r" b="b"/>
            <a:pathLst>
              <a:path w="54596" h="49517">
                <a:moveTo>
                  <a:pt x="0" y="49517"/>
                </a:moveTo>
                <a:cubicBezTo>
                  <a:pt x="20316" y="35551"/>
                  <a:pt x="38090" y="19045"/>
                  <a:pt x="54596" y="0"/>
                </a:cubicBezTo>
                <a:cubicBezTo>
                  <a:pt x="38090" y="19045"/>
                  <a:pt x="20316" y="35551"/>
                  <a:pt x="0" y="49517"/>
                </a:cubicBezTo>
                <a:close/>
              </a:path>
            </a:pathLst>
          </a:custGeom>
          <a:solidFill>
            <a:schemeClr val="accent6"/>
          </a:solidFill>
          <a:ln w="12695" cap="flat">
            <a:noFill/>
            <a:prstDash val="solid"/>
            <a:miter/>
          </a:ln>
        </p:spPr>
        <p:txBody>
          <a:bodyPr rtlCol="0" anchor="ctr"/>
          <a:lstStyle/>
          <a:p>
            <a:pPr algn="r">
              <a:lnSpc>
                <a:spcPts val="2600"/>
              </a:lnSpc>
            </a:pPr>
            <a:endParaRPr lang="en-US" sz="1800">
              <a:solidFill>
                <a:schemeClr val="accent1"/>
              </a:solidFill>
              <a:latin typeface="+mn-lt"/>
            </a:endParaRPr>
          </a:p>
        </p:txBody>
      </p:sp>
      <p:sp>
        <p:nvSpPr>
          <p:cNvPr id="43" name="Freeform 42">
            <a:extLst>
              <a:ext uri="{FF2B5EF4-FFF2-40B4-BE49-F238E27FC236}">
                <a16:creationId xmlns:a16="http://schemas.microsoft.com/office/drawing/2014/main" id="{098B2A91-D2FB-3CB2-01A6-2889BCBFDA9F}"/>
              </a:ext>
            </a:extLst>
          </p:cNvPr>
          <p:cNvSpPr/>
          <p:nvPr userDrawn="1"/>
        </p:nvSpPr>
        <p:spPr>
          <a:xfrm>
            <a:off x="20785412" y="12484129"/>
            <a:ext cx="45719" cy="49517"/>
          </a:xfrm>
          <a:custGeom>
            <a:avLst/>
            <a:gdLst>
              <a:gd name="connsiteX0" fmla="*/ 0 w 54596"/>
              <a:gd name="connsiteY0" fmla="*/ 49517 h 49517"/>
              <a:gd name="connsiteX1" fmla="*/ 54596 w 54596"/>
              <a:gd name="connsiteY1" fmla="*/ 0 h 49517"/>
              <a:gd name="connsiteX2" fmla="*/ 0 w 54596"/>
              <a:gd name="connsiteY2" fmla="*/ 49517 h 49517"/>
            </a:gdLst>
            <a:ahLst/>
            <a:cxnLst>
              <a:cxn ang="0">
                <a:pos x="connsiteX0" y="connsiteY0"/>
              </a:cxn>
              <a:cxn ang="0">
                <a:pos x="connsiteX1" y="connsiteY1"/>
              </a:cxn>
              <a:cxn ang="0">
                <a:pos x="connsiteX2" y="connsiteY2"/>
              </a:cxn>
            </a:cxnLst>
            <a:rect l="l" t="t" r="r" b="b"/>
            <a:pathLst>
              <a:path w="54596" h="49517">
                <a:moveTo>
                  <a:pt x="0" y="49517"/>
                </a:moveTo>
                <a:cubicBezTo>
                  <a:pt x="20316" y="35551"/>
                  <a:pt x="38090" y="19045"/>
                  <a:pt x="54596" y="0"/>
                </a:cubicBezTo>
                <a:cubicBezTo>
                  <a:pt x="38090" y="19045"/>
                  <a:pt x="20316" y="35551"/>
                  <a:pt x="0" y="49517"/>
                </a:cubicBezTo>
                <a:close/>
              </a:path>
            </a:pathLst>
          </a:custGeom>
          <a:solidFill>
            <a:srgbClr val="4DBDF5"/>
          </a:solidFill>
          <a:ln w="12695" cap="flat">
            <a:noFill/>
            <a:prstDash val="solid"/>
            <a:miter/>
          </a:ln>
        </p:spPr>
        <p:txBody>
          <a:bodyPr rtlCol="0" anchor="ctr"/>
          <a:lstStyle/>
          <a:p>
            <a:pPr algn="r">
              <a:lnSpc>
                <a:spcPts val="2600"/>
              </a:lnSpc>
            </a:pPr>
            <a:endParaRPr lang="en-US" sz="1800">
              <a:solidFill>
                <a:schemeClr val="accent1"/>
              </a:solidFill>
              <a:latin typeface="+mn-lt"/>
            </a:endParaRPr>
          </a:p>
        </p:txBody>
      </p:sp>
      <p:sp>
        <p:nvSpPr>
          <p:cNvPr id="44" name="Text Placeholder 2">
            <a:extLst>
              <a:ext uri="{FF2B5EF4-FFF2-40B4-BE49-F238E27FC236}">
                <a16:creationId xmlns:a16="http://schemas.microsoft.com/office/drawing/2014/main" id="{9DE6E6AC-3AE2-B676-FC33-048A6385D957}"/>
              </a:ext>
            </a:extLst>
          </p:cNvPr>
          <p:cNvSpPr>
            <a:spLocks noGrp="1"/>
          </p:cNvSpPr>
          <p:nvPr>
            <p:ph type="body" idx="31" hasCustomPrompt="1"/>
          </p:nvPr>
        </p:nvSpPr>
        <p:spPr>
          <a:xfrm>
            <a:off x="20137437" y="3747991"/>
            <a:ext cx="3167727" cy="1764165"/>
          </a:xfrm>
        </p:spPr>
        <p:txBody>
          <a:bodyPr anchor="ctr" anchorCtr="0"/>
          <a:lstStyle>
            <a:lvl1pPr marL="0" indent="0" algn="r">
              <a:lnSpc>
                <a:spcPts val="2600"/>
              </a:lnSpc>
              <a:spcBef>
                <a:spcPts val="0"/>
              </a:spcBef>
              <a:spcAft>
                <a:spcPts val="0"/>
              </a:spcAft>
              <a:buNone/>
              <a:defRPr sz="18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45" name="Text Placeholder 2">
            <a:extLst>
              <a:ext uri="{FF2B5EF4-FFF2-40B4-BE49-F238E27FC236}">
                <a16:creationId xmlns:a16="http://schemas.microsoft.com/office/drawing/2014/main" id="{6BE4680E-4CEA-2790-CC75-E47FD44802F1}"/>
              </a:ext>
            </a:extLst>
          </p:cNvPr>
          <p:cNvSpPr>
            <a:spLocks noGrp="1"/>
          </p:cNvSpPr>
          <p:nvPr>
            <p:ph type="body" idx="32" hasCustomPrompt="1"/>
          </p:nvPr>
        </p:nvSpPr>
        <p:spPr>
          <a:xfrm>
            <a:off x="20137437" y="5512158"/>
            <a:ext cx="3167727" cy="1764166"/>
          </a:xfrm>
        </p:spPr>
        <p:txBody>
          <a:bodyPr anchor="ctr" anchorCtr="0"/>
          <a:lstStyle>
            <a:lvl1pPr marL="0" indent="0" algn="r">
              <a:lnSpc>
                <a:spcPts val="2600"/>
              </a:lnSpc>
              <a:spcBef>
                <a:spcPts val="0"/>
              </a:spcBef>
              <a:spcAft>
                <a:spcPts val="0"/>
              </a:spcAft>
              <a:buNone/>
              <a:defRPr sz="18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46" name="Text Placeholder 2">
            <a:extLst>
              <a:ext uri="{FF2B5EF4-FFF2-40B4-BE49-F238E27FC236}">
                <a16:creationId xmlns:a16="http://schemas.microsoft.com/office/drawing/2014/main" id="{F7F61455-C894-30EF-9026-57957BD5FD21}"/>
              </a:ext>
            </a:extLst>
          </p:cNvPr>
          <p:cNvSpPr>
            <a:spLocks noGrp="1"/>
          </p:cNvSpPr>
          <p:nvPr>
            <p:ph type="body" idx="33" hasCustomPrompt="1"/>
          </p:nvPr>
        </p:nvSpPr>
        <p:spPr>
          <a:xfrm>
            <a:off x="20137437" y="7276325"/>
            <a:ext cx="3167727" cy="1763569"/>
          </a:xfrm>
        </p:spPr>
        <p:txBody>
          <a:bodyPr anchor="ctr" anchorCtr="0"/>
          <a:lstStyle>
            <a:lvl1pPr marL="0" indent="0" algn="r">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47" name="Text Placeholder 2">
            <a:extLst>
              <a:ext uri="{FF2B5EF4-FFF2-40B4-BE49-F238E27FC236}">
                <a16:creationId xmlns:a16="http://schemas.microsoft.com/office/drawing/2014/main" id="{355067EC-DA27-F524-3896-A87A10D2B8E4}"/>
              </a:ext>
            </a:extLst>
          </p:cNvPr>
          <p:cNvSpPr>
            <a:spLocks noGrp="1"/>
          </p:cNvSpPr>
          <p:nvPr>
            <p:ph type="body" idx="34" hasCustomPrompt="1"/>
          </p:nvPr>
        </p:nvSpPr>
        <p:spPr>
          <a:xfrm>
            <a:off x="20137437" y="9082162"/>
            <a:ext cx="3167727" cy="1720033"/>
          </a:xfrm>
        </p:spPr>
        <p:txBody>
          <a:bodyPr anchor="ctr" anchorCtr="0"/>
          <a:lstStyle>
            <a:lvl1pPr marL="0" indent="0" algn="r">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48" name="Text Placeholder 2">
            <a:extLst>
              <a:ext uri="{FF2B5EF4-FFF2-40B4-BE49-F238E27FC236}">
                <a16:creationId xmlns:a16="http://schemas.microsoft.com/office/drawing/2014/main" id="{3CF80B2E-26EC-32E3-72EB-12969083E099}"/>
              </a:ext>
            </a:extLst>
          </p:cNvPr>
          <p:cNvSpPr>
            <a:spLocks noGrp="1"/>
          </p:cNvSpPr>
          <p:nvPr>
            <p:ph type="body" idx="35" hasCustomPrompt="1"/>
          </p:nvPr>
        </p:nvSpPr>
        <p:spPr>
          <a:xfrm>
            <a:off x="20137437" y="10802196"/>
            <a:ext cx="3167727" cy="1762301"/>
          </a:xfrm>
        </p:spPr>
        <p:txBody>
          <a:bodyPr anchor="ctr" anchorCtr="0"/>
          <a:lstStyle>
            <a:lvl1pPr marL="0" indent="0" algn="r">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Tree>
    <p:extLst>
      <p:ext uri="{BB962C8B-B14F-4D97-AF65-F5344CB8AC3E}">
        <p14:creationId xmlns:p14="http://schemas.microsoft.com/office/powerpoint/2010/main" val="328433169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8_Graphics">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CE95C143-E358-353C-E936-4ECDC1E5DECB}"/>
              </a:ext>
            </a:extLst>
          </p:cNvPr>
          <p:cNvSpPr/>
          <p:nvPr/>
        </p:nvSpPr>
        <p:spPr>
          <a:xfrm>
            <a:off x="8098790" y="3755734"/>
            <a:ext cx="8276590" cy="8818880"/>
          </a:xfrm>
          <a:custGeom>
            <a:avLst/>
            <a:gdLst>
              <a:gd name="connsiteX0" fmla="*/ 7870191 w 8276590"/>
              <a:gd name="connsiteY0" fmla="*/ 0 h 8818880"/>
              <a:gd name="connsiteX1" fmla="*/ 8276591 w 8276590"/>
              <a:gd name="connsiteY1" fmla="*/ 406400 h 8818880"/>
              <a:gd name="connsiteX2" fmla="*/ 8276591 w 8276590"/>
              <a:gd name="connsiteY2" fmla="*/ 8412480 h 8818880"/>
              <a:gd name="connsiteX3" fmla="*/ 7870191 w 8276590"/>
              <a:gd name="connsiteY3" fmla="*/ 8818880 h 8818880"/>
              <a:gd name="connsiteX4" fmla="*/ 406400 w 8276590"/>
              <a:gd name="connsiteY4" fmla="*/ 8818880 h 8818880"/>
              <a:gd name="connsiteX5" fmla="*/ 0 w 8276590"/>
              <a:gd name="connsiteY5" fmla="*/ 8412480 h 8818880"/>
              <a:gd name="connsiteX6" fmla="*/ 0 w 8276590"/>
              <a:gd name="connsiteY6" fmla="*/ 406400 h 8818880"/>
              <a:gd name="connsiteX7" fmla="*/ 406400 w 8276590"/>
              <a:gd name="connsiteY7" fmla="*/ 0 h 881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276590" h="8818880">
                <a:moveTo>
                  <a:pt x="7870191" y="0"/>
                </a:moveTo>
                <a:cubicBezTo>
                  <a:pt x="8094639" y="0"/>
                  <a:pt x="8276591" y="181951"/>
                  <a:pt x="8276591" y="406400"/>
                </a:cubicBezTo>
                <a:lnTo>
                  <a:pt x="8276591" y="8412480"/>
                </a:lnTo>
                <a:cubicBezTo>
                  <a:pt x="8276591" y="8636928"/>
                  <a:pt x="8094639" y="8818880"/>
                  <a:pt x="7870191" y="8818880"/>
                </a:cubicBezTo>
                <a:lnTo>
                  <a:pt x="406400" y="8818880"/>
                </a:lnTo>
                <a:cubicBezTo>
                  <a:pt x="181952" y="8818880"/>
                  <a:pt x="0" y="8636928"/>
                  <a:pt x="0" y="8412480"/>
                </a:cubicBezTo>
                <a:lnTo>
                  <a:pt x="0" y="406400"/>
                </a:lnTo>
                <a:cubicBezTo>
                  <a:pt x="0" y="181951"/>
                  <a:pt x="181952" y="0"/>
                  <a:pt x="406400" y="0"/>
                </a:cubicBezTo>
                <a:close/>
              </a:path>
            </a:pathLst>
          </a:custGeom>
          <a:solidFill>
            <a:schemeClr val="accent3">
              <a:lumMod val="20000"/>
              <a:lumOff val="80000"/>
            </a:schemeClr>
          </a:solidFill>
          <a:ln w="1270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9D8AE1D5-2788-9675-A2FB-2CA21215A4A4}"/>
              </a:ext>
            </a:extLst>
          </p:cNvPr>
          <p:cNvSpPr/>
          <p:nvPr/>
        </p:nvSpPr>
        <p:spPr>
          <a:xfrm>
            <a:off x="6142990" y="3755734"/>
            <a:ext cx="12189460" cy="7054850"/>
          </a:xfrm>
          <a:custGeom>
            <a:avLst/>
            <a:gdLst>
              <a:gd name="connsiteX0" fmla="*/ 11783060 w 12189460"/>
              <a:gd name="connsiteY0" fmla="*/ 0 h 7054850"/>
              <a:gd name="connsiteX1" fmla="*/ 12189460 w 12189460"/>
              <a:gd name="connsiteY1" fmla="*/ 406400 h 7054850"/>
              <a:gd name="connsiteX2" fmla="*/ 12189460 w 12189460"/>
              <a:gd name="connsiteY2" fmla="*/ 6648450 h 7054850"/>
              <a:gd name="connsiteX3" fmla="*/ 11783060 w 12189460"/>
              <a:gd name="connsiteY3" fmla="*/ 7054850 h 7054850"/>
              <a:gd name="connsiteX4" fmla="*/ 406400 w 12189460"/>
              <a:gd name="connsiteY4" fmla="*/ 7054850 h 7054850"/>
              <a:gd name="connsiteX5" fmla="*/ 0 w 12189460"/>
              <a:gd name="connsiteY5" fmla="*/ 6648450 h 7054850"/>
              <a:gd name="connsiteX6" fmla="*/ 0 w 12189460"/>
              <a:gd name="connsiteY6" fmla="*/ 406400 h 7054850"/>
              <a:gd name="connsiteX7" fmla="*/ 406400 w 12189460"/>
              <a:gd name="connsiteY7" fmla="*/ 0 h 705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9460" h="7054850">
                <a:moveTo>
                  <a:pt x="11783060" y="0"/>
                </a:moveTo>
                <a:cubicBezTo>
                  <a:pt x="12007508" y="0"/>
                  <a:pt x="12189460" y="181951"/>
                  <a:pt x="12189460" y="406400"/>
                </a:cubicBezTo>
                <a:lnTo>
                  <a:pt x="12189460" y="6648450"/>
                </a:lnTo>
                <a:cubicBezTo>
                  <a:pt x="12189460" y="6872898"/>
                  <a:pt x="12007508" y="7054850"/>
                  <a:pt x="11783060" y="7054850"/>
                </a:cubicBezTo>
                <a:lnTo>
                  <a:pt x="406400" y="7054850"/>
                </a:lnTo>
                <a:cubicBezTo>
                  <a:pt x="181951" y="7054850"/>
                  <a:pt x="0" y="6872898"/>
                  <a:pt x="0" y="6648450"/>
                </a:cubicBezTo>
                <a:lnTo>
                  <a:pt x="0" y="406400"/>
                </a:lnTo>
                <a:cubicBezTo>
                  <a:pt x="0" y="181951"/>
                  <a:pt x="181951" y="0"/>
                  <a:pt x="406400" y="0"/>
                </a:cubicBezTo>
                <a:close/>
              </a:path>
            </a:pathLst>
          </a:custGeom>
          <a:solidFill>
            <a:schemeClr val="accent4"/>
          </a:solidFill>
          <a:ln w="1270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BCCD4085-4424-AD8F-2065-2F78D41B6DE1}"/>
              </a:ext>
            </a:extLst>
          </p:cNvPr>
          <p:cNvSpPr/>
          <p:nvPr/>
        </p:nvSpPr>
        <p:spPr>
          <a:xfrm>
            <a:off x="4187189" y="3755734"/>
            <a:ext cx="16101060" cy="5292089"/>
          </a:xfrm>
          <a:custGeom>
            <a:avLst/>
            <a:gdLst>
              <a:gd name="connsiteX0" fmla="*/ 15694660 w 16101060"/>
              <a:gd name="connsiteY0" fmla="*/ 0 h 5292089"/>
              <a:gd name="connsiteX1" fmla="*/ 16101060 w 16101060"/>
              <a:gd name="connsiteY1" fmla="*/ 406400 h 5292089"/>
              <a:gd name="connsiteX2" fmla="*/ 16101060 w 16101060"/>
              <a:gd name="connsiteY2" fmla="*/ 4885690 h 5292089"/>
              <a:gd name="connsiteX3" fmla="*/ 15694660 w 16101060"/>
              <a:gd name="connsiteY3" fmla="*/ 5292090 h 5292089"/>
              <a:gd name="connsiteX4" fmla="*/ 406400 w 16101060"/>
              <a:gd name="connsiteY4" fmla="*/ 5292090 h 5292089"/>
              <a:gd name="connsiteX5" fmla="*/ 0 w 16101060"/>
              <a:gd name="connsiteY5" fmla="*/ 4885690 h 5292089"/>
              <a:gd name="connsiteX6" fmla="*/ 0 w 16101060"/>
              <a:gd name="connsiteY6" fmla="*/ 406400 h 5292089"/>
              <a:gd name="connsiteX7" fmla="*/ 406400 w 16101060"/>
              <a:gd name="connsiteY7" fmla="*/ 0 h 5292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01060" h="5292089">
                <a:moveTo>
                  <a:pt x="15694660" y="0"/>
                </a:moveTo>
                <a:cubicBezTo>
                  <a:pt x="15919108" y="0"/>
                  <a:pt x="16101060" y="181951"/>
                  <a:pt x="16101060" y="406400"/>
                </a:cubicBezTo>
                <a:lnTo>
                  <a:pt x="16101060" y="4885690"/>
                </a:lnTo>
                <a:cubicBezTo>
                  <a:pt x="16101060" y="5110138"/>
                  <a:pt x="15919108" y="5292090"/>
                  <a:pt x="15694660" y="5292090"/>
                </a:cubicBezTo>
                <a:lnTo>
                  <a:pt x="406400" y="5292090"/>
                </a:lnTo>
                <a:cubicBezTo>
                  <a:pt x="181951" y="5292090"/>
                  <a:pt x="0" y="5110138"/>
                  <a:pt x="0" y="4885690"/>
                </a:cubicBezTo>
                <a:lnTo>
                  <a:pt x="0" y="406400"/>
                </a:lnTo>
                <a:cubicBezTo>
                  <a:pt x="0" y="181951"/>
                  <a:pt x="181951" y="0"/>
                  <a:pt x="406400" y="0"/>
                </a:cubicBezTo>
                <a:close/>
              </a:path>
            </a:pathLst>
          </a:custGeom>
          <a:solidFill>
            <a:schemeClr val="accent3"/>
          </a:solidFill>
          <a:ln w="12700" cap="flat">
            <a:no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F143516D-0AF0-DCEE-F4DB-46DE9731D21E}"/>
              </a:ext>
            </a:extLst>
          </p:cNvPr>
          <p:cNvSpPr/>
          <p:nvPr/>
        </p:nvSpPr>
        <p:spPr>
          <a:xfrm>
            <a:off x="2231389" y="3755734"/>
            <a:ext cx="20012660" cy="3528060"/>
          </a:xfrm>
          <a:custGeom>
            <a:avLst/>
            <a:gdLst>
              <a:gd name="connsiteX0" fmla="*/ 19606260 w 20012660"/>
              <a:gd name="connsiteY0" fmla="*/ 0 h 3528060"/>
              <a:gd name="connsiteX1" fmla="*/ 20012660 w 20012660"/>
              <a:gd name="connsiteY1" fmla="*/ 406400 h 3528060"/>
              <a:gd name="connsiteX2" fmla="*/ 20012660 w 20012660"/>
              <a:gd name="connsiteY2" fmla="*/ 3121660 h 3528060"/>
              <a:gd name="connsiteX3" fmla="*/ 19606260 w 20012660"/>
              <a:gd name="connsiteY3" fmla="*/ 3528060 h 3528060"/>
              <a:gd name="connsiteX4" fmla="*/ 406400 w 20012660"/>
              <a:gd name="connsiteY4" fmla="*/ 3528060 h 3528060"/>
              <a:gd name="connsiteX5" fmla="*/ 0 w 20012660"/>
              <a:gd name="connsiteY5" fmla="*/ 3121660 h 3528060"/>
              <a:gd name="connsiteX6" fmla="*/ 0 w 20012660"/>
              <a:gd name="connsiteY6" fmla="*/ 406400 h 3528060"/>
              <a:gd name="connsiteX7" fmla="*/ 406400 w 20012660"/>
              <a:gd name="connsiteY7" fmla="*/ 0 h 3528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12660" h="3528060">
                <a:moveTo>
                  <a:pt x="19606260" y="0"/>
                </a:moveTo>
                <a:cubicBezTo>
                  <a:pt x="19830708" y="0"/>
                  <a:pt x="20012660" y="181951"/>
                  <a:pt x="20012660" y="406400"/>
                </a:cubicBezTo>
                <a:lnTo>
                  <a:pt x="20012660" y="3121660"/>
                </a:lnTo>
                <a:cubicBezTo>
                  <a:pt x="20012660" y="3346109"/>
                  <a:pt x="19830708" y="3528060"/>
                  <a:pt x="19606260" y="3528060"/>
                </a:cubicBezTo>
                <a:lnTo>
                  <a:pt x="406400" y="3528060"/>
                </a:lnTo>
                <a:cubicBezTo>
                  <a:pt x="181951" y="3528060"/>
                  <a:pt x="0" y="3346109"/>
                  <a:pt x="0" y="3121660"/>
                </a:cubicBezTo>
                <a:lnTo>
                  <a:pt x="0" y="406400"/>
                </a:lnTo>
                <a:cubicBezTo>
                  <a:pt x="0" y="181952"/>
                  <a:pt x="181951" y="0"/>
                  <a:pt x="406400" y="0"/>
                </a:cubicBezTo>
                <a:close/>
              </a:path>
            </a:pathLst>
          </a:custGeom>
          <a:solidFill>
            <a:schemeClr val="accent2"/>
          </a:solidFill>
          <a:ln w="12700"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F8A71EA6-17F7-BDE8-AC58-04E234979D75}"/>
              </a:ext>
            </a:extLst>
          </p:cNvPr>
          <p:cNvSpPr/>
          <p:nvPr/>
        </p:nvSpPr>
        <p:spPr>
          <a:xfrm>
            <a:off x="736600" y="3755734"/>
            <a:ext cx="23002240" cy="1764029"/>
          </a:xfrm>
          <a:custGeom>
            <a:avLst/>
            <a:gdLst>
              <a:gd name="connsiteX0" fmla="*/ 22595840 w 23002240"/>
              <a:gd name="connsiteY0" fmla="*/ 0 h 1764029"/>
              <a:gd name="connsiteX1" fmla="*/ 23002240 w 23002240"/>
              <a:gd name="connsiteY1" fmla="*/ 406400 h 1764029"/>
              <a:gd name="connsiteX2" fmla="*/ 23002240 w 23002240"/>
              <a:gd name="connsiteY2" fmla="*/ 1357630 h 1764029"/>
              <a:gd name="connsiteX3" fmla="*/ 22595840 w 23002240"/>
              <a:gd name="connsiteY3" fmla="*/ 1764030 h 1764029"/>
              <a:gd name="connsiteX4" fmla="*/ 406399 w 23002240"/>
              <a:gd name="connsiteY4" fmla="*/ 1764030 h 1764029"/>
              <a:gd name="connsiteX5" fmla="*/ -1 w 23002240"/>
              <a:gd name="connsiteY5" fmla="*/ 1357630 h 1764029"/>
              <a:gd name="connsiteX6" fmla="*/ -1 w 23002240"/>
              <a:gd name="connsiteY6" fmla="*/ 406400 h 1764029"/>
              <a:gd name="connsiteX7" fmla="*/ 406399 w 23002240"/>
              <a:gd name="connsiteY7" fmla="*/ 0 h 1764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002240" h="1764029">
                <a:moveTo>
                  <a:pt x="22595840" y="0"/>
                </a:moveTo>
                <a:cubicBezTo>
                  <a:pt x="22820288" y="0"/>
                  <a:pt x="23002240" y="181951"/>
                  <a:pt x="23002240" y="406400"/>
                </a:cubicBezTo>
                <a:lnTo>
                  <a:pt x="23002240" y="1357630"/>
                </a:lnTo>
                <a:cubicBezTo>
                  <a:pt x="23002240" y="1582079"/>
                  <a:pt x="22820288" y="1764030"/>
                  <a:pt x="22595840" y="1764030"/>
                </a:cubicBezTo>
                <a:lnTo>
                  <a:pt x="406399" y="1764030"/>
                </a:lnTo>
                <a:cubicBezTo>
                  <a:pt x="181951" y="1764030"/>
                  <a:pt x="-1" y="1582079"/>
                  <a:pt x="-1" y="1357630"/>
                </a:cubicBezTo>
                <a:lnTo>
                  <a:pt x="-1" y="406400"/>
                </a:lnTo>
                <a:cubicBezTo>
                  <a:pt x="-1" y="181951"/>
                  <a:pt x="181951" y="0"/>
                  <a:pt x="406399" y="0"/>
                </a:cubicBezTo>
                <a:close/>
              </a:path>
            </a:pathLst>
          </a:custGeom>
          <a:solidFill>
            <a:schemeClr val="accent1"/>
          </a:solidFill>
          <a:ln w="12700"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1" name="Freeform 10">
            <a:extLst>
              <a:ext uri="{FF2B5EF4-FFF2-40B4-BE49-F238E27FC236}">
                <a16:creationId xmlns:a16="http://schemas.microsoft.com/office/drawing/2014/main" id="{EE0EE3FA-E433-1405-A7C7-4DEA1973E895}"/>
              </a:ext>
            </a:extLst>
          </p:cNvPr>
          <p:cNvSpPr/>
          <p:nvPr/>
        </p:nvSpPr>
        <p:spPr>
          <a:xfrm>
            <a:off x="12073407" y="12484129"/>
            <a:ext cx="54596" cy="49517"/>
          </a:xfrm>
          <a:custGeom>
            <a:avLst/>
            <a:gdLst>
              <a:gd name="connsiteX0" fmla="*/ 0 w 54596"/>
              <a:gd name="connsiteY0" fmla="*/ 49517 h 49517"/>
              <a:gd name="connsiteX1" fmla="*/ 54596 w 54596"/>
              <a:gd name="connsiteY1" fmla="*/ 0 h 49517"/>
              <a:gd name="connsiteX2" fmla="*/ 0 w 54596"/>
              <a:gd name="connsiteY2" fmla="*/ 49517 h 49517"/>
            </a:gdLst>
            <a:ahLst/>
            <a:cxnLst>
              <a:cxn ang="0">
                <a:pos x="connsiteX0" y="connsiteY0"/>
              </a:cxn>
              <a:cxn ang="0">
                <a:pos x="connsiteX1" y="connsiteY1"/>
              </a:cxn>
              <a:cxn ang="0">
                <a:pos x="connsiteX2" y="connsiteY2"/>
              </a:cxn>
            </a:cxnLst>
            <a:rect l="l" t="t" r="r" b="b"/>
            <a:pathLst>
              <a:path w="54596" h="49517">
                <a:moveTo>
                  <a:pt x="0" y="49517"/>
                </a:moveTo>
                <a:cubicBezTo>
                  <a:pt x="20316" y="35551"/>
                  <a:pt x="38090" y="19045"/>
                  <a:pt x="54596" y="0"/>
                </a:cubicBezTo>
                <a:cubicBezTo>
                  <a:pt x="38090" y="19045"/>
                  <a:pt x="20316" y="35551"/>
                  <a:pt x="0" y="49517"/>
                </a:cubicBezTo>
                <a:close/>
              </a:path>
            </a:pathLst>
          </a:custGeom>
          <a:solidFill>
            <a:schemeClr val="accent6"/>
          </a:solidFill>
          <a:ln w="12695" cap="flat">
            <a:noFill/>
            <a:prstDash val="solid"/>
            <a:miter/>
          </a:ln>
        </p:spPr>
        <p:txBody>
          <a:bodyPr rtlCol="0" anchor="ctr"/>
          <a:lstStyle/>
          <a:p>
            <a:pPr algn="ctr"/>
            <a:endParaRPr lang="en-US"/>
          </a:p>
        </p:txBody>
      </p:sp>
      <p:sp>
        <p:nvSpPr>
          <p:cNvPr id="16" name="Freeform 15">
            <a:extLst>
              <a:ext uri="{FF2B5EF4-FFF2-40B4-BE49-F238E27FC236}">
                <a16:creationId xmlns:a16="http://schemas.microsoft.com/office/drawing/2014/main" id="{46891B90-B047-A049-1E65-4E2C54CDF206}"/>
              </a:ext>
            </a:extLst>
          </p:cNvPr>
          <p:cNvSpPr/>
          <p:nvPr/>
        </p:nvSpPr>
        <p:spPr>
          <a:xfrm>
            <a:off x="12073407" y="12484129"/>
            <a:ext cx="54596" cy="49517"/>
          </a:xfrm>
          <a:custGeom>
            <a:avLst/>
            <a:gdLst>
              <a:gd name="connsiteX0" fmla="*/ 0 w 54596"/>
              <a:gd name="connsiteY0" fmla="*/ 49517 h 49517"/>
              <a:gd name="connsiteX1" fmla="*/ 54596 w 54596"/>
              <a:gd name="connsiteY1" fmla="*/ 0 h 49517"/>
              <a:gd name="connsiteX2" fmla="*/ 0 w 54596"/>
              <a:gd name="connsiteY2" fmla="*/ 49517 h 49517"/>
            </a:gdLst>
            <a:ahLst/>
            <a:cxnLst>
              <a:cxn ang="0">
                <a:pos x="connsiteX0" y="connsiteY0"/>
              </a:cxn>
              <a:cxn ang="0">
                <a:pos x="connsiteX1" y="connsiteY1"/>
              </a:cxn>
              <a:cxn ang="0">
                <a:pos x="connsiteX2" y="connsiteY2"/>
              </a:cxn>
            </a:cxnLst>
            <a:rect l="l" t="t" r="r" b="b"/>
            <a:pathLst>
              <a:path w="54596" h="49517">
                <a:moveTo>
                  <a:pt x="0" y="49517"/>
                </a:moveTo>
                <a:cubicBezTo>
                  <a:pt x="20316" y="35551"/>
                  <a:pt x="38090" y="19045"/>
                  <a:pt x="54596" y="0"/>
                </a:cubicBezTo>
                <a:cubicBezTo>
                  <a:pt x="38090" y="19045"/>
                  <a:pt x="20316" y="35551"/>
                  <a:pt x="0" y="49517"/>
                </a:cubicBezTo>
                <a:close/>
              </a:path>
            </a:pathLst>
          </a:custGeom>
          <a:solidFill>
            <a:srgbClr val="4DBDF5"/>
          </a:solidFill>
          <a:ln w="12695" cap="flat">
            <a:noFill/>
            <a:prstDash val="solid"/>
            <a:miter/>
          </a:ln>
        </p:spPr>
        <p:txBody>
          <a:bodyPr rtlCol="0" anchor="ctr"/>
          <a:lstStyle/>
          <a:p>
            <a:pPr algn="ctr"/>
            <a:endParaRPr lang="en-US"/>
          </a:p>
        </p:txBody>
      </p:sp>
      <p:sp>
        <p:nvSpPr>
          <p:cNvPr id="14" name="Text Placeholder 2">
            <a:extLst>
              <a:ext uri="{FF2B5EF4-FFF2-40B4-BE49-F238E27FC236}">
                <a16:creationId xmlns:a16="http://schemas.microsoft.com/office/drawing/2014/main" id="{7337160A-6D35-0A49-F8C4-DC7E02EAD540}"/>
              </a:ext>
            </a:extLst>
          </p:cNvPr>
          <p:cNvSpPr>
            <a:spLocks noGrp="1"/>
          </p:cNvSpPr>
          <p:nvPr>
            <p:ph type="body" idx="1" hasCustomPrompt="1"/>
          </p:nvPr>
        </p:nvSpPr>
        <p:spPr>
          <a:xfrm>
            <a:off x="1177476" y="3758540"/>
            <a:ext cx="3048449" cy="1757548"/>
          </a:xfrm>
        </p:spPr>
        <p:txBody>
          <a:bodyPr anchor="ctr" anchorCtr="0"/>
          <a:lstStyle>
            <a:lvl1pPr marL="0" indent="0">
              <a:lnSpc>
                <a:spcPts val="2600"/>
              </a:lnSpc>
              <a:spcBef>
                <a:spcPts val="0"/>
              </a:spcBef>
              <a:spcAft>
                <a:spcPts val="0"/>
              </a:spcAft>
              <a:buNone/>
              <a:defRPr sz="18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17" name="Text Placeholder 2">
            <a:extLst>
              <a:ext uri="{FF2B5EF4-FFF2-40B4-BE49-F238E27FC236}">
                <a16:creationId xmlns:a16="http://schemas.microsoft.com/office/drawing/2014/main" id="{BF330F1D-111C-1F26-4ABB-F4B1F6460DCA}"/>
              </a:ext>
            </a:extLst>
          </p:cNvPr>
          <p:cNvSpPr>
            <a:spLocks noGrp="1"/>
          </p:cNvSpPr>
          <p:nvPr>
            <p:ph type="body" idx="19" hasCustomPrompt="1"/>
          </p:nvPr>
        </p:nvSpPr>
        <p:spPr>
          <a:xfrm>
            <a:off x="2622550" y="5529351"/>
            <a:ext cx="3048449" cy="1756160"/>
          </a:xfrm>
        </p:spPr>
        <p:txBody>
          <a:bodyPr anchor="ctr" anchorCtr="0"/>
          <a:lstStyle>
            <a:lvl1pPr marL="0" indent="0">
              <a:lnSpc>
                <a:spcPts val="2600"/>
              </a:lnSpc>
              <a:spcBef>
                <a:spcPts val="0"/>
              </a:spcBef>
              <a:spcAft>
                <a:spcPts val="0"/>
              </a:spcAft>
              <a:buNone/>
              <a:defRPr sz="18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19" name="Text Placeholder 2">
            <a:extLst>
              <a:ext uri="{FF2B5EF4-FFF2-40B4-BE49-F238E27FC236}">
                <a16:creationId xmlns:a16="http://schemas.microsoft.com/office/drawing/2014/main" id="{3E1EF8F0-9C8E-5A48-8291-C540CDC8B1DC}"/>
              </a:ext>
            </a:extLst>
          </p:cNvPr>
          <p:cNvSpPr>
            <a:spLocks noGrp="1"/>
          </p:cNvSpPr>
          <p:nvPr>
            <p:ph type="body" idx="21" hasCustomPrompt="1"/>
          </p:nvPr>
        </p:nvSpPr>
        <p:spPr>
          <a:xfrm>
            <a:off x="4583112" y="7298109"/>
            <a:ext cx="1938528" cy="1756160"/>
          </a:xfrm>
        </p:spPr>
        <p:txBody>
          <a:bodyPr anchor="ctr" anchorCtr="0"/>
          <a:lstStyle>
            <a:lvl1pPr marL="0" indent="0">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21" name="Text Placeholder 2">
            <a:extLst>
              <a:ext uri="{FF2B5EF4-FFF2-40B4-BE49-F238E27FC236}">
                <a16:creationId xmlns:a16="http://schemas.microsoft.com/office/drawing/2014/main" id="{F67522FF-FE01-0E4E-C15C-35FE3697325D}"/>
              </a:ext>
            </a:extLst>
          </p:cNvPr>
          <p:cNvSpPr>
            <a:spLocks noGrp="1"/>
          </p:cNvSpPr>
          <p:nvPr>
            <p:ph type="body" idx="23" hasCustomPrompt="1"/>
          </p:nvPr>
        </p:nvSpPr>
        <p:spPr>
          <a:xfrm>
            <a:off x="6531148" y="9054269"/>
            <a:ext cx="1593677" cy="1751888"/>
          </a:xfrm>
        </p:spPr>
        <p:txBody>
          <a:bodyPr anchor="ctr" anchorCtr="0"/>
          <a:lstStyle>
            <a:lvl1pPr marL="0" indent="0">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23" name="Text Placeholder 2">
            <a:extLst>
              <a:ext uri="{FF2B5EF4-FFF2-40B4-BE49-F238E27FC236}">
                <a16:creationId xmlns:a16="http://schemas.microsoft.com/office/drawing/2014/main" id="{0F21654A-FDCC-126C-C3A8-3B926F09F9B3}"/>
              </a:ext>
            </a:extLst>
          </p:cNvPr>
          <p:cNvSpPr>
            <a:spLocks noGrp="1"/>
          </p:cNvSpPr>
          <p:nvPr>
            <p:ph type="body" idx="25" hasCustomPrompt="1"/>
          </p:nvPr>
        </p:nvSpPr>
        <p:spPr>
          <a:xfrm>
            <a:off x="8461376" y="10814703"/>
            <a:ext cx="1551953" cy="1751888"/>
          </a:xfrm>
        </p:spPr>
        <p:txBody>
          <a:bodyPr anchor="ctr" anchorCtr="0"/>
          <a:lstStyle>
            <a:lvl1pPr marL="0" indent="0">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32" name="Title 1">
            <a:extLst>
              <a:ext uri="{FF2B5EF4-FFF2-40B4-BE49-F238E27FC236}">
                <a16:creationId xmlns:a16="http://schemas.microsoft.com/office/drawing/2014/main" id="{1953FA91-080A-511B-B3A9-1059B460A602}"/>
              </a:ext>
            </a:extLst>
          </p:cNvPr>
          <p:cNvSpPr>
            <a:spLocks noGrp="1"/>
          </p:cNvSpPr>
          <p:nvPr>
            <p:ph type="title" hasCustomPrompt="1"/>
          </p:nvPr>
        </p:nvSpPr>
        <p:spPr>
          <a:xfrm>
            <a:off x="682625" y="2121408"/>
            <a:ext cx="23034083" cy="1169989"/>
          </a:xfrm>
        </p:spPr>
        <p:txBody>
          <a:bodyPr/>
          <a:lstStyle>
            <a:lvl1pPr>
              <a:lnSpc>
                <a:spcPts val="4600"/>
              </a:lnSpc>
              <a:defRPr sz="3600"/>
            </a:lvl1pPr>
          </a:lstStyle>
          <a:p>
            <a:r>
              <a:rPr lang="en-US"/>
              <a:t>Click to edit title</a:t>
            </a:r>
          </a:p>
        </p:txBody>
      </p:sp>
      <p:sp>
        <p:nvSpPr>
          <p:cNvPr id="34" name="Text Placeholder 2">
            <a:extLst>
              <a:ext uri="{FF2B5EF4-FFF2-40B4-BE49-F238E27FC236}">
                <a16:creationId xmlns:a16="http://schemas.microsoft.com/office/drawing/2014/main" id="{4A3CD952-8412-21C1-1684-ACB312EB0C2D}"/>
              </a:ext>
            </a:extLst>
          </p:cNvPr>
          <p:cNvSpPr>
            <a:spLocks noGrp="1"/>
          </p:cNvSpPr>
          <p:nvPr>
            <p:ph type="body" idx="26" hasCustomPrompt="1"/>
          </p:nvPr>
        </p:nvSpPr>
        <p:spPr>
          <a:xfrm>
            <a:off x="4572000" y="3758540"/>
            <a:ext cx="15222538" cy="1757548"/>
          </a:xfrm>
        </p:spPr>
        <p:txBody>
          <a:bodyPr anchor="ctr" anchorCtr="0"/>
          <a:lstStyle>
            <a:lvl1pPr marL="0" indent="0" algn="ctr">
              <a:lnSpc>
                <a:spcPts val="3400"/>
              </a:lnSpc>
              <a:spcBef>
                <a:spcPts val="0"/>
              </a:spcBef>
              <a:spcAft>
                <a:spcPts val="0"/>
              </a:spcAft>
              <a:buNone/>
              <a:defRPr sz="26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5" name="Text Placeholder 2">
            <a:extLst>
              <a:ext uri="{FF2B5EF4-FFF2-40B4-BE49-F238E27FC236}">
                <a16:creationId xmlns:a16="http://schemas.microsoft.com/office/drawing/2014/main" id="{FCB2AF5D-3767-56F1-848E-6AEAA3FB1826}"/>
              </a:ext>
            </a:extLst>
          </p:cNvPr>
          <p:cNvSpPr>
            <a:spLocks noGrp="1"/>
          </p:cNvSpPr>
          <p:nvPr>
            <p:ph type="body" idx="27" hasCustomPrompt="1"/>
          </p:nvPr>
        </p:nvSpPr>
        <p:spPr>
          <a:xfrm>
            <a:off x="6180138" y="5529351"/>
            <a:ext cx="12007850" cy="1756160"/>
          </a:xfrm>
        </p:spPr>
        <p:txBody>
          <a:bodyPr anchor="ctr" anchorCtr="0"/>
          <a:lstStyle>
            <a:lvl1pPr marL="0" indent="0" algn="ctr">
              <a:lnSpc>
                <a:spcPts val="3400"/>
              </a:lnSpc>
              <a:spcBef>
                <a:spcPts val="0"/>
              </a:spcBef>
              <a:spcAft>
                <a:spcPts val="0"/>
              </a:spcAft>
              <a:buNone/>
              <a:defRPr sz="26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8" name="Text Placeholder 2">
            <a:extLst>
              <a:ext uri="{FF2B5EF4-FFF2-40B4-BE49-F238E27FC236}">
                <a16:creationId xmlns:a16="http://schemas.microsoft.com/office/drawing/2014/main" id="{DD492B2C-FCAD-AB61-1C18-8654E59D0D66}"/>
              </a:ext>
            </a:extLst>
          </p:cNvPr>
          <p:cNvSpPr>
            <a:spLocks noGrp="1"/>
          </p:cNvSpPr>
          <p:nvPr>
            <p:ph type="body" idx="28" hasCustomPrompt="1"/>
          </p:nvPr>
        </p:nvSpPr>
        <p:spPr>
          <a:xfrm>
            <a:off x="7420148" y="7298109"/>
            <a:ext cx="9547052" cy="1756160"/>
          </a:xfrm>
        </p:spPr>
        <p:txBody>
          <a:bodyPr anchor="ctr" anchorCtr="0"/>
          <a:lstStyle>
            <a:lvl1pPr marL="0" indent="0" algn="ctr">
              <a:lnSpc>
                <a:spcPts val="3400"/>
              </a:lnSpc>
              <a:spcBef>
                <a:spcPts val="0"/>
              </a:spcBef>
              <a:spcAft>
                <a:spcPts val="0"/>
              </a:spcAft>
              <a:buNone/>
              <a:defRPr sz="2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9" name="Text Placeholder 2">
            <a:extLst>
              <a:ext uri="{FF2B5EF4-FFF2-40B4-BE49-F238E27FC236}">
                <a16:creationId xmlns:a16="http://schemas.microsoft.com/office/drawing/2014/main" id="{981186DC-1FB8-4595-221E-D070CBAA2F47}"/>
              </a:ext>
            </a:extLst>
          </p:cNvPr>
          <p:cNvSpPr>
            <a:spLocks noGrp="1"/>
          </p:cNvSpPr>
          <p:nvPr>
            <p:ph type="body" idx="29" hasCustomPrompt="1"/>
          </p:nvPr>
        </p:nvSpPr>
        <p:spPr>
          <a:xfrm>
            <a:off x="8461375" y="9054269"/>
            <a:ext cx="7435850" cy="1751888"/>
          </a:xfrm>
        </p:spPr>
        <p:txBody>
          <a:bodyPr anchor="ctr" anchorCtr="0"/>
          <a:lstStyle>
            <a:lvl1pPr marL="0" indent="0" algn="ctr">
              <a:lnSpc>
                <a:spcPts val="3400"/>
              </a:lnSpc>
              <a:spcBef>
                <a:spcPts val="0"/>
              </a:spcBef>
              <a:spcAft>
                <a:spcPts val="0"/>
              </a:spcAft>
              <a:buNone/>
              <a:defRPr sz="2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1" name="Text Placeholder 2">
            <a:extLst>
              <a:ext uri="{FF2B5EF4-FFF2-40B4-BE49-F238E27FC236}">
                <a16:creationId xmlns:a16="http://schemas.microsoft.com/office/drawing/2014/main" id="{3E24224B-E6DF-CE12-7521-1C06B7A2F8E9}"/>
              </a:ext>
            </a:extLst>
          </p:cNvPr>
          <p:cNvSpPr>
            <a:spLocks noGrp="1"/>
          </p:cNvSpPr>
          <p:nvPr>
            <p:ph type="body" idx="30" hasCustomPrompt="1"/>
          </p:nvPr>
        </p:nvSpPr>
        <p:spPr>
          <a:xfrm>
            <a:off x="10421636" y="10814703"/>
            <a:ext cx="3535664" cy="1751888"/>
          </a:xfrm>
        </p:spPr>
        <p:txBody>
          <a:bodyPr anchor="ctr" anchorCtr="0"/>
          <a:lstStyle>
            <a:lvl1pPr marL="0" indent="0" algn="ctr">
              <a:lnSpc>
                <a:spcPts val="3400"/>
              </a:lnSpc>
              <a:spcBef>
                <a:spcPts val="0"/>
              </a:spcBef>
              <a:spcAft>
                <a:spcPts val="0"/>
              </a:spcAft>
              <a:buNone/>
              <a:defRPr sz="2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4" name="Text Placeholder 2">
            <a:extLst>
              <a:ext uri="{FF2B5EF4-FFF2-40B4-BE49-F238E27FC236}">
                <a16:creationId xmlns:a16="http://schemas.microsoft.com/office/drawing/2014/main" id="{9DE6E6AC-3AE2-B676-FC33-048A6385D957}"/>
              </a:ext>
            </a:extLst>
          </p:cNvPr>
          <p:cNvSpPr>
            <a:spLocks noGrp="1"/>
          </p:cNvSpPr>
          <p:nvPr>
            <p:ph type="body" idx="31" hasCustomPrompt="1"/>
          </p:nvPr>
        </p:nvSpPr>
        <p:spPr>
          <a:xfrm>
            <a:off x="20137437" y="3758540"/>
            <a:ext cx="3167727" cy="1757548"/>
          </a:xfrm>
        </p:spPr>
        <p:txBody>
          <a:bodyPr anchor="ctr" anchorCtr="0"/>
          <a:lstStyle>
            <a:lvl1pPr marL="0" indent="0" algn="r">
              <a:lnSpc>
                <a:spcPts val="2600"/>
              </a:lnSpc>
              <a:spcBef>
                <a:spcPts val="0"/>
              </a:spcBef>
              <a:spcAft>
                <a:spcPts val="0"/>
              </a:spcAft>
              <a:buNone/>
              <a:defRPr sz="18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45" name="Text Placeholder 2">
            <a:extLst>
              <a:ext uri="{FF2B5EF4-FFF2-40B4-BE49-F238E27FC236}">
                <a16:creationId xmlns:a16="http://schemas.microsoft.com/office/drawing/2014/main" id="{6BE4680E-4CEA-2790-CC75-E47FD44802F1}"/>
              </a:ext>
            </a:extLst>
          </p:cNvPr>
          <p:cNvSpPr>
            <a:spLocks noGrp="1"/>
          </p:cNvSpPr>
          <p:nvPr>
            <p:ph type="body" idx="32" hasCustomPrompt="1"/>
          </p:nvPr>
        </p:nvSpPr>
        <p:spPr>
          <a:xfrm>
            <a:off x="18587373" y="5529351"/>
            <a:ext cx="3167727" cy="1756160"/>
          </a:xfrm>
        </p:spPr>
        <p:txBody>
          <a:bodyPr anchor="ctr" anchorCtr="0"/>
          <a:lstStyle>
            <a:lvl1pPr marL="0" indent="0" algn="r">
              <a:lnSpc>
                <a:spcPts val="2600"/>
              </a:lnSpc>
              <a:spcBef>
                <a:spcPts val="0"/>
              </a:spcBef>
              <a:spcAft>
                <a:spcPts val="0"/>
              </a:spcAft>
              <a:buNone/>
              <a:defRPr sz="18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46" name="Text Placeholder 2">
            <a:extLst>
              <a:ext uri="{FF2B5EF4-FFF2-40B4-BE49-F238E27FC236}">
                <a16:creationId xmlns:a16="http://schemas.microsoft.com/office/drawing/2014/main" id="{F7F61455-C894-30EF-9026-57957BD5FD21}"/>
              </a:ext>
            </a:extLst>
          </p:cNvPr>
          <p:cNvSpPr>
            <a:spLocks noGrp="1"/>
          </p:cNvSpPr>
          <p:nvPr>
            <p:ph type="body" idx="33" hasCustomPrompt="1"/>
          </p:nvPr>
        </p:nvSpPr>
        <p:spPr>
          <a:xfrm>
            <a:off x="17853026" y="7298109"/>
            <a:ext cx="1938528" cy="1756160"/>
          </a:xfrm>
        </p:spPr>
        <p:txBody>
          <a:bodyPr anchor="ctr" anchorCtr="0"/>
          <a:lstStyle>
            <a:lvl1pPr marL="0" indent="0" algn="r">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47" name="Text Placeholder 2">
            <a:extLst>
              <a:ext uri="{FF2B5EF4-FFF2-40B4-BE49-F238E27FC236}">
                <a16:creationId xmlns:a16="http://schemas.microsoft.com/office/drawing/2014/main" id="{355067EC-DA27-F524-3896-A87A10D2B8E4}"/>
              </a:ext>
            </a:extLst>
          </p:cNvPr>
          <p:cNvSpPr>
            <a:spLocks noGrp="1"/>
          </p:cNvSpPr>
          <p:nvPr>
            <p:ph type="body" idx="34" hasCustomPrompt="1"/>
          </p:nvPr>
        </p:nvSpPr>
        <p:spPr>
          <a:xfrm>
            <a:off x="16248064" y="9054269"/>
            <a:ext cx="1604962" cy="1751888"/>
          </a:xfrm>
        </p:spPr>
        <p:txBody>
          <a:bodyPr anchor="ctr" anchorCtr="0"/>
          <a:lstStyle>
            <a:lvl1pPr marL="0" indent="0" algn="r">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48" name="Text Placeholder 2">
            <a:extLst>
              <a:ext uri="{FF2B5EF4-FFF2-40B4-BE49-F238E27FC236}">
                <a16:creationId xmlns:a16="http://schemas.microsoft.com/office/drawing/2014/main" id="{3CF80B2E-26EC-32E3-72EB-12969083E099}"/>
              </a:ext>
            </a:extLst>
          </p:cNvPr>
          <p:cNvSpPr>
            <a:spLocks noGrp="1"/>
          </p:cNvSpPr>
          <p:nvPr>
            <p:ph type="body" idx="35" hasCustomPrompt="1"/>
          </p:nvPr>
        </p:nvSpPr>
        <p:spPr>
          <a:xfrm>
            <a:off x="14298614" y="10814703"/>
            <a:ext cx="1614486" cy="1751888"/>
          </a:xfrm>
        </p:spPr>
        <p:txBody>
          <a:bodyPr anchor="ctr" anchorCtr="0"/>
          <a:lstStyle>
            <a:lvl1pPr marL="0" indent="0" algn="r">
              <a:lnSpc>
                <a:spcPts val="2600"/>
              </a:lnSpc>
              <a:spcBef>
                <a:spcPts val="0"/>
              </a:spcBef>
              <a:spcAft>
                <a:spcPts val="0"/>
              </a:spcAft>
              <a:buNone/>
              <a:defRPr sz="18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Tree>
    <p:extLst>
      <p:ext uri="{BB962C8B-B14F-4D97-AF65-F5344CB8AC3E}">
        <p14:creationId xmlns:p14="http://schemas.microsoft.com/office/powerpoint/2010/main" val="63789304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raphics">
    <p:bg>
      <p:bgPr>
        <a:solidFill>
          <a:schemeClr val="bg1"/>
        </a:solidFill>
        <a:effectLst/>
      </p:bgPr>
    </p:bg>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4" name="Text Placeholder 2">
            <a:extLst>
              <a:ext uri="{FF2B5EF4-FFF2-40B4-BE49-F238E27FC236}">
                <a16:creationId xmlns:a16="http://schemas.microsoft.com/office/drawing/2014/main" id="{7337160A-6D35-0A49-F8C4-DC7E02EAD540}"/>
              </a:ext>
            </a:extLst>
          </p:cNvPr>
          <p:cNvSpPr>
            <a:spLocks noGrp="1"/>
          </p:cNvSpPr>
          <p:nvPr>
            <p:ph type="body" idx="1" hasCustomPrompt="1"/>
          </p:nvPr>
        </p:nvSpPr>
        <p:spPr>
          <a:xfrm>
            <a:off x="977267" y="3739408"/>
            <a:ext cx="7459662" cy="1437961"/>
          </a:xfrm>
        </p:spPr>
        <p:txBody>
          <a:bodyPr anchor="t" anchorCtr="0"/>
          <a:lstStyle>
            <a:lvl1pPr marL="0" indent="0">
              <a:lnSpc>
                <a:spcPts val="2200"/>
              </a:lnSpc>
              <a:spcBef>
                <a:spcPts val="0"/>
              </a:spcBef>
              <a:spcAft>
                <a:spcPts val="0"/>
              </a:spcAft>
              <a:buNone/>
              <a:defRPr sz="1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7" name="Text Placeholder 2">
            <a:extLst>
              <a:ext uri="{FF2B5EF4-FFF2-40B4-BE49-F238E27FC236}">
                <a16:creationId xmlns:a16="http://schemas.microsoft.com/office/drawing/2014/main" id="{BF330F1D-111C-1F26-4ABB-F4B1F6460DCA}"/>
              </a:ext>
            </a:extLst>
          </p:cNvPr>
          <p:cNvSpPr>
            <a:spLocks noGrp="1"/>
          </p:cNvSpPr>
          <p:nvPr>
            <p:ph type="body" idx="19" hasCustomPrompt="1"/>
          </p:nvPr>
        </p:nvSpPr>
        <p:spPr>
          <a:xfrm>
            <a:off x="8616316" y="3739408"/>
            <a:ext cx="5483223" cy="1437961"/>
          </a:xfrm>
        </p:spPr>
        <p:txBody>
          <a:bodyPr anchor="t" anchorCtr="0"/>
          <a:lstStyle>
            <a:lvl1pPr marL="0" indent="0">
              <a:lnSpc>
                <a:spcPts val="2200"/>
              </a:lnSpc>
              <a:spcBef>
                <a:spcPts val="0"/>
              </a:spcBef>
              <a:spcAft>
                <a:spcPts val="0"/>
              </a:spcAft>
              <a:buNone/>
              <a:defRPr sz="1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9" name="Text Placeholder 2">
            <a:extLst>
              <a:ext uri="{FF2B5EF4-FFF2-40B4-BE49-F238E27FC236}">
                <a16:creationId xmlns:a16="http://schemas.microsoft.com/office/drawing/2014/main" id="{3E1EF8F0-9C8E-5A48-8291-C540CDC8B1DC}"/>
              </a:ext>
            </a:extLst>
          </p:cNvPr>
          <p:cNvSpPr>
            <a:spLocks noGrp="1"/>
          </p:cNvSpPr>
          <p:nvPr>
            <p:ph type="body" idx="21" hasCustomPrompt="1"/>
          </p:nvPr>
        </p:nvSpPr>
        <p:spPr>
          <a:xfrm>
            <a:off x="14495782" y="3739408"/>
            <a:ext cx="3543298" cy="1437961"/>
          </a:xfrm>
        </p:spPr>
        <p:txBody>
          <a:bodyPr anchor="t" anchorCtr="0"/>
          <a:lstStyle>
            <a:lvl1pPr marL="0" indent="0">
              <a:lnSpc>
                <a:spcPts val="2200"/>
              </a:lnSpc>
              <a:spcBef>
                <a:spcPts val="0"/>
              </a:spcBef>
              <a:spcAft>
                <a:spcPts val="0"/>
              </a:spcAft>
              <a:buNone/>
              <a:defRPr sz="1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1" name="Text Placeholder 2">
            <a:extLst>
              <a:ext uri="{FF2B5EF4-FFF2-40B4-BE49-F238E27FC236}">
                <a16:creationId xmlns:a16="http://schemas.microsoft.com/office/drawing/2014/main" id="{F67522FF-FE01-0E4E-C15C-35FE3697325D}"/>
              </a:ext>
            </a:extLst>
          </p:cNvPr>
          <p:cNvSpPr>
            <a:spLocks noGrp="1"/>
          </p:cNvSpPr>
          <p:nvPr>
            <p:ph type="body" idx="23" hasCustomPrompt="1"/>
          </p:nvPr>
        </p:nvSpPr>
        <p:spPr>
          <a:xfrm>
            <a:off x="18482629" y="3739408"/>
            <a:ext cx="2848984" cy="1437961"/>
          </a:xfrm>
        </p:spPr>
        <p:txBody>
          <a:bodyPr anchor="t" anchorCtr="0"/>
          <a:lstStyle>
            <a:lvl1pPr marL="0" indent="0">
              <a:lnSpc>
                <a:spcPts val="2200"/>
              </a:lnSpc>
              <a:spcBef>
                <a:spcPts val="0"/>
              </a:spcBef>
              <a:spcAft>
                <a:spcPts val="0"/>
              </a:spcAft>
              <a:buNone/>
              <a:defRPr sz="1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3" name="Text Placeholder 2">
            <a:extLst>
              <a:ext uri="{FF2B5EF4-FFF2-40B4-BE49-F238E27FC236}">
                <a16:creationId xmlns:a16="http://schemas.microsoft.com/office/drawing/2014/main" id="{0F21654A-FDCC-126C-C3A8-3B926F09F9B3}"/>
              </a:ext>
            </a:extLst>
          </p:cNvPr>
          <p:cNvSpPr>
            <a:spLocks noGrp="1"/>
          </p:cNvSpPr>
          <p:nvPr>
            <p:ph type="body" idx="25" hasCustomPrompt="1"/>
          </p:nvPr>
        </p:nvSpPr>
        <p:spPr>
          <a:xfrm>
            <a:off x="21703523" y="3739408"/>
            <a:ext cx="2307825" cy="1437961"/>
          </a:xfrm>
        </p:spPr>
        <p:txBody>
          <a:bodyPr anchor="t" anchorCtr="0"/>
          <a:lstStyle>
            <a:lvl1pPr marL="0" indent="0">
              <a:lnSpc>
                <a:spcPts val="2200"/>
              </a:lnSpc>
              <a:spcBef>
                <a:spcPts val="0"/>
              </a:spcBef>
              <a:spcAft>
                <a:spcPts val="0"/>
              </a:spcAft>
              <a:buNone/>
              <a:defRPr sz="1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5" name="Title 1">
            <a:extLst>
              <a:ext uri="{FF2B5EF4-FFF2-40B4-BE49-F238E27FC236}">
                <a16:creationId xmlns:a16="http://schemas.microsoft.com/office/drawing/2014/main" id="{A6CD1FD9-73C6-12A6-5A82-D9E009846E6A}"/>
              </a:ext>
            </a:extLst>
          </p:cNvPr>
          <p:cNvSpPr>
            <a:spLocks noGrp="1"/>
          </p:cNvSpPr>
          <p:nvPr>
            <p:ph type="title" hasCustomPrompt="1"/>
          </p:nvPr>
        </p:nvSpPr>
        <p:spPr>
          <a:xfrm>
            <a:off x="682625" y="2121408"/>
            <a:ext cx="23034083" cy="1169989"/>
          </a:xfrm>
        </p:spPr>
        <p:txBody>
          <a:bodyPr/>
          <a:lstStyle>
            <a:lvl1pPr>
              <a:lnSpc>
                <a:spcPts val="4600"/>
              </a:lnSpc>
              <a:defRPr sz="3600"/>
            </a:lvl1pPr>
          </a:lstStyle>
          <a:p>
            <a:r>
              <a:rPr lang="en-US"/>
              <a:t>Click to edit title</a:t>
            </a:r>
          </a:p>
        </p:txBody>
      </p:sp>
      <p:cxnSp>
        <p:nvCxnSpPr>
          <p:cNvPr id="7" name="Straight Connector 6">
            <a:extLst>
              <a:ext uri="{FF2B5EF4-FFF2-40B4-BE49-F238E27FC236}">
                <a16:creationId xmlns:a16="http://schemas.microsoft.com/office/drawing/2014/main" id="{16298698-FAD9-0E27-86A0-8DC6F7421949}"/>
              </a:ext>
            </a:extLst>
          </p:cNvPr>
          <p:cNvCxnSpPr/>
          <p:nvPr userDrawn="1"/>
        </p:nvCxnSpPr>
        <p:spPr>
          <a:xfrm>
            <a:off x="8318090" y="3738563"/>
            <a:ext cx="0" cy="88497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09EB9D6-FB84-ABF9-B27B-E6E70FCC2150}"/>
              </a:ext>
            </a:extLst>
          </p:cNvPr>
          <p:cNvCxnSpPr/>
          <p:nvPr userDrawn="1"/>
        </p:nvCxnSpPr>
        <p:spPr>
          <a:xfrm>
            <a:off x="14235142" y="3738563"/>
            <a:ext cx="0" cy="88497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DC99397-39D8-01B7-3EE1-789565FC9E0B}"/>
              </a:ext>
            </a:extLst>
          </p:cNvPr>
          <p:cNvCxnSpPr/>
          <p:nvPr userDrawn="1"/>
        </p:nvCxnSpPr>
        <p:spPr>
          <a:xfrm>
            <a:off x="18190167" y="3738563"/>
            <a:ext cx="0" cy="88497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1B9EDF7-95B3-346E-6EFF-C5EBD51D4E43}"/>
              </a:ext>
            </a:extLst>
          </p:cNvPr>
          <p:cNvCxnSpPr/>
          <p:nvPr userDrawn="1"/>
        </p:nvCxnSpPr>
        <p:spPr>
          <a:xfrm>
            <a:off x="21421047" y="3738563"/>
            <a:ext cx="0" cy="884973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DDB9442-0798-863B-E03C-E1880011C6DD}"/>
              </a:ext>
            </a:extLst>
          </p:cNvPr>
          <p:cNvCxnSpPr/>
          <p:nvPr userDrawn="1"/>
        </p:nvCxnSpPr>
        <p:spPr>
          <a:xfrm>
            <a:off x="696134" y="3738563"/>
            <a:ext cx="0" cy="8849737"/>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6286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0_Graphics">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ADC31832-9745-9A6F-ACB4-C7E7C2E5F006}"/>
              </a:ext>
            </a:extLst>
          </p:cNvPr>
          <p:cNvCxnSpPr>
            <a:cxnSpLocks/>
          </p:cNvCxnSpPr>
          <p:nvPr userDrawn="1"/>
        </p:nvCxnSpPr>
        <p:spPr>
          <a:xfrm flipH="1">
            <a:off x="4194313" y="4648035"/>
            <a:ext cx="19497439"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277FED0-64CE-D16F-94CD-53956EC1A53E}"/>
              </a:ext>
            </a:extLst>
          </p:cNvPr>
          <p:cNvCxnSpPr>
            <a:cxnSpLocks/>
          </p:cNvCxnSpPr>
          <p:nvPr userDrawn="1"/>
        </p:nvCxnSpPr>
        <p:spPr>
          <a:xfrm flipH="1">
            <a:off x="4194313" y="7146345"/>
            <a:ext cx="19497439"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89B39D6-9DD8-4DA5-6B85-CD0E6DF67F3D}"/>
              </a:ext>
            </a:extLst>
          </p:cNvPr>
          <p:cNvCxnSpPr>
            <a:cxnSpLocks/>
          </p:cNvCxnSpPr>
          <p:nvPr userDrawn="1"/>
        </p:nvCxnSpPr>
        <p:spPr>
          <a:xfrm flipH="1">
            <a:off x="4194313" y="12583187"/>
            <a:ext cx="19497439" cy="0"/>
          </a:xfrm>
          <a:prstGeom prst="line">
            <a:avLst/>
          </a:prstGeom>
          <a:ln w="15875"/>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B1782AF-736A-48F1-4BF5-600C31DF7557}"/>
              </a:ext>
            </a:extLst>
          </p:cNvPr>
          <p:cNvCxnSpPr>
            <a:cxnSpLocks/>
          </p:cNvCxnSpPr>
          <p:nvPr userDrawn="1"/>
        </p:nvCxnSpPr>
        <p:spPr>
          <a:xfrm flipH="1">
            <a:off x="4194313" y="9911356"/>
            <a:ext cx="19497439" cy="0"/>
          </a:xfrm>
          <a:prstGeom prst="line">
            <a:avLst/>
          </a:prstGeom>
          <a:ln w="15875"/>
        </p:spPr>
        <p:style>
          <a:lnRef idx="1">
            <a:schemeClr val="accent1"/>
          </a:lnRef>
          <a:fillRef idx="0">
            <a:schemeClr val="accent1"/>
          </a:fillRef>
          <a:effectRef idx="0">
            <a:schemeClr val="accent1"/>
          </a:effectRef>
          <a:fontRef idx="minor">
            <a:schemeClr val="tx1"/>
          </a:fontRef>
        </p:style>
      </p:cxn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21405848" cy="1169989"/>
          </a:xfrm>
        </p:spPr>
        <p:txBody>
          <a:bodyPr/>
          <a:lstStyle/>
          <a:p>
            <a:r>
              <a:rPr lang="en-US"/>
              <a:t>Click to edit title</a:t>
            </a:r>
          </a:p>
        </p:txBody>
      </p:sp>
      <p:sp>
        <p:nvSpPr>
          <p:cNvPr id="14" name="Text Placeholder 2">
            <a:extLst>
              <a:ext uri="{FF2B5EF4-FFF2-40B4-BE49-F238E27FC236}">
                <a16:creationId xmlns:a16="http://schemas.microsoft.com/office/drawing/2014/main" id="{7337160A-6D35-0A49-F8C4-DC7E02EAD540}"/>
              </a:ext>
            </a:extLst>
          </p:cNvPr>
          <p:cNvSpPr>
            <a:spLocks noGrp="1"/>
          </p:cNvSpPr>
          <p:nvPr>
            <p:ph type="body" idx="1" hasCustomPrompt="1"/>
          </p:nvPr>
        </p:nvSpPr>
        <p:spPr>
          <a:xfrm>
            <a:off x="6551835" y="4012698"/>
            <a:ext cx="3291840" cy="635027"/>
          </a:xfrm>
        </p:spPr>
        <p:txBody>
          <a:bodyPr anchor="t" anchorCtr="0"/>
          <a:lstStyle>
            <a:lvl1pPr marL="0" indent="0">
              <a:lnSpc>
                <a:spcPts val="1800"/>
              </a:lnSpc>
              <a:spcBef>
                <a:spcPts val="0"/>
              </a:spcBef>
              <a:spcAft>
                <a:spcPts val="0"/>
              </a:spcAft>
              <a:buNone/>
              <a:defRPr sz="15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5" name="Content Placeholder 3">
            <a:extLst>
              <a:ext uri="{FF2B5EF4-FFF2-40B4-BE49-F238E27FC236}">
                <a16:creationId xmlns:a16="http://schemas.microsoft.com/office/drawing/2014/main" id="{A1451E89-ADFB-7D4F-3A7F-D236E195DC3C}"/>
              </a:ext>
            </a:extLst>
          </p:cNvPr>
          <p:cNvSpPr>
            <a:spLocks noGrp="1"/>
          </p:cNvSpPr>
          <p:nvPr>
            <p:ph sz="half" idx="2" hasCustomPrompt="1"/>
          </p:nvPr>
        </p:nvSpPr>
        <p:spPr>
          <a:xfrm>
            <a:off x="6551835" y="4948303"/>
            <a:ext cx="3291840" cy="1681195"/>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685800" indent="-203200">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17" name="Text Placeholder 2">
            <a:extLst>
              <a:ext uri="{FF2B5EF4-FFF2-40B4-BE49-F238E27FC236}">
                <a16:creationId xmlns:a16="http://schemas.microsoft.com/office/drawing/2014/main" id="{BF330F1D-111C-1F26-4ABB-F4B1F6460DCA}"/>
              </a:ext>
            </a:extLst>
          </p:cNvPr>
          <p:cNvSpPr>
            <a:spLocks noGrp="1"/>
          </p:cNvSpPr>
          <p:nvPr>
            <p:ph type="body" idx="19" hasCustomPrompt="1"/>
          </p:nvPr>
        </p:nvSpPr>
        <p:spPr>
          <a:xfrm>
            <a:off x="10080731" y="4012698"/>
            <a:ext cx="3657600" cy="635027"/>
          </a:xfrm>
        </p:spPr>
        <p:txBody>
          <a:bodyPr anchor="t" anchorCtr="0"/>
          <a:lstStyle>
            <a:lvl1pPr marL="0" indent="0">
              <a:lnSpc>
                <a:spcPts val="1800"/>
              </a:lnSpc>
              <a:spcBef>
                <a:spcPts val="0"/>
              </a:spcBef>
              <a:spcAft>
                <a:spcPts val="0"/>
              </a:spcAft>
              <a:buNone/>
              <a:defRPr sz="15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8" name="Content Placeholder 3">
            <a:extLst>
              <a:ext uri="{FF2B5EF4-FFF2-40B4-BE49-F238E27FC236}">
                <a16:creationId xmlns:a16="http://schemas.microsoft.com/office/drawing/2014/main" id="{565E814B-08B4-86D7-6553-7DC1A31EA2AB}"/>
              </a:ext>
            </a:extLst>
          </p:cNvPr>
          <p:cNvSpPr>
            <a:spLocks noGrp="1"/>
          </p:cNvSpPr>
          <p:nvPr>
            <p:ph sz="half" idx="20" hasCustomPrompt="1"/>
          </p:nvPr>
        </p:nvSpPr>
        <p:spPr>
          <a:xfrm>
            <a:off x="10080731" y="4948303"/>
            <a:ext cx="3657600" cy="1681195"/>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746125" indent="-263525">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19" name="Text Placeholder 2">
            <a:extLst>
              <a:ext uri="{FF2B5EF4-FFF2-40B4-BE49-F238E27FC236}">
                <a16:creationId xmlns:a16="http://schemas.microsoft.com/office/drawing/2014/main" id="{3E1EF8F0-9C8E-5A48-8291-C540CDC8B1DC}"/>
              </a:ext>
            </a:extLst>
          </p:cNvPr>
          <p:cNvSpPr>
            <a:spLocks noGrp="1"/>
          </p:cNvSpPr>
          <p:nvPr>
            <p:ph type="body" idx="21" hasCustomPrompt="1"/>
          </p:nvPr>
        </p:nvSpPr>
        <p:spPr>
          <a:xfrm>
            <a:off x="14609910" y="4012698"/>
            <a:ext cx="3657600" cy="635027"/>
          </a:xfrm>
        </p:spPr>
        <p:txBody>
          <a:bodyPr anchor="t" anchorCtr="0"/>
          <a:lstStyle>
            <a:lvl1pPr marL="0" indent="0">
              <a:lnSpc>
                <a:spcPts val="1800"/>
              </a:lnSpc>
              <a:spcBef>
                <a:spcPts val="0"/>
              </a:spcBef>
              <a:spcAft>
                <a:spcPts val="0"/>
              </a:spcAft>
              <a:buNone/>
              <a:defRPr sz="15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0" name="Content Placeholder 3">
            <a:extLst>
              <a:ext uri="{FF2B5EF4-FFF2-40B4-BE49-F238E27FC236}">
                <a16:creationId xmlns:a16="http://schemas.microsoft.com/office/drawing/2014/main" id="{7EA6CD2B-D123-2C14-9723-448B379B5544}"/>
              </a:ext>
            </a:extLst>
          </p:cNvPr>
          <p:cNvSpPr>
            <a:spLocks noGrp="1"/>
          </p:cNvSpPr>
          <p:nvPr>
            <p:ph sz="half" idx="22" hasCustomPrompt="1"/>
          </p:nvPr>
        </p:nvSpPr>
        <p:spPr>
          <a:xfrm>
            <a:off x="14609910" y="4948303"/>
            <a:ext cx="3657600" cy="1681195"/>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746125" indent="-263525">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22" name="Content Placeholder 3">
            <a:extLst>
              <a:ext uri="{FF2B5EF4-FFF2-40B4-BE49-F238E27FC236}">
                <a16:creationId xmlns:a16="http://schemas.microsoft.com/office/drawing/2014/main" id="{1FFD59F3-77D2-D2C8-2F19-BD9113A275BF}"/>
              </a:ext>
            </a:extLst>
          </p:cNvPr>
          <p:cNvSpPr>
            <a:spLocks noGrp="1"/>
          </p:cNvSpPr>
          <p:nvPr>
            <p:ph sz="half" idx="24" hasCustomPrompt="1"/>
          </p:nvPr>
        </p:nvSpPr>
        <p:spPr>
          <a:xfrm>
            <a:off x="6551835" y="7448492"/>
            <a:ext cx="3291840" cy="2194560"/>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685800" indent="-203200">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24" name="Content Placeholder 3">
            <a:extLst>
              <a:ext uri="{FF2B5EF4-FFF2-40B4-BE49-F238E27FC236}">
                <a16:creationId xmlns:a16="http://schemas.microsoft.com/office/drawing/2014/main" id="{26D39E8F-FBB7-0B22-C607-1108989A8CEF}"/>
              </a:ext>
            </a:extLst>
          </p:cNvPr>
          <p:cNvSpPr>
            <a:spLocks noGrp="1"/>
          </p:cNvSpPr>
          <p:nvPr>
            <p:ph sz="half" idx="26" hasCustomPrompt="1"/>
          </p:nvPr>
        </p:nvSpPr>
        <p:spPr>
          <a:xfrm>
            <a:off x="10080731" y="7448492"/>
            <a:ext cx="3657600" cy="2194560"/>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746125" indent="-263525">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26" name="Content Placeholder 3">
            <a:extLst>
              <a:ext uri="{FF2B5EF4-FFF2-40B4-BE49-F238E27FC236}">
                <a16:creationId xmlns:a16="http://schemas.microsoft.com/office/drawing/2014/main" id="{11FD9D42-D8DA-281E-81D3-53DD7E3DF633}"/>
              </a:ext>
            </a:extLst>
          </p:cNvPr>
          <p:cNvSpPr>
            <a:spLocks noGrp="1"/>
          </p:cNvSpPr>
          <p:nvPr>
            <p:ph sz="half" idx="28" hasCustomPrompt="1"/>
          </p:nvPr>
        </p:nvSpPr>
        <p:spPr>
          <a:xfrm>
            <a:off x="14609910" y="7448492"/>
            <a:ext cx="3657600" cy="2194560"/>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746125" indent="-263525">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30" name="Content Placeholder 3">
            <a:extLst>
              <a:ext uri="{FF2B5EF4-FFF2-40B4-BE49-F238E27FC236}">
                <a16:creationId xmlns:a16="http://schemas.microsoft.com/office/drawing/2014/main" id="{497019FC-B529-C965-CB58-D45F5568B155}"/>
              </a:ext>
            </a:extLst>
          </p:cNvPr>
          <p:cNvSpPr>
            <a:spLocks noGrp="1"/>
          </p:cNvSpPr>
          <p:nvPr>
            <p:ph sz="half" idx="30" hasCustomPrompt="1"/>
          </p:nvPr>
        </p:nvSpPr>
        <p:spPr>
          <a:xfrm>
            <a:off x="6551835" y="10221151"/>
            <a:ext cx="3291840" cy="2286000"/>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685800" indent="-203200">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32" name="Content Placeholder 3">
            <a:extLst>
              <a:ext uri="{FF2B5EF4-FFF2-40B4-BE49-F238E27FC236}">
                <a16:creationId xmlns:a16="http://schemas.microsoft.com/office/drawing/2014/main" id="{E494372B-8E54-41EE-0612-6DCE32259AFC}"/>
              </a:ext>
            </a:extLst>
          </p:cNvPr>
          <p:cNvSpPr>
            <a:spLocks noGrp="1"/>
          </p:cNvSpPr>
          <p:nvPr>
            <p:ph sz="half" idx="32" hasCustomPrompt="1"/>
          </p:nvPr>
        </p:nvSpPr>
        <p:spPr>
          <a:xfrm>
            <a:off x="10080731" y="10221151"/>
            <a:ext cx="3657600" cy="2286000"/>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746125" indent="-263525">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34" name="Content Placeholder 3">
            <a:extLst>
              <a:ext uri="{FF2B5EF4-FFF2-40B4-BE49-F238E27FC236}">
                <a16:creationId xmlns:a16="http://schemas.microsoft.com/office/drawing/2014/main" id="{0F01C2F0-28DA-59C4-4CBC-E153EF56A346}"/>
              </a:ext>
            </a:extLst>
          </p:cNvPr>
          <p:cNvSpPr>
            <a:spLocks noGrp="1"/>
          </p:cNvSpPr>
          <p:nvPr>
            <p:ph sz="half" idx="34" hasCustomPrompt="1"/>
          </p:nvPr>
        </p:nvSpPr>
        <p:spPr>
          <a:xfrm>
            <a:off x="14609910" y="10221151"/>
            <a:ext cx="3657600" cy="2286000"/>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746125" indent="-263525">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16" name="Text Placeholder 2">
            <a:extLst>
              <a:ext uri="{FF2B5EF4-FFF2-40B4-BE49-F238E27FC236}">
                <a16:creationId xmlns:a16="http://schemas.microsoft.com/office/drawing/2014/main" id="{6001268A-CDA0-8D1F-EFC2-99640831F3F7}"/>
              </a:ext>
            </a:extLst>
          </p:cNvPr>
          <p:cNvSpPr>
            <a:spLocks noGrp="1"/>
          </p:cNvSpPr>
          <p:nvPr>
            <p:ph type="body" idx="35" hasCustomPrompt="1"/>
          </p:nvPr>
        </p:nvSpPr>
        <p:spPr>
          <a:xfrm>
            <a:off x="19428451" y="4012698"/>
            <a:ext cx="3657600" cy="635027"/>
          </a:xfrm>
        </p:spPr>
        <p:txBody>
          <a:bodyPr anchor="t" anchorCtr="0"/>
          <a:lstStyle>
            <a:lvl1pPr marL="0" indent="0">
              <a:lnSpc>
                <a:spcPts val="1800"/>
              </a:lnSpc>
              <a:spcBef>
                <a:spcPts val="0"/>
              </a:spcBef>
              <a:spcAft>
                <a:spcPts val="0"/>
              </a:spcAft>
              <a:buNone/>
              <a:defRPr sz="15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5" name="Content Placeholder 3">
            <a:extLst>
              <a:ext uri="{FF2B5EF4-FFF2-40B4-BE49-F238E27FC236}">
                <a16:creationId xmlns:a16="http://schemas.microsoft.com/office/drawing/2014/main" id="{8B935949-AFCC-1237-6639-0E3DC518FEFC}"/>
              </a:ext>
            </a:extLst>
          </p:cNvPr>
          <p:cNvSpPr>
            <a:spLocks noGrp="1"/>
          </p:cNvSpPr>
          <p:nvPr>
            <p:ph sz="half" idx="36" hasCustomPrompt="1"/>
          </p:nvPr>
        </p:nvSpPr>
        <p:spPr>
          <a:xfrm>
            <a:off x="19428451" y="4948303"/>
            <a:ext cx="3657600" cy="1681195"/>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746125" indent="-263525">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37" name="Content Placeholder 3">
            <a:extLst>
              <a:ext uri="{FF2B5EF4-FFF2-40B4-BE49-F238E27FC236}">
                <a16:creationId xmlns:a16="http://schemas.microsoft.com/office/drawing/2014/main" id="{9CB5883E-EE56-EE22-CC89-D30D16FC3B0F}"/>
              </a:ext>
            </a:extLst>
          </p:cNvPr>
          <p:cNvSpPr>
            <a:spLocks noGrp="1"/>
          </p:cNvSpPr>
          <p:nvPr>
            <p:ph sz="half" idx="38" hasCustomPrompt="1"/>
          </p:nvPr>
        </p:nvSpPr>
        <p:spPr>
          <a:xfrm>
            <a:off x="19428451" y="7448492"/>
            <a:ext cx="3657600" cy="2194560"/>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746125" indent="-263525">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sp>
        <p:nvSpPr>
          <p:cNvPr id="39" name="Content Placeholder 3">
            <a:extLst>
              <a:ext uri="{FF2B5EF4-FFF2-40B4-BE49-F238E27FC236}">
                <a16:creationId xmlns:a16="http://schemas.microsoft.com/office/drawing/2014/main" id="{C5593B2A-A1F7-209F-0AD9-61F778B03472}"/>
              </a:ext>
            </a:extLst>
          </p:cNvPr>
          <p:cNvSpPr>
            <a:spLocks noGrp="1"/>
          </p:cNvSpPr>
          <p:nvPr>
            <p:ph sz="half" idx="40" hasCustomPrompt="1"/>
          </p:nvPr>
        </p:nvSpPr>
        <p:spPr>
          <a:xfrm>
            <a:off x="19428451" y="10221151"/>
            <a:ext cx="3657600" cy="2286000"/>
          </a:xfrm>
        </p:spPr>
        <p:txBody>
          <a:bodyPr/>
          <a:lstStyle>
            <a:lvl1pPr>
              <a:lnSpc>
                <a:spcPts val="1800"/>
              </a:lnSpc>
              <a:spcAft>
                <a:spcPts val="0"/>
              </a:spcAft>
              <a:defRPr sz="1500">
                <a:solidFill>
                  <a:schemeClr val="accent1"/>
                </a:solidFill>
              </a:defRPr>
            </a:lvl1pPr>
            <a:lvl2pPr marL="288925" indent="-269875">
              <a:lnSpc>
                <a:spcPts val="1800"/>
              </a:lnSpc>
              <a:spcAft>
                <a:spcPts val="0"/>
              </a:spcAft>
              <a:buFont typeface="Everyday Text Regular" pitchFamily="2" charset="77"/>
              <a:buChar char="—"/>
              <a:tabLst/>
              <a:defRPr sz="1500">
                <a:solidFill>
                  <a:schemeClr val="accent1"/>
                </a:solidFill>
              </a:defRPr>
            </a:lvl2pPr>
            <a:lvl3pPr marL="746125" indent="-263525">
              <a:lnSpc>
                <a:spcPts val="1800"/>
              </a:lnSpc>
              <a:spcAft>
                <a:spcPts val="0"/>
              </a:spcAft>
              <a:buFont typeface="Everyday Text Regular" pitchFamily="2" charset="77"/>
              <a:buChar char="—"/>
              <a:tabLst/>
              <a:defRPr sz="1500">
                <a:solidFill>
                  <a:schemeClr val="accent1"/>
                </a:solidFill>
              </a:defRPr>
            </a:lvl3pPr>
            <a:lvl4pPr marL="1543050" indent="-474663">
              <a:lnSpc>
                <a:spcPts val="2900"/>
              </a:lnSpc>
              <a:spcAft>
                <a:spcPts val="1100"/>
              </a:spcAft>
              <a:tabLst/>
              <a:defRPr sz="2500">
                <a:solidFill>
                  <a:schemeClr val="bg2"/>
                </a:solidFill>
              </a:defRPr>
            </a:lvl4pPr>
            <a:lvl5pPr marL="2008188" indent="-457200">
              <a:lnSpc>
                <a:spcPts val="2900"/>
              </a:lnSpc>
              <a:spcAft>
                <a:spcPts val="1100"/>
              </a:spcAft>
              <a:tabLst/>
              <a:defRPr sz="2500">
                <a:solidFill>
                  <a:schemeClr val="bg2"/>
                </a:solidFill>
              </a:defRPr>
            </a:lvl5pPr>
          </a:lstStyle>
          <a:p>
            <a:pPr lvl="0"/>
            <a:r>
              <a:rPr lang="en-US"/>
              <a:t>Click to edit text</a:t>
            </a:r>
          </a:p>
          <a:p>
            <a:pPr lvl="1"/>
            <a:r>
              <a:rPr lang="en-US"/>
              <a:t>Second level</a:t>
            </a:r>
          </a:p>
          <a:p>
            <a:pPr lvl="2"/>
            <a:r>
              <a:rPr lang="en-US"/>
              <a:t>Third level</a:t>
            </a:r>
          </a:p>
        </p:txBody>
      </p:sp>
      <p:grpSp>
        <p:nvGrpSpPr>
          <p:cNvPr id="4" name="Group 3">
            <a:extLst>
              <a:ext uri="{FF2B5EF4-FFF2-40B4-BE49-F238E27FC236}">
                <a16:creationId xmlns:a16="http://schemas.microsoft.com/office/drawing/2014/main" id="{7AF78BE6-CB33-7C17-E74C-52372A861E2B}"/>
              </a:ext>
            </a:extLst>
          </p:cNvPr>
          <p:cNvGrpSpPr/>
          <p:nvPr userDrawn="1"/>
        </p:nvGrpSpPr>
        <p:grpSpPr>
          <a:xfrm>
            <a:off x="657225" y="4639338"/>
            <a:ext cx="4746841" cy="7950199"/>
            <a:chOff x="9813708" y="2877820"/>
            <a:chExt cx="4746841" cy="7950199"/>
          </a:xfrm>
        </p:grpSpPr>
        <p:sp>
          <p:nvSpPr>
            <p:cNvPr id="5" name="Freeform 4">
              <a:extLst>
                <a:ext uri="{FF2B5EF4-FFF2-40B4-BE49-F238E27FC236}">
                  <a16:creationId xmlns:a16="http://schemas.microsoft.com/office/drawing/2014/main" id="{C1A203C2-2D24-13CA-6D05-02DDB6901444}"/>
                </a:ext>
              </a:extLst>
            </p:cNvPr>
            <p:cNvSpPr/>
            <p:nvPr/>
          </p:nvSpPr>
          <p:spPr>
            <a:xfrm>
              <a:off x="9813708" y="2877820"/>
              <a:ext cx="4746841" cy="2508250"/>
            </a:xfrm>
            <a:custGeom>
              <a:avLst/>
              <a:gdLst>
                <a:gd name="connsiteX0" fmla="*/ 4746841 w 4746841"/>
                <a:gd name="connsiteY0" fmla="*/ 309880 h 2508250"/>
                <a:gd name="connsiteX1" fmla="*/ 4475061 w 4746841"/>
                <a:gd name="connsiteY1" fmla="*/ 2508250 h 2508250"/>
                <a:gd name="connsiteX2" fmla="*/ 273901 w 4746841"/>
                <a:gd name="connsiteY2" fmla="*/ 2508250 h 2508250"/>
                <a:gd name="connsiteX3" fmla="*/ 2121 w 4746841"/>
                <a:gd name="connsiteY3" fmla="*/ 309880 h 2508250"/>
                <a:gd name="connsiteX4" fmla="*/ 275171 w 4746841"/>
                <a:gd name="connsiteY4" fmla="*/ 0 h 2508250"/>
                <a:gd name="connsiteX5" fmla="*/ 4471252 w 4746841"/>
                <a:gd name="connsiteY5" fmla="*/ 0 h 2508250"/>
                <a:gd name="connsiteX6" fmla="*/ 4744302 w 4746841"/>
                <a:gd name="connsiteY6" fmla="*/ 309880 h 250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46841" h="2508250">
                  <a:moveTo>
                    <a:pt x="4746841" y="309880"/>
                  </a:moveTo>
                  <a:lnTo>
                    <a:pt x="4475061" y="2508250"/>
                  </a:lnTo>
                  <a:lnTo>
                    <a:pt x="273901" y="2508250"/>
                  </a:lnTo>
                  <a:lnTo>
                    <a:pt x="2121" y="309880"/>
                  </a:lnTo>
                  <a:cubicBezTo>
                    <a:pt x="-18199" y="146050"/>
                    <a:pt x="110071" y="0"/>
                    <a:pt x="275171" y="0"/>
                  </a:cubicBezTo>
                  <a:lnTo>
                    <a:pt x="4471252" y="0"/>
                  </a:lnTo>
                  <a:cubicBezTo>
                    <a:pt x="4636352" y="0"/>
                    <a:pt x="4764622" y="144780"/>
                    <a:pt x="4744302" y="309880"/>
                  </a:cubicBezTo>
                </a:path>
              </a:pathLst>
            </a:custGeom>
            <a:solidFill>
              <a:srgbClr val="4DBDF5"/>
            </a:solidFill>
            <a:ln w="12700" cap="flat">
              <a:noFill/>
              <a:prstDash val="solid"/>
              <a:miter/>
            </a:ln>
          </p:spPr>
          <p:txBody>
            <a:bodyPr rtlCol="0" anchor="ctr"/>
            <a:lstStyle/>
            <a:p>
              <a:pPr algn="ctr"/>
              <a:r>
                <a:rPr lang="en-US">
                  <a:solidFill>
                    <a:schemeClr val="bg1"/>
                  </a:solidFill>
                  <a:effectLst/>
                  <a:latin typeface="+mj-lt"/>
                </a:rPr>
                <a:t>Upper</a:t>
              </a:r>
              <a:endParaRPr lang="en-US">
                <a:solidFill>
                  <a:schemeClr val="bg1"/>
                </a:solidFill>
              </a:endParaRPr>
            </a:p>
          </p:txBody>
        </p:sp>
        <p:sp>
          <p:nvSpPr>
            <p:cNvPr id="6" name="Freeform 5">
              <a:extLst>
                <a:ext uri="{FF2B5EF4-FFF2-40B4-BE49-F238E27FC236}">
                  <a16:creationId xmlns:a16="http://schemas.microsoft.com/office/drawing/2014/main" id="{8E931C23-9C32-9CD9-8805-11C8FB5F629E}"/>
                </a:ext>
              </a:extLst>
            </p:cNvPr>
            <p:cNvSpPr/>
            <p:nvPr/>
          </p:nvSpPr>
          <p:spPr>
            <a:xfrm>
              <a:off x="10431780" y="8143240"/>
              <a:ext cx="3519169" cy="2684779"/>
            </a:xfrm>
            <a:custGeom>
              <a:avLst/>
              <a:gdLst>
                <a:gd name="connsiteX0" fmla="*/ 3517900 w 3519169"/>
                <a:gd name="connsiteY0" fmla="*/ 0 h 2684779"/>
                <a:gd name="connsiteX1" fmla="*/ 3216909 w 3519169"/>
                <a:gd name="connsiteY1" fmla="*/ 2443480 h 2684779"/>
                <a:gd name="connsiteX2" fmla="*/ 2943859 w 3519169"/>
                <a:gd name="connsiteY2" fmla="*/ 2684780 h 2684779"/>
                <a:gd name="connsiteX3" fmla="*/ 574039 w 3519169"/>
                <a:gd name="connsiteY3" fmla="*/ 2684780 h 2684779"/>
                <a:gd name="connsiteX4" fmla="*/ 300989 w 3519169"/>
                <a:gd name="connsiteY4" fmla="*/ 2443480 h 2684779"/>
                <a:gd name="connsiteX5" fmla="*/ 0 w 3519169"/>
                <a:gd name="connsiteY5" fmla="*/ 0 h 2684779"/>
                <a:gd name="connsiteX6" fmla="*/ 3519170 w 3519169"/>
                <a:gd name="connsiteY6" fmla="*/ 0 h 268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19169" h="2684779">
                  <a:moveTo>
                    <a:pt x="3517900" y="0"/>
                  </a:moveTo>
                  <a:lnTo>
                    <a:pt x="3216909" y="2443480"/>
                  </a:lnTo>
                  <a:cubicBezTo>
                    <a:pt x="3200400" y="2581910"/>
                    <a:pt x="3082290" y="2684780"/>
                    <a:pt x="2943859" y="2684780"/>
                  </a:cubicBezTo>
                  <a:lnTo>
                    <a:pt x="574039" y="2684780"/>
                  </a:lnTo>
                  <a:cubicBezTo>
                    <a:pt x="434339" y="2684780"/>
                    <a:pt x="317500" y="2580640"/>
                    <a:pt x="300989" y="2443480"/>
                  </a:cubicBezTo>
                  <a:lnTo>
                    <a:pt x="0" y="0"/>
                  </a:lnTo>
                  <a:lnTo>
                    <a:pt x="3519170" y="0"/>
                  </a:lnTo>
                  <a:close/>
                </a:path>
              </a:pathLst>
            </a:custGeom>
            <a:solidFill>
              <a:schemeClr val="accent1"/>
            </a:solidFill>
            <a:ln w="12695" cap="flat">
              <a:noFill/>
              <a:prstDash val="solid"/>
              <a:miter/>
            </a:ln>
          </p:spPr>
          <p:txBody>
            <a:bodyPr rtlCol="0" anchor="ctr"/>
            <a:lstStyle/>
            <a:p>
              <a:pPr algn="ctr">
                <a:lnSpc>
                  <a:spcPts val="2600"/>
                </a:lnSpc>
              </a:pPr>
              <a:r>
                <a:rPr lang="en-US">
                  <a:solidFill>
                    <a:schemeClr val="bg1"/>
                  </a:solidFill>
                  <a:effectLst/>
                  <a:latin typeface="+mj-lt"/>
                </a:rPr>
                <a:t>Low</a:t>
              </a:r>
            </a:p>
          </p:txBody>
        </p:sp>
        <p:sp>
          <p:nvSpPr>
            <p:cNvPr id="7" name="Freeform 6">
              <a:extLst>
                <a:ext uri="{FF2B5EF4-FFF2-40B4-BE49-F238E27FC236}">
                  <a16:creationId xmlns:a16="http://schemas.microsoft.com/office/drawing/2014/main" id="{8E77C87F-A486-0C9E-5ACB-50527026F187}"/>
                </a:ext>
              </a:extLst>
            </p:cNvPr>
            <p:cNvSpPr/>
            <p:nvPr/>
          </p:nvSpPr>
          <p:spPr>
            <a:xfrm>
              <a:off x="10088880" y="5384800"/>
              <a:ext cx="4201159" cy="2758440"/>
            </a:xfrm>
            <a:custGeom>
              <a:avLst/>
              <a:gdLst>
                <a:gd name="connsiteX0" fmla="*/ 4201159 w 4201159"/>
                <a:gd name="connsiteY0" fmla="*/ 0 h 2758440"/>
                <a:gd name="connsiteX1" fmla="*/ 3860800 w 4201159"/>
                <a:gd name="connsiteY1" fmla="*/ 2758440 h 2758440"/>
                <a:gd name="connsiteX2" fmla="*/ 340360 w 4201159"/>
                <a:gd name="connsiteY2" fmla="*/ 2758440 h 2758440"/>
                <a:gd name="connsiteX3" fmla="*/ 0 w 4201159"/>
                <a:gd name="connsiteY3" fmla="*/ 0 h 2758440"/>
                <a:gd name="connsiteX4" fmla="*/ 4201159 w 4201159"/>
                <a:gd name="connsiteY4" fmla="*/ 0 h 2758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1159" h="2758440">
                  <a:moveTo>
                    <a:pt x="4201159" y="0"/>
                  </a:moveTo>
                  <a:lnTo>
                    <a:pt x="3860800" y="2758440"/>
                  </a:lnTo>
                  <a:lnTo>
                    <a:pt x="340360" y="2758440"/>
                  </a:lnTo>
                  <a:lnTo>
                    <a:pt x="0" y="0"/>
                  </a:lnTo>
                  <a:lnTo>
                    <a:pt x="4201159" y="0"/>
                  </a:lnTo>
                  <a:close/>
                </a:path>
              </a:pathLst>
            </a:custGeom>
            <a:solidFill>
              <a:schemeClr val="accent2"/>
            </a:solidFill>
            <a:ln w="12695" cap="flat">
              <a:noFill/>
              <a:prstDash val="solid"/>
              <a:miter/>
            </a:ln>
          </p:spPr>
          <p:txBody>
            <a:bodyPr rtlCol="0" anchor="ctr"/>
            <a:lstStyle/>
            <a:p>
              <a:pPr algn="ctr">
                <a:lnSpc>
                  <a:spcPts val="2600"/>
                </a:lnSpc>
              </a:pPr>
              <a:r>
                <a:rPr lang="en-US">
                  <a:solidFill>
                    <a:schemeClr val="bg1"/>
                  </a:solidFill>
                  <a:effectLst/>
                  <a:latin typeface="+mj-lt"/>
                </a:rPr>
                <a:t>Mid</a:t>
              </a:r>
              <a:endParaRPr lang="en-US">
                <a:solidFill>
                  <a:schemeClr val="bg1"/>
                </a:solidFill>
                <a:latin typeface="+mj-lt"/>
              </a:endParaRPr>
            </a:p>
          </p:txBody>
        </p:sp>
      </p:grpSp>
    </p:spTree>
    <p:extLst>
      <p:ext uri="{BB962C8B-B14F-4D97-AF65-F5344CB8AC3E}">
        <p14:creationId xmlns:p14="http://schemas.microsoft.com/office/powerpoint/2010/main" val="90286117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1_Graphics">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81604E6A-3EDF-F565-EBB7-E7CCCF2C6F2F}"/>
              </a:ext>
            </a:extLst>
          </p:cNvPr>
          <p:cNvSpPr/>
          <p:nvPr/>
        </p:nvSpPr>
        <p:spPr>
          <a:xfrm>
            <a:off x="17285969" y="4484370"/>
            <a:ext cx="6563994" cy="4494529"/>
          </a:xfrm>
          <a:custGeom>
            <a:avLst/>
            <a:gdLst>
              <a:gd name="connsiteX0" fmla="*/ 5429250 w 6563994"/>
              <a:gd name="connsiteY0" fmla="*/ 0 h 4494529"/>
              <a:gd name="connsiteX1" fmla="*/ 407670 w 6563994"/>
              <a:gd name="connsiteY1" fmla="*/ 0 h 4494529"/>
              <a:gd name="connsiteX2" fmla="*/ 0 w 6563994"/>
              <a:gd name="connsiteY2" fmla="*/ 407670 h 4494529"/>
              <a:gd name="connsiteX3" fmla="*/ 0 w 6563994"/>
              <a:gd name="connsiteY3" fmla="*/ 4086860 h 4494529"/>
              <a:gd name="connsiteX4" fmla="*/ 407670 w 6563994"/>
              <a:gd name="connsiteY4" fmla="*/ 4494530 h 4494529"/>
              <a:gd name="connsiteX5" fmla="*/ 5429250 w 6563994"/>
              <a:gd name="connsiteY5" fmla="*/ 4494530 h 4494529"/>
              <a:gd name="connsiteX6" fmla="*/ 5826761 w 6563994"/>
              <a:gd name="connsiteY6" fmla="*/ 4222750 h 4494529"/>
              <a:gd name="connsiteX7" fmla="*/ 6535420 w 6563994"/>
              <a:gd name="connsiteY7" fmla="*/ 2400300 h 4494529"/>
              <a:gd name="connsiteX8" fmla="*/ 6535420 w 6563994"/>
              <a:gd name="connsiteY8" fmla="*/ 2095500 h 4494529"/>
              <a:gd name="connsiteX9" fmla="*/ 5826761 w 6563994"/>
              <a:gd name="connsiteY9" fmla="*/ 273050 h 4494529"/>
              <a:gd name="connsiteX10" fmla="*/ 5429250 w 6563994"/>
              <a:gd name="connsiteY10" fmla="*/ 1270 h 4494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63994" h="4494529">
                <a:moveTo>
                  <a:pt x="5429250" y="0"/>
                </a:moveTo>
                <a:lnTo>
                  <a:pt x="407670" y="0"/>
                </a:lnTo>
                <a:cubicBezTo>
                  <a:pt x="182880" y="0"/>
                  <a:pt x="0" y="182880"/>
                  <a:pt x="0" y="407670"/>
                </a:cubicBezTo>
                <a:lnTo>
                  <a:pt x="0" y="4086860"/>
                </a:lnTo>
                <a:cubicBezTo>
                  <a:pt x="0" y="4311650"/>
                  <a:pt x="182880" y="4494530"/>
                  <a:pt x="407670" y="4494530"/>
                </a:cubicBezTo>
                <a:lnTo>
                  <a:pt x="5429250" y="4494530"/>
                </a:lnTo>
                <a:cubicBezTo>
                  <a:pt x="5604511" y="4494530"/>
                  <a:pt x="5763261" y="4386580"/>
                  <a:pt x="5826761" y="4222750"/>
                </a:cubicBezTo>
                <a:lnTo>
                  <a:pt x="6535420" y="2400300"/>
                </a:lnTo>
                <a:cubicBezTo>
                  <a:pt x="6573520" y="2302510"/>
                  <a:pt x="6573520" y="2193290"/>
                  <a:pt x="6535420" y="2095500"/>
                </a:cubicBezTo>
                <a:lnTo>
                  <a:pt x="5826761" y="273050"/>
                </a:lnTo>
                <a:cubicBezTo>
                  <a:pt x="5763261" y="109220"/>
                  <a:pt x="5605781" y="1270"/>
                  <a:pt x="5429250" y="1270"/>
                </a:cubicBezTo>
              </a:path>
            </a:pathLst>
          </a:custGeom>
          <a:solidFill>
            <a:srgbClr val="DDF1FC"/>
          </a:solidFill>
          <a:ln w="12700" cap="flat">
            <a:noFill/>
            <a:prstDash val="solid"/>
            <a:miter/>
          </a:ln>
        </p:spPr>
        <p:txBody>
          <a:bodyPr rtlCol="0" anchor="ctr"/>
          <a:lstStyle/>
          <a:p>
            <a:endParaRPr lang="en-US"/>
          </a:p>
        </p:txBody>
      </p:sp>
      <p:sp>
        <p:nvSpPr>
          <p:cNvPr id="16" name="Freeform 15">
            <a:extLst>
              <a:ext uri="{FF2B5EF4-FFF2-40B4-BE49-F238E27FC236}">
                <a16:creationId xmlns:a16="http://schemas.microsoft.com/office/drawing/2014/main" id="{546C391F-9A47-BF96-75BB-1A213D904E17}"/>
              </a:ext>
            </a:extLst>
          </p:cNvPr>
          <p:cNvSpPr/>
          <p:nvPr/>
        </p:nvSpPr>
        <p:spPr>
          <a:xfrm>
            <a:off x="12741909" y="4484370"/>
            <a:ext cx="6563995" cy="4494529"/>
          </a:xfrm>
          <a:custGeom>
            <a:avLst/>
            <a:gdLst>
              <a:gd name="connsiteX0" fmla="*/ 5429251 w 6563995"/>
              <a:gd name="connsiteY0" fmla="*/ 0 h 4494529"/>
              <a:gd name="connsiteX1" fmla="*/ 407670 w 6563995"/>
              <a:gd name="connsiteY1" fmla="*/ 0 h 4494529"/>
              <a:gd name="connsiteX2" fmla="*/ 0 w 6563995"/>
              <a:gd name="connsiteY2" fmla="*/ 407670 h 4494529"/>
              <a:gd name="connsiteX3" fmla="*/ 0 w 6563995"/>
              <a:gd name="connsiteY3" fmla="*/ 4086860 h 4494529"/>
              <a:gd name="connsiteX4" fmla="*/ 407670 w 6563995"/>
              <a:gd name="connsiteY4" fmla="*/ 4494530 h 4494529"/>
              <a:gd name="connsiteX5" fmla="*/ 5429251 w 6563995"/>
              <a:gd name="connsiteY5" fmla="*/ 4494530 h 4494529"/>
              <a:gd name="connsiteX6" fmla="*/ 5826760 w 6563995"/>
              <a:gd name="connsiteY6" fmla="*/ 4222750 h 4494529"/>
              <a:gd name="connsiteX7" fmla="*/ 6535421 w 6563995"/>
              <a:gd name="connsiteY7" fmla="*/ 2400300 h 4494529"/>
              <a:gd name="connsiteX8" fmla="*/ 6535421 w 6563995"/>
              <a:gd name="connsiteY8" fmla="*/ 2095500 h 4494529"/>
              <a:gd name="connsiteX9" fmla="*/ 5826760 w 6563995"/>
              <a:gd name="connsiteY9" fmla="*/ 273050 h 4494529"/>
              <a:gd name="connsiteX10" fmla="*/ 5429251 w 6563995"/>
              <a:gd name="connsiteY10" fmla="*/ 1270 h 4494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63995" h="4494529">
                <a:moveTo>
                  <a:pt x="5429251" y="0"/>
                </a:moveTo>
                <a:lnTo>
                  <a:pt x="407670" y="0"/>
                </a:lnTo>
                <a:cubicBezTo>
                  <a:pt x="182880" y="0"/>
                  <a:pt x="0" y="182880"/>
                  <a:pt x="0" y="407670"/>
                </a:cubicBezTo>
                <a:lnTo>
                  <a:pt x="0" y="4086860"/>
                </a:lnTo>
                <a:cubicBezTo>
                  <a:pt x="0" y="4311650"/>
                  <a:pt x="182880" y="4494530"/>
                  <a:pt x="407670" y="4494530"/>
                </a:cubicBezTo>
                <a:lnTo>
                  <a:pt x="5429251" y="4494530"/>
                </a:lnTo>
                <a:cubicBezTo>
                  <a:pt x="5604510" y="4494530"/>
                  <a:pt x="5763260" y="4386580"/>
                  <a:pt x="5826760" y="4222750"/>
                </a:cubicBezTo>
                <a:lnTo>
                  <a:pt x="6535421" y="2400300"/>
                </a:lnTo>
                <a:cubicBezTo>
                  <a:pt x="6573521" y="2302510"/>
                  <a:pt x="6573521" y="2193290"/>
                  <a:pt x="6535421" y="2095500"/>
                </a:cubicBezTo>
                <a:lnTo>
                  <a:pt x="5826760" y="273050"/>
                </a:lnTo>
                <a:cubicBezTo>
                  <a:pt x="5763260" y="109220"/>
                  <a:pt x="5605780" y="1270"/>
                  <a:pt x="5429251" y="1270"/>
                </a:cubicBezTo>
              </a:path>
            </a:pathLst>
          </a:custGeom>
          <a:solidFill>
            <a:srgbClr val="A9DDF7"/>
          </a:solidFill>
          <a:ln w="12700" cap="flat">
            <a:no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FEC832FE-1751-FC4E-BF94-FA376614E71C}"/>
              </a:ext>
            </a:extLst>
          </p:cNvPr>
          <p:cNvSpPr/>
          <p:nvPr/>
        </p:nvSpPr>
        <p:spPr>
          <a:xfrm>
            <a:off x="8197850" y="4484370"/>
            <a:ext cx="6563994" cy="4494529"/>
          </a:xfrm>
          <a:custGeom>
            <a:avLst/>
            <a:gdLst>
              <a:gd name="connsiteX0" fmla="*/ 5429250 w 6563994"/>
              <a:gd name="connsiteY0" fmla="*/ 0 h 4494529"/>
              <a:gd name="connsiteX1" fmla="*/ 407670 w 6563994"/>
              <a:gd name="connsiteY1" fmla="*/ 0 h 4494529"/>
              <a:gd name="connsiteX2" fmla="*/ 0 w 6563994"/>
              <a:gd name="connsiteY2" fmla="*/ 407670 h 4494529"/>
              <a:gd name="connsiteX3" fmla="*/ 0 w 6563994"/>
              <a:gd name="connsiteY3" fmla="*/ 4086860 h 4494529"/>
              <a:gd name="connsiteX4" fmla="*/ 407670 w 6563994"/>
              <a:gd name="connsiteY4" fmla="*/ 4494530 h 4494529"/>
              <a:gd name="connsiteX5" fmla="*/ 5429250 w 6563994"/>
              <a:gd name="connsiteY5" fmla="*/ 4494530 h 4494529"/>
              <a:gd name="connsiteX6" fmla="*/ 5826761 w 6563994"/>
              <a:gd name="connsiteY6" fmla="*/ 4222750 h 4494529"/>
              <a:gd name="connsiteX7" fmla="*/ 6535420 w 6563994"/>
              <a:gd name="connsiteY7" fmla="*/ 2400300 h 4494529"/>
              <a:gd name="connsiteX8" fmla="*/ 6535420 w 6563994"/>
              <a:gd name="connsiteY8" fmla="*/ 2095500 h 4494529"/>
              <a:gd name="connsiteX9" fmla="*/ 5826761 w 6563994"/>
              <a:gd name="connsiteY9" fmla="*/ 273050 h 4494529"/>
              <a:gd name="connsiteX10" fmla="*/ 5429250 w 6563994"/>
              <a:gd name="connsiteY10" fmla="*/ 1270 h 4494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63994" h="4494529">
                <a:moveTo>
                  <a:pt x="5429250" y="0"/>
                </a:moveTo>
                <a:lnTo>
                  <a:pt x="407670" y="0"/>
                </a:lnTo>
                <a:cubicBezTo>
                  <a:pt x="182880" y="0"/>
                  <a:pt x="0" y="182880"/>
                  <a:pt x="0" y="407670"/>
                </a:cubicBezTo>
                <a:lnTo>
                  <a:pt x="0" y="4086860"/>
                </a:lnTo>
                <a:cubicBezTo>
                  <a:pt x="0" y="4311650"/>
                  <a:pt x="182880" y="4494530"/>
                  <a:pt x="407670" y="4494530"/>
                </a:cubicBezTo>
                <a:lnTo>
                  <a:pt x="5429250" y="4494530"/>
                </a:lnTo>
                <a:cubicBezTo>
                  <a:pt x="5604511" y="4494530"/>
                  <a:pt x="5763261" y="4386580"/>
                  <a:pt x="5826761" y="4222750"/>
                </a:cubicBezTo>
                <a:lnTo>
                  <a:pt x="6535420" y="2400300"/>
                </a:lnTo>
                <a:cubicBezTo>
                  <a:pt x="6573520" y="2302510"/>
                  <a:pt x="6573520" y="2193290"/>
                  <a:pt x="6535420" y="2095500"/>
                </a:cubicBezTo>
                <a:lnTo>
                  <a:pt x="5826761" y="273050"/>
                </a:lnTo>
                <a:cubicBezTo>
                  <a:pt x="5763261" y="109220"/>
                  <a:pt x="5605781" y="1270"/>
                  <a:pt x="5429250" y="1270"/>
                </a:cubicBezTo>
              </a:path>
            </a:pathLst>
          </a:custGeom>
          <a:solidFill>
            <a:srgbClr val="4DBDF5"/>
          </a:solidFill>
          <a:ln w="12700"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FFA391EC-B5AC-0DBD-6554-E2F95433B38F}"/>
              </a:ext>
            </a:extLst>
          </p:cNvPr>
          <p:cNvSpPr/>
          <p:nvPr/>
        </p:nvSpPr>
        <p:spPr>
          <a:xfrm>
            <a:off x="3653790" y="4484370"/>
            <a:ext cx="6563994" cy="4494529"/>
          </a:xfrm>
          <a:custGeom>
            <a:avLst/>
            <a:gdLst>
              <a:gd name="connsiteX0" fmla="*/ 5429250 w 6563994"/>
              <a:gd name="connsiteY0" fmla="*/ 0 h 4494529"/>
              <a:gd name="connsiteX1" fmla="*/ 407670 w 6563994"/>
              <a:gd name="connsiteY1" fmla="*/ 0 h 4494529"/>
              <a:gd name="connsiteX2" fmla="*/ 0 w 6563994"/>
              <a:gd name="connsiteY2" fmla="*/ 407670 h 4494529"/>
              <a:gd name="connsiteX3" fmla="*/ 0 w 6563994"/>
              <a:gd name="connsiteY3" fmla="*/ 4086860 h 4494529"/>
              <a:gd name="connsiteX4" fmla="*/ 407670 w 6563994"/>
              <a:gd name="connsiteY4" fmla="*/ 4494530 h 4494529"/>
              <a:gd name="connsiteX5" fmla="*/ 5429250 w 6563994"/>
              <a:gd name="connsiteY5" fmla="*/ 4494530 h 4494529"/>
              <a:gd name="connsiteX6" fmla="*/ 5826760 w 6563994"/>
              <a:gd name="connsiteY6" fmla="*/ 4222750 h 4494529"/>
              <a:gd name="connsiteX7" fmla="*/ 6535420 w 6563994"/>
              <a:gd name="connsiteY7" fmla="*/ 2400300 h 4494529"/>
              <a:gd name="connsiteX8" fmla="*/ 6535420 w 6563994"/>
              <a:gd name="connsiteY8" fmla="*/ 2095500 h 4494529"/>
              <a:gd name="connsiteX9" fmla="*/ 5826760 w 6563994"/>
              <a:gd name="connsiteY9" fmla="*/ 273050 h 4494529"/>
              <a:gd name="connsiteX10" fmla="*/ 5429250 w 6563994"/>
              <a:gd name="connsiteY10" fmla="*/ 1270 h 4494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63994" h="4494529">
                <a:moveTo>
                  <a:pt x="5429250" y="0"/>
                </a:moveTo>
                <a:lnTo>
                  <a:pt x="407670" y="0"/>
                </a:lnTo>
                <a:cubicBezTo>
                  <a:pt x="182880" y="0"/>
                  <a:pt x="0" y="182880"/>
                  <a:pt x="0" y="407670"/>
                </a:cubicBezTo>
                <a:lnTo>
                  <a:pt x="0" y="4086860"/>
                </a:lnTo>
                <a:cubicBezTo>
                  <a:pt x="0" y="4311650"/>
                  <a:pt x="182880" y="4494530"/>
                  <a:pt x="407670" y="4494530"/>
                </a:cubicBezTo>
                <a:lnTo>
                  <a:pt x="5429250" y="4494530"/>
                </a:lnTo>
                <a:cubicBezTo>
                  <a:pt x="5604510" y="4494530"/>
                  <a:pt x="5763260" y="4386580"/>
                  <a:pt x="5826760" y="4222750"/>
                </a:cubicBezTo>
                <a:lnTo>
                  <a:pt x="6535420" y="2400300"/>
                </a:lnTo>
                <a:cubicBezTo>
                  <a:pt x="6573520" y="2302510"/>
                  <a:pt x="6573520" y="2193290"/>
                  <a:pt x="6535420" y="2095500"/>
                </a:cubicBezTo>
                <a:lnTo>
                  <a:pt x="5826760" y="273050"/>
                </a:lnTo>
                <a:cubicBezTo>
                  <a:pt x="5763260" y="109220"/>
                  <a:pt x="5605780" y="1270"/>
                  <a:pt x="5429250" y="1270"/>
                </a:cubicBezTo>
              </a:path>
            </a:pathLst>
          </a:custGeom>
          <a:solidFill>
            <a:srgbClr val="0053E2"/>
          </a:solidFill>
          <a:ln w="12700"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8ADAA8BF-B570-81B6-E905-938A81C300FE}"/>
              </a:ext>
            </a:extLst>
          </p:cNvPr>
          <p:cNvSpPr/>
          <p:nvPr/>
        </p:nvSpPr>
        <p:spPr>
          <a:xfrm>
            <a:off x="673100" y="4484370"/>
            <a:ext cx="5089525" cy="4494529"/>
          </a:xfrm>
          <a:custGeom>
            <a:avLst/>
            <a:gdLst>
              <a:gd name="connsiteX0" fmla="*/ 3954780 w 5089525"/>
              <a:gd name="connsiteY0" fmla="*/ 0 h 4494529"/>
              <a:gd name="connsiteX1" fmla="*/ 407670 w 5089525"/>
              <a:gd name="connsiteY1" fmla="*/ 0 h 4494529"/>
              <a:gd name="connsiteX2" fmla="*/ 0 w 5089525"/>
              <a:gd name="connsiteY2" fmla="*/ 407670 h 4494529"/>
              <a:gd name="connsiteX3" fmla="*/ 0 w 5089525"/>
              <a:gd name="connsiteY3" fmla="*/ 4086860 h 4494529"/>
              <a:gd name="connsiteX4" fmla="*/ 407670 w 5089525"/>
              <a:gd name="connsiteY4" fmla="*/ 4494530 h 4494529"/>
              <a:gd name="connsiteX5" fmla="*/ 3954780 w 5089525"/>
              <a:gd name="connsiteY5" fmla="*/ 4494530 h 4494529"/>
              <a:gd name="connsiteX6" fmla="*/ 4352290 w 5089525"/>
              <a:gd name="connsiteY6" fmla="*/ 4222750 h 4494529"/>
              <a:gd name="connsiteX7" fmla="*/ 5060950 w 5089525"/>
              <a:gd name="connsiteY7" fmla="*/ 2400300 h 4494529"/>
              <a:gd name="connsiteX8" fmla="*/ 5060950 w 5089525"/>
              <a:gd name="connsiteY8" fmla="*/ 2095500 h 4494529"/>
              <a:gd name="connsiteX9" fmla="*/ 4352290 w 5089525"/>
              <a:gd name="connsiteY9" fmla="*/ 273050 h 4494529"/>
              <a:gd name="connsiteX10" fmla="*/ 3954780 w 5089525"/>
              <a:gd name="connsiteY10" fmla="*/ 1270 h 4494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89525" h="4494529">
                <a:moveTo>
                  <a:pt x="3954780" y="0"/>
                </a:moveTo>
                <a:lnTo>
                  <a:pt x="407670" y="0"/>
                </a:lnTo>
                <a:cubicBezTo>
                  <a:pt x="182880" y="0"/>
                  <a:pt x="0" y="182880"/>
                  <a:pt x="0" y="407670"/>
                </a:cubicBezTo>
                <a:lnTo>
                  <a:pt x="0" y="4086860"/>
                </a:lnTo>
                <a:cubicBezTo>
                  <a:pt x="0" y="4311650"/>
                  <a:pt x="182880" y="4494530"/>
                  <a:pt x="407670" y="4494530"/>
                </a:cubicBezTo>
                <a:lnTo>
                  <a:pt x="3954780" y="4494530"/>
                </a:lnTo>
                <a:cubicBezTo>
                  <a:pt x="4130040" y="4494530"/>
                  <a:pt x="4288790" y="4386580"/>
                  <a:pt x="4352290" y="4222750"/>
                </a:cubicBezTo>
                <a:lnTo>
                  <a:pt x="5060950" y="2400300"/>
                </a:lnTo>
                <a:cubicBezTo>
                  <a:pt x="5099050" y="2302510"/>
                  <a:pt x="5099050" y="2193290"/>
                  <a:pt x="5060950" y="2095500"/>
                </a:cubicBezTo>
                <a:lnTo>
                  <a:pt x="4352290" y="273050"/>
                </a:lnTo>
                <a:cubicBezTo>
                  <a:pt x="4288790" y="109220"/>
                  <a:pt x="4131310" y="1270"/>
                  <a:pt x="3954780" y="1270"/>
                </a:cubicBezTo>
              </a:path>
            </a:pathLst>
          </a:custGeom>
          <a:solidFill>
            <a:srgbClr val="001E60"/>
          </a:solidFill>
          <a:ln w="12700"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3" name="Text Placeholder 2"/>
          <p:cNvSpPr>
            <a:spLocks noGrp="1"/>
          </p:cNvSpPr>
          <p:nvPr>
            <p:ph type="body" idx="1" hasCustomPrompt="1"/>
          </p:nvPr>
        </p:nvSpPr>
        <p:spPr>
          <a:xfrm>
            <a:off x="1499507" y="5244083"/>
            <a:ext cx="3764240" cy="635027"/>
          </a:xfrm>
        </p:spPr>
        <p:txBody>
          <a:bodyPr anchor="t" anchorCtr="0"/>
          <a:lstStyle>
            <a:lvl1pPr marL="0" indent="0">
              <a:lnSpc>
                <a:spcPts val="2600"/>
              </a:lnSpc>
              <a:spcBef>
                <a:spcPts val="0"/>
              </a:spcBef>
              <a:spcAft>
                <a:spcPts val="0"/>
              </a:spcAft>
              <a:buNone/>
              <a:defRPr sz="18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 name="Content Placeholder 3"/>
          <p:cNvSpPr>
            <a:spLocks noGrp="1"/>
          </p:cNvSpPr>
          <p:nvPr>
            <p:ph sz="half" idx="2" hasCustomPrompt="1"/>
          </p:nvPr>
        </p:nvSpPr>
        <p:spPr>
          <a:xfrm>
            <a:off x="1509668" y="5891142"/>
            <a:ext cx="4114800" cy="2882018"/>
          </a:xfrm>
        </p:spPr>
        <p:txBody>
          <a:bodyPr/>
          <a:lstStyle>
            <a:lvl1pPr>
              <a:lnSpc>
                <a:spcPts val="2200"/>
              </a:lnSpc>
              <a:spcAft>
                <a:spcPts val="0"/>
              </a:spcAft>
              <a:defRPr sz="1600">
                <a:solidFill>
                  <a:schemeClr val="bg1"/>
                </a:solidFill>
              </a:defRPr>
            </a:lvl1pPr>
            <a:lvl2pPr marL="465138" indent="-446088">
              <a:lnSpc>
                <a:spcPts val="2200"/>
              </a:lnSpc>
              <a:spcAft>
                <a:spcPts val="0"/>
              </a:spcAft>
              <a:tabLst/>
              <a:defRPr sz="1600">
                <a:solidFill>
                  <a:schemeClr val="bg1"/>
                </a:solidFill>
              </a:defRPr>
            </a:lvl2pPr>
            <a:lvl3pPr marL="915988" indent="-433388">
              <a:lnSpc>
                <a:spcPts val="2200"/>
              </a:lnSpc>
              <a:spcAft>
                <a:spcPts val="0"/>
              </a:spcAft>
              <a:tabLst/>
              <a:defRPr sz="1600">
                <a:solidFill>
                  <a:schemeClr val="bg1"/>
                </a:solidFill>
              </a:defRPr>
            </a:lvl3pPr>
            <a:lvl4pPr marL="1543050" indent="-474663">
              <a:lnSpc>
                <a:spcPts val="2200"/>
              </a:lnSpc>
              <a:spcAft>
                <a:spcPts val="0"/>
              </a:spcAft>
              <a:tabLst/>
              <a:defRPr sz="1600">
                <a:solidFill>
                  <a:schemeClr val="bg1"/>
                </a:solidFill>
              </a:defRPr>
            </a:lvl4pPr>
            <a:lvl5pPr marL="2008188" indent="-457200">
              <a:lnSpc>
                <a:spcPts val="2200"/>
              </a:lnSpc>
              <a:spcAft>
                <a:spcPts val="0"/>
              </a:spcAft>
              <a:tabLst/>
              <a:defRPr sz="16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hasCustomPrompt="1"/>
          </p:nvPr>
        </p:nvSpPr>
        <p:spPr>
          <a:xfrm>
            <a:off x="6178605" y="5244083"/>
            <a:ext cx="3764240" cy="635027"/>
          </a:xfrm>
        </p:spPr>
        <p:txBody>
          <a:bodyPr anchor="t" anchorCtr="0"/>
          <a:lstStyle>
            <a:lvl1pPr marL="0" indent="0">
              <a:lnSpc>
                <a:spcPts val="2600"/>
              </a:lnSpc>
              <a:spcBef>
                <a:spcPts val="0"/>
              </a:spcBef>
              <a:spcAft>
                <a:spcPts val="0"/>
              </a:spcAft>
              <a:buNone/>
              <a:defRPr sz="18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6" name="Content Placeholder 5"/>
          <p:cNvSpPr>
            <a:spLocks noGrp="1"/>
          </p:cNvSpPr>
          <p:nvPr>
            <p:ph sz="quarter" idx="4" hasCustomPrompt="1"/>
          </p:nvPr>
        </p:nvSpPr>
        <p:spPr>
          <a:xfrm>
            <a:off x="6178605" y="5891143"/>
            <a:ext cx="4114800" cy="2882018"/>
          </a:xfrm>
        </p:spPr>
        <p:txBody>
          <a:bodyPr/>
          <a:lstStyle>
            <a:lvl1pPr>
              <a:lnSpc>
                <a:spcPts val="2200"/>
              </a:lnSpc>
              <a:spcAft>
                <a:spcPts val="0"/>
              </a:spcAft>
              <a:defRPr sz="1600">
                <a:solidFill>
                  <a:schemeClr val="bg1"/>
                </a:solidFill>
              </a:defRPr>
            </a:lvl1pPr>
            <a:lvl2pPr marL="465138" indent="-446088">
              <a:lnSpc>
                <a:spcPts val="2200"/>
              </a:lnSpc>
              <a:spcAft>
                <a:spcPts val="0"/>
              </a:spcAft>
              <a:tabLst/>
              <a:defRPr sz="1600">
                <a:solidFill>
                  <a:schemeClr val="bg1"/>
                </a:solidFill>
              </a:defRPr>
            </a:lvl2pPr>
            <a:lvl3pPr marL="979488" indent="-496888">
              <a:lnSpc>
                <a:spcPts val="2200"/>
              </a:lnSpc>
              <a:spcAft>
                <a:spcPts val="0"/>
              </a:spcAft>
              <a:tabLst/>
              <a:defRPr sz="1600">
                <a:solidFill>
                  <a:schemeClr val="bg1"/>
                </a:solidFill>
              </a:defRPr>
            </a:lvl3pPr>
            <a:lvl4pPr marL="1543050" indent="-474663">
              <a:lnSpc>
                <a:spcPts val="2200"/>
              </a:lnSpc>
              <a:spcAft>
                <a:spcPts val="0"/>
              </a:spcAft>
              <a:tabLst/>
              <a:defRPr sz="1600">
                <a:solidFill>
                  <a:schemeClr val="bg1"/>
                </a:solidFill>
              </a:defRPr>
            </a:lvl4pPr>
            <a:lvl5pPr marL="2008188" indent="-457200">
              <a:lnSpc>
                <a:spcPts val="2200"/>
              </a:lnSpc>
              <a:spcAft>
                <a:spcPts val="0"/>
              </a:spcAft>
              <a:tabLst/>
              <a:defRPr sz="1600">
                <a:solidFill>
                  <a:schemeClr val="bg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13" name="Text Placeholder 4">
            <a:extLst>
              <a:ext uri="{FF2B5EF4-FFF2-40B4-BE49-F238E27FC236}">
                <a16:creationId xmlns:a16="http://schemas.microsoft.com/office/drawing/2014/main" id="{448E252E-4556-6C5B-5694-7CCAB80F9767}"/>
              </a:ext>
            </a:extLst>
          </p:cNvPr>
          <p:cNvSpPr>
            <a:spLocks noGrp="1"/>
          </p:cNvSpPr>
          <p:nvPr>
            <p:ph type="body" sz="quarter" idx="19" hasCustomPrompt="1"/>
          </p:nvPr>
        </p:nvSpPr>
        <p:spPr>
          <a:xfrm>
            <a:off x="10688532" y="5244083"/>
            <a:ext cx="3680523" cy="635027"/>
          </a:xfrm>
        </p:spPr>
        <p:txBody>
          <a:bodyPr anchor="t" anchorCtr="0"/>
          <a:lstStyle>
            <a:lvl1pPr marL="0" indent="0">
              <a:lnSpc>
                <a:spcPts val="2600"/>
              </a:lnSpc>
              <a:spcBef>
                <a:spcPts val="0"/>
              </a:spcBef>
              <a:spcAft>
                <a:spcPts val="0"/>
              </a:spcAft>
              <a:buNone/>
              <a:defRPr sz="18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4" name="Content Placeholder 5">
            <a:extLst>
              <a:ext uri="{FF2B5EF4-FFF2-40B4-BE49-F238E27FC236}">
                <a16:creationId xmlns:a16="http://schemas.microsoft.com/office/drawing/2014/main" id="{C98BC574-7658-83B2-6D26-AF0FA42F52CD}"/>
              </a:ext>
            </a:extLst>
          </p:cNvPr>
          <p:cNvSpPr>
            <a:spLocks noGrp="1"/>
          </p:cNvSpPr>
          <p:nvPr>
            <p:ph sz="quarter" idx="20" hasCustomPrompt="1"/>
          </p:nvPr>
        </p:nvSpPr>
        <p:spPr>
          <a:xfrm>
            <a:off x="10688532" y="5891143"/>
            <a:ext cx="4114800" cy="2882018"/>
          </a:xfrm>
        </p:spPr>
        <p:txBody>
          <a:bodyPr/>
          <a:lstStyle>
            <a:lvl1pPr>
              <a:lnSpc>
                <a:spcPts val="2200"/>
              </a:lnSpc>
              <a:spcAft>
                <a:spcPts val="0"/>
              </a:spcAft>
              <a:defRPr sz="1600">
                <a:solidFill>
                  <a:schemeClr val="accent1"/>
                </a:solidFill>
              </a:defRPr>
            </a:lvl1pPr>
            <a:lvl2pPr marL="465138" indent="-446088">
              <a:lnSpc>
                <a:spcPts val="2200"/>
              </a:lnSpc>
              <a:spcAft>
                <a:spcPts val="0"/>
              </a:spcAft>
              <a:tabLst/>
              <a:defRPr sz="1600">
                <a:solidFill>
                  <a:schemeClr val="accent1"/>
                </a:solidFill>
              </a:defRPr>
            </a:lvl2pPr>
            <a:lvl3pPr marL="979488" indent="-496888">
              <a:lnSpc>
                <a:spcPts val="2200"/>
              </a:lnSpc>
              <a:spcAft>
                <a:spcPts val="0"/>
              </a:spcAft>
              <a:tabLst/>
              <a:defRPr sz="1600">
                <a:solidFill>
                  <a:schemeClr val="accent1"/>
                </a:solidFill>
              </a:defRPr>
            </a:lvl3pPr>
            <a:lvl4pPr marL="1543050" indent="-474663">
              <a:lnSpc>
                <a:spcPts val="2200"/>
              </a:lnSpc>
              <a:spcAft>
                <a:spcPts val="0"/>
              </a:spcAft>
              <a:tabLst/>
              <a:defRPr sz="1600">
                <a:solidFill>
                  <a:schemeClr val="accent1"/>
                </a:solidFill>
              </a:defRPr>
            </a:lvl4pPr>
            <a:lvl5pPr marL="2008188" indent="-457200">
              <a:lnSpc>
                <a:spcPts val="2200"/>
              </a:lnSpc>
              <a:spcAft>
                <a:spcPts val="0"/>
              </a:spcAft>
              <a:tabLst/>
              <a:defRPr sz="1600">
                <a:solidFill>
                  <a:schemeClr val="accent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35" name="Text Placeholder 4">
            <a:extLst>
              <a:ext uri="{FF2B5EF4-FFF2-40B4-BE49-F238E27FC236}">
                <a16:creationId xmlns:a16="http://schemas.microsoft.com/office/drawing/2014/main" id="{DE080769-04DA-4B32-E642-465F5B9F05E2}"/>
              </a:ext>
            </a:extLst>
          </p:cNvPr>
          <p:cNvSpPr>
            <a:spLocks noGrp="1"/>
          </p:cNvSpPr>
          <p:nvPr>
            <p:ph type="body" sz="quarter" idx="21" hasCustomPrompt="1"/>
          </p:nvPr>
        </p:nvSpPr>
        <p:spPr>
          <a:xfrm>
            <a:off x="15177607" y="5244083"/>
            <a:ext cx="3669739" cy="635027"/>
          </a:xfrm>
        </p:spPr>
        <p:txBody>
          <a:bodyPr anchor="t" anchorCtr="0"/>
          <a:lstStyle>
            <a:lvl1pPr marL="0" indent="0">
              <a:lnSpc>
                <a:spcPts val="2600"/>
              </a:lnSpc>
              <a:spcBef>
                <a:spcPts val="0"/>
              </a:spcBef>
              <a:spcAft>
                <a:spcPts val="0"/>
              </a:spcAft>
              <a:buNone/>
              <a:defRPr sz="18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6" name="Content Placeholder 5">
            <a:extLst>
              <a:ext uri="{FF2B5EF4-FFF2-40B4-BE49-F238E27FC236}">
                <a16:creationId xmlns:a16="http://schemas.microsoft.com/office/drawing/2014/main" id="{DEDB33D3-4FCE-E94C-3607-BD9BC716D668}"/>
              </a:ext>
            </a:extLst>
          </p:cNvPr>
          <p:cNvSpPr>
            <a:spLocks noGrp="1"/>
          </p:cNvSpPr>
          <p:nvPr>
            <p:ph sz="quarter" idx="22" hasCustomPrompt="1"/>
          </p:nvPr>
        </p:nvSpPr>
        <p:spPr>
          <a:xfrm>
            <a:off x="15177607" y="5891143"/>
            <a:ext cx="4114800" cy="2882018"/>
          </a:xfrm>
        </p:spPr>
        <p:txBody>
          <a:bodyPr/>
          <a:lstStyle>
            <a:lvl1pPr>
              <a:lnSpc>
                <a:spcPts val="2200"/>
              </a:lnSpc>
              <a:spcAft>
                <a:spcPts val="0"/>
              </a:spcAft>
              <a:defRPr sz="1600">
                <a:solidFill>
                  <a:schemeClr val="accent1"/>
                </a:solidFill>
              </a:defRPr>
            </a:lvl1pPr>
            <a:lvl2pPr marL="465138" indent="-446088">
              <a:lnSpc>
                <a:spcPts val="2200"/>
              </a:lnSpc>
              <a:spcAft>
                <a:spcPts val="0"/>
              </a:spcAft>
              <a:tabLst/>
              <a:defRPr sz="1600">
                <a:solidFill>
                  <a:schemeClr val="accent1"/>
                </a:solidFill>
              </a:defRPr>
            </a:lvl2pPr>
            <a:lvl3pPr marL="979488" indent="-496888">
              <a:lnSpc>
                <a:spcPts val="2200"/>
              </a:lnSpc>
              <a:spcAft>
                <a:spcPts val="0"/>
              </a:spcAft>
              <a:tabLst/>
              <a:defRPr sz="1600">
                <a:solidFill>
                  <a:schemeClr val="accent1"/>
                </a:solidFill>
              </a:defRPr>
            </a:lvl3pPr>
            <a:lvl4pPr marL="1543050" indent="-474663">
              <a:lnSpc>
                <a:spcPts val="2200"/>
              </a:lnSpc>
              <a:spcAft>
                <a:spcPts val="0"/>
              </a:spcAft>
              <a:tabLst/>
              <a:defRPr sz="1600">
                <a:solidFill>
                  <a:schemeClr val="accent1"/>
                </a:solidFill>
              </a:defRPr>
            </a:lvl4pPr>
            <a:lvl5pPr marL="2008188" indent="-457200">
              <a:lnSpc>
                <a:spcPts val="2200"/>
              </a:lnSpc>
              <a:spcAft>
                <a:spcPts val="0"/>
              </a:spcAft>
              <a:tabLst/>
              <a:defRPr sz="1600">
                <a:solidFill>
                  <a:schemeClr val="accent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21405848" cy="1169989"/>
          </a:xfrm>
        </p:spPr>
        <p:txBody>
          <a:bodyPr/>
          <a:lstStyle/>
          <a:p>
            <a:r>
              <a:rPr lang="en-US"/>
              <a:t>Click to edit title</a:t>
            </a:r>
          </a:p>
        </p:txBody>
      </p:sp>
      <p:sp>
        <p:nvSpPr>
          <p:cNvPr id="41" name="Text Placeholder 4">
            <a:extLst>
              <a:ext uri="{FF2B5EF4-FFF2-40B4-BE49-F238E27FC236}">
                <a16:creationId xmlns:a16="http://schemas.microsoft.com/office/drawing/2014/main" id="{69EE6EB8-D995-338D-FD55-11472A93C5BA}"/>
              </a:ext>
            </a:extLst>
          </p:cNvPr>
          <p:cNvSpPr>
            <a:spLocks noGrp="1"/>
          </p:cNvSpPr>
          <p:nvPr>
            <p:ph type="body" sz="quarter" idx="23" hasCustomPrompt="1"/>
          </p:nvPr>
        </p:nvSpPr>
        <p:spPr>
          <a:xfrm>
            <a:off x="19791393" y="5244083"/>
            <a:ext cx="3669739" cy="635027"/>
          </a:xfrm>
        </p:spPr>
        <p:txBody>
          <a:bodyPr anchor="t" anchorCtr="0"/>
          <a:lstStyle>
            <a:lvl1pPr marL="0" indent="0">
              <a:lnSpc>
                <a:spcPts val="2600"/>
              </a:lnSpc>
              <a:spcBef>
                <a:spcPts val="0"/>
              </a:spcBef>
              <a:spcAft>
                <a:spcPts val="0"/>
              </a:spcAft>
              <a:buNone/>
              <a:defRPr sz="18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2" name="Content Placeholder 5">
            <a:extLst>
              <a:ext uri="{FF2B5EF4-FFF2-40B4-BE49-F238E27FC236}">
                <a16:creationId xmlns:a16="http://schemas.microsoft.com/office/drawing/2014/main" id="{EBAE8F5C-D02E-C6F3-5458-BC36322DC0F5}"/>
              </a:ext>
            </a:extLst>
          </p:cNvPr>
          <p:cNvSpPr>
            <a:spLocks noGrp="1"/>
          </p:cNvSpPr>
          <p:nvPr>
            <p:ph sz="quarter" idx="24" hasCustomPrompt="1"/>
          </p:nvPr>
        </p:nvSpPr>
        <p:spPr>
          <a:xfrm>
            <a:off x="19791393" y="5891143"/>
            <a:ext cx="4114800" cy="2882018"/>
          </a:xfrm>
        </p:spPr>
        <p:txBody>
          <a:bodyPr/>
          <a:lstStyle>
            <a:lvl1pPr>
              <a:lnSpc>
                <a:spcPts val="2200"/>
              </a:lnSpc>
              <a:spcAft>
                <a:spcPts val="0"/>
              </a:spcAft>
              <a:defRPr sz="1600">
                <a:solidFill>
                  <a:schemeClr val="accent1"/>
                </a:solidFill>
              </a:defRPr>
            </a:lvl1pPr>
            <a:lvl2pPr marL="465138" indent="-446088">
              <a:lnSpc>
                <a:spcPts val="2200"/>
              </a:lnSpc>
              <a:spcAft>
                <a:spcPts val="0"/>
              </a:spcAft>
              <a:tabLst/>
              <a:defRPr sz="1600">
                <a:solidFill>
                  <a:schemeClr val="accent1"/>
                </a:solidFill>
              </a:defRPr>
            </a:lvl2pPr>
            <a:lvl3pPr marL="979488" indent="-496888">
              <a:lnSpc>
                <a:spcPts val="2200"/>
              </a:lnSpc>
              <a:spcAft>
                <a:spcPts val="0"/>
              </a:spcAft>
              <a:tabLst/>
              <a:defRPr sz="1600">
                <a:solidFill>
                  <a:schemeClr val="accent1"/>
                </a:solidFill>
              </a:defRPr>
            </a:lvl3pPr>
            <a:lvl4pPr marL="1543050" indent="-474663">
              <a:lnSpc>
                <a:spcPts val="2200"/>
              </a:lnSpc>
              <a:spcAft>
                <a:spcPts val="0"/>
              </a:spcAft>
              <a:tabLst/>
              <a:defRPr sz="1600">
                <a:solidFill>
                  <a:schemeClr val="accent1"/>
                </a:solidFill>
              </a:defRPr>
            </a:lvl4pPr>
            <a:lvl5pPr marL="2008188" indent="-457200">
              <a:lnSpc>
                <a:spcPts val="2200"/>
              </a:lnSpc>
              <a:spcAft>
                <a:spcPts val="0"/>
              </a:spcAft>
              <a:tabLst/>
              <a:defRPr sz="1600">
                <a:solidFill>
                  <a:schemeClr val="accent1"/>
                </a:solidFill>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5364056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From To Graphic">
    <p:spTree>
      <p:nvGrpSpPr>
        <p:cNvPr id="1" name=""/>
        <p:cNvGrpSpPr/>
        <p:nvPr/>
      </p:nvGrpSpPr>
      <p:grpSpPr>
        <a:xfrm>
          <a:off x="0" y="0"/>
          <a:ext cx="0" cy="0"/>
          <a:chOff x="0" y="0"/>
          <a:chExt cx="0" cy="0"/>
        </a:xfrm>
      </p:grpSpPr>
      <p:sp>
        <p:nvSpPr>
          <p:cNvPr id="31" name="Freeform 30">
            <a:extLst>
              <a:ext uri="{FF2B5EF4-FFF2-40B4-BE49-F238E27FC236}">
                <a16:creationId xmlns:a16="http://schemas.microsoft.com/office/drawing/2014/main" id="{5CB74FF3-9002-4333-D4BE-C66B2A6825E0}"/>
              </a:ext>
            </a:extLst>
          </p:cNvPr>
          <p:cNvSpPr/>
          <p:nvPr/>
        </p:nvSpPr>
        <p:spPr>
          <a:xfrm>
            <a:off x="8469962" y="5795111"/>
            <a:ext cx="15220794" cy="1198567"/>
          </a:xfrm>
          <a:custGeom>
            <a:avLst/>
            <a:gdLst>
              <a:gd name="connsiteX0" fmla="*/ 14966861 w 15220794"/>
              <a:gd name="connsiteY0" fmla="*/ 0 h 1198567"/>
              <a:gd name="connsiteX1" fmla="*/ 15220795 w 15220794"/>
              <a:gd name="connsiteY1" fmla="*/ 253934 h 1198567"/>
              <a:gd name="connsiteX2" fmla="*/ 15220795 w 15220794"/>
              <a:gd name="connsiteY2" fmla="*/ 944634 h 1198567"/>
              <a:gd name="connsiteX3" fmla="*/ 14966861 w 15220794"/>
              <a:gd name="connsiteY3" fmla="*/ 1198568 h 1198567"/>
              <a:gd name="connsiteX4" fmla="*/ 253934 w 15220794"/>
              <a:gd name="connsiteY4" fmla="*/ 1198568 h 1198567"/>
              <a:gd name="connsiteX5" fmla="*/ 0 w 15220794"/>
              <a:gd name="connsiteY5" fmla="*/ 944634 h 1198567"/>
              <a:gd name="connsiteX6" fmla="*/ 0 w 15220794"/>
              <a:gd name="connsiteY6" fmla="*/ 253934 h 1198567"/>
              <a:gd name="connsiteX7" fmla="*/ 253934 w 15220794"/>
              <a:gd name="connsiteY7" fmla="*/ 0 h 119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20794" h="1198567">
                <a:moveTo>
                  <a:pt x="14966861" y="0"/>
                </a:moveTo>
                <a:cubicBezTo>
                  <a:pt x="15107104" y="0"/>
                  <a:pt x="15220795" y="113690"/>
                  <a:pt x="15220795" y="253934"/>
                </a:cubicBezTo>
                <a:lnTo>
                  <a:pt x="15220795" y="944634"/>
                </a:lnTo>
                <a:cubicBezTo>
                  <a:pt x="15220795" y="1084877"/>
                  <a:pt x="15107104" y="1198568"/>
                  <a:pt x="14966861" y="1198568"/>
                </a:cubicBezTo>
                <a:lnTo>
                  <a:pt x="253934" y="1198568"/>
                </a:lnTo>
                <a:cubicBezTo>
                  <a:pt x="113690" y="1198568"/>
                  <a:pt x="0" y="1084877"/>
                  <a:pt x="0" y="944634"/>
                </a:cubicBezTo>
                <a:lnTo>
                  <a:pt x="0" y="253934"/>
                </a:lnTo>
                <a:cubicBezTo>
                  <a:pt x="0" y="113690"/>
                  <a:pt x="113690" y="0"/>
                  <a:pt x="253934" y="0"/>
                </a:cubicBezTo>
                <a:close/>
              </a:path>
            </a:pathLst>
          </a:custGeom>
          <a:solidFill>
            <a:schemeClr val="accent2"/>
          </a:solidFill>
          <a:ln w="1269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42C970FF-FE6E-1BE4-2049-D80C116D1CA4}"/>
              </a:ext>
            </a:extLst>
          </p:cNvPr>
          <p:cNvSpPr/>
          <p:nvPr/>
        </p:nvSpPr>
        <p:spPr>
          <a:xfrm>
            <a:off x="8469962" y="4393397"/>
            <a:ext cx="15220794" cy="1198567"/>
          </a:xfrm>
          <a:custGeom>
            <a:avLst/>
            <a:gdLst>
              <a:gd name="connsiteX0" fmla="*/ 14966861 w 15220794"/>
              <a:gd name="connsiteY0" fmla="*/ 0 h 1198567"/>
              <a:gd name="connsiteX1" fmla="*/ 15220795 w 15220794"/>
              <a:gd name="connsiteY1" fmla="*/ 253934 h 1198567"/>
              <a:gd name="connsiteX2" fmla="*/ 15220795 w 15220794"/>
              <a:gd name="connsiteY2" fmla="*/ 944634 h 1198567"/>
              <a:gd name="connsiteX3" fmla="*/ 14966861 w 15220794"/>
              <a:gd name="connsiteY3" fmla="*/ 1198568 h 1198567"/>
              <a:gd name="connsiteX4" fmla="*/ 253934 w 15220794"/>
              <a:gd name="connsiteY4" fmla="*/ 1198568 h 1198567"/>
              <a:gd name="connsiteX5" fmla="*/ 0 w 15220794"/>
              <a:gd name="connsiteY5" fmla="*/ 944634 h 1198567"/>
              <a:gd name="connsiteX6" fmla="*/ 0 w 15220794"/>
              <a:gd name="connsiteY6" fmla="*/ 253934 h 1198567"/>
              <a:gd name="connsiteX7" fmla="*/ 253934 w 15220794"/>
              <a:gd name="connsiteY7" fmla="*/ 0 h 119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20794" h="1198567">
                <a:moveTo>
                  <a:pt x="14966861" y="0"/>
                </a:moveTo>
                <a:cubicBezTo>
                  <a:pt x="15107104" y="0"/>
                  <a:pt x="15220795" y="113690"/>
                  <a:pt x="15220795" y="253934"/>
                </a:cubicBezTo>
                <a:lnTo>
                  <a:pt x="15220795" y="944634"/>
                </a:lnTo>
                <a:cubicBezTo>
                  <a:pt x="15220795" y="1084878"/>
                  <a:pt x="15107104" y="1198568"/>
                  <a:pt x="14966861" y="1198568"/>
                </a:cubicBezTo>
                <a:lnTo>
                  <a:pt x="253934" y="1198568"/>
                </a:lnTo>
                <a:cubicBezTo>
                  <a:pt x="113690" y="1198568"/>
                  <a:pt x="0" y="1084878"/>
                  <a:pt x="0" y="944634"/>
                </a:cubicBezTo>
                <a:lnTo>
                  <a:pt x="0" y="253934"/>
                </a:lnTo>
                <a:cubicBezTo>
                  <a:pt x="0" y="113690"/>
                  <a:pt x="113690" y="0"/>
                  <a:pt x="253934" y="0"/>
                </a:cubicBezTo>
                <a:close/>
              </a:path>
            </a:pathLst>
          </a:custGeom>
          <a:solidFill>
            <a:schemeClr val="accent2"/>
          </a:solidFill>
          <a:ln w="1269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94744CE2-9338-D5AA-9EF9-54EB71B06CAE}"/>
              </a:ext>
            </a:extLst>
          </p:cNvPr>
          <p:cNvSpPr/>
          <p:nvPr/>
        </p:nvSpPr>
        <p:spPr>
          <a:xfrm>
            <a:off x="8469962" y="7196826"/>
            <a:ext cx="15220794" cy="1198567"/>
          </a:xfrm>
          <a:custGeom>
            <a:avLst/>
            <a:gdLst>
              <a:gd name="connsiteX0" fmla="*/ 14966861 w 15220794"/>
              <a:gd name="connsiteY0" fmla="*/ 0 h 1198567"/>
              <a:gd name="connsiteX1" fmla="*/ 15220795 w 15220794"/>
              <a:gd name="connsiteY1" fmla="*/ 253934 h 1198567"/>
              <a:gd name="connsiteX2" fmla="*/ 15220795 w 15220794"/>
              <a:gd name="connsiteY2" fmla="*/ 944634 h 1198567"/>
              <a:gd name="connsiteX3" fmla="*/ 14966861 w 15220794"/>
              <a:gd name="connsiteY3" fmla="*/ 1198568 h 1198567"/>
              <a:gd name="connsiteX4" fmla="*/ 253934 w 15220794"/>
              <a:gd name="connsiteY4" fmla="*/ 1198568 h 1198567"/>
              <a:gd name="connsiteX5" fmla="*/ 0 w 15220794"/>
              <a:gd name="connsiteY5" fmla="*/ 944634 h 1198567"/>
              <a:gd name="connsiteX6" fmla="*/ 0 w 15220794"/>
              <a:gd name="connsiteY6" fmla="*/ 253934 h 1198567"/>
              <a:gd name="connsiteX7" fmla="*/ 253934 w 15220794"/>
              <a:gd name="connsiteY7" fmla="*/ 1 h 119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20794" h="1198567">
                <a:moveTo>
                  <a:pt x="14966861" y="0"/>
                </a:moveTo>
                <a:cubicBezTo>
                  <a:pt x="15107104" y="0"/>
                  <a:pt x="15220795" y="113690"/>
                  <a:pt x="15220795" y="253934"/>
                </a:cubicBezTo>
                <a:lnTo>
                  <a:pt x="15220795" y="944634"/>
                </a:lnTo>
                <a:cubicBezTo>
                  <a:pt x="15220795" y="1084879"/>
                  <a:pt x="15107104" y="1198568"/>
                  <a:pt x="14966861" y="1198568"/>
                </a:cubicBezTo>
                <a:lnTo>
                  <a:pt x="253934" y="1198568"/>
                </a:lnTo>
                <a:cubicBezTo>
                  <a:pt x="113690" y="1198568"/>
                  <a:pt x="0" y="1084879"/>
                  <a:pt x="0" y="944634"/>
                </a:cubicBezTo>
                <a:lnTo>
                  <a:pt x="0" y="253934"/>
                </a:lnTo>
                <a:cubicBezTo>
                  <a:pt x="0" y="113691"/>
                  <a:pt x="113690" y="1"/>
                  <a:pt x="253934" y="1"/>
                </a:cubicBezTo>
                <a:close/>
              </a:path>
            </a:pathLst>
          </a:custGeom>
          <a:solidFill>
            <a:schemeClr val="accent2"/>
          </a:solidFill>
          <a:ln w="12695" cap="flat">
            <a:noFill/>
            <a:prstDash val="solid"/>
            <a:miter/>
          </a:ln>
        </p:spPr>
        <p:txBody>
          <a:bodyPr rtlCol="0" anchor="ctr"/>
          <a:lstStyle/>
          <a:p>
            <a:endParaRPr lang="en-US"/>
          </a:p>
        </p:txBody>
      </p:sp>
      <p:sp>
        <p:nvSpPr>
          <p:cNvPr id="34" name="Freeform 33">
            <a:extLst>
              <a:ext uri="{FF2B5EF4-FFF2-40B4-BE49-F238E27FC236}">
                <a16:creationId xmlns:a16="http://schemas.microsoft.com/office/drawing/2014/main" id="{DE796187-79D1-5543-B553-4D7307EBE423}"/>
              </a:ext>
            </a:extLst>
          </p:cNvPr>
          <p:cNvSpPr/>
          <p:nvPr/>
        </p:nvSpPr>
        <p:spPr>
          <a:xfrm>
            <a:off x="8469962" y="8598541"/>
            <a:ext cx="15220794" cy="1198567"/>
          </a:xfrm>
          <a:custGeom>
            <a:avLst/>
            <a:gdLst>
              <a:gd name="connsiteX0" fmla="*/ 14966861 w 15220794"/>
              <a:gd name="connsiteY0" fmla="*/ 0 h 1198567"/>
              <a:gd name="connsiteX1" fmla="*/ 15220795 w 15220794"/>
              <a:gd name="connsiteY1" fmla="*/ 253934 h 1198567"/>
              <a:gd name="connsiteX2" fmla="*/ 15220795 w 15220794"/>
              <a:gd name="connsiteY2" fmla="*/ 944634 h 1198567"/>
              <a:gd name="connsiteX3" fmla="*/ 14966861 w 15220794"/>
              <a:gd name="connsiteY3" fmla="*/ 1198568 h 1198567"/>
              <a:gd name="connsiteX4" fmla="*/ 253934 w 15220794"/>
              <a:gd name="connsiteY4" fmla="*/ 1198568 h 1198567"/>
              <a:gd name="connsiteX5" fmla="*/ 0 w 15220794"/>
              <a:gd name="connsiteY5" fmla="*/ 944634 h 1198567"/>
              <a:gd name="connsiteX6" fmla="*/ 0 w 15220794"/>
              <a:gd name="connsiteY6" fmla="*/ 253934 h 1198567"/>
              <a:gd name="connsiteX7" fmla="*/ 253934 w 15220794"/>
              <a:gd name="connsiteY7" fmla="*/ 0 h 119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20794" h="1198567">
                <a:moveTo>
                  <a:pt x="14966861" y="0"/>
                </a:moveTo>
                <a:cubicBezTo>
                  <a:pt x="15107104" y="0"/>
                  <a:pt x="15220795" y="113689"/>
                  <a:pt x="15220795" y="253934"/>
                </a:cubicBezTo>
                <a:lnTo>
                  <a:pt x="15220795" y="944634"/>
                </a:lnTo>
                <a:cubicBezTo>
                  <a:pt x="15220795" y="1084878"/>
                  <a:pt x="15107104" y="1198568"/>
                  <a:pt x="14966861" y="1198568"/>
                </a:cubicBezTo>
                <a:lnTo>
                  <a:pt x="253934" y="1198568"/>
                </a:lnTo>
                <a:cubicBezTo>
                  <a:pt x="113690" y="1198568"/>
                  <a:pt x="0" y="1084878"/>
                  <a:pt x="0" y="944634"/>
                </a:cubicBezTo>
                <a:lnTo>
                  <a:pt x="0" y="253934"/>
                </a:lnTo>
                <a:cubicBezTo>
                  <a:pt x="0" y="113689"/>
                  <a:pt x="113690" y="0"/>
                  <a:pt x="253934" y="0"/>
                </a:cubicBezTo>
                <a:close/>
              </a:path>
            </a:pathLst>
          </a:custGeom>
          <a:solidFill>
            <a:schemeClr val="accent2"/>
          </a:solidFill>
          <a:ln w="12695" cap="flat">
            <a:noFill/>
            <a:prstDash val="solid"/>
            <a:miter/>
          </a:ln>
        </p:spPr>
        <p:txBody>
          <a:bodyPr rtlCol="0" anchor="ctr"/>
          <a:lstStyle/>
          <a:p>
            <a:endParaRPr lang="en-US"/>
          </a:p>
        </p:txBody>
      </p:sp>
      <p:sp>
        <p:nvSpPr>
          <p:cNvPr id="37" name="Freeform 36">
            <a:extLst>
              <a:ext uri="{FF2B5EF4-FFF2-40B4-BE49-F238E27FC236}">
                <a16:creationId xmlns:a16="http://schemas.microsoft.com/office/drawing/2014/main" id="{AC38AA1E-3197-C3B9-7EE4-BDE2B81FFB8D}"/>
              </a:ext>
            </a:extLst>
          </p:cNvPr>
          <p:cNvSpPr/>
          <p:nvPr/>
        </p:nvSpPr>
        <p:spPr>
          <a:xfrm>
            <a:off x="8469962" y="9998986"/>
            <a:ext cx="15220794" cy="1198567"/>
          </a:xfrm>
          <a:custGeom>
            <a:avLst/>
            <a:gdLst>
              <a:gd name="connsiteX0" fmla="*/ 14966861 w 15220794"/>
              <a:gd name="connsiteY0" fmla="*/ 0 h 1198567"/>
              <a:gd name="connsiteX1" fmla="*/ 15220795 w 15220794"/>
              <a:gd name="connsiteY1" fmla="*/ 253934 h 1198567"/>
              <a:gd name="connsiteX2" fmla="*/ 15220795 w 15220794"/>
              <a:gd name="connsiteY2" fmla="*/ 944635 h 1198567"/>
              <a:gd name="connsiteX3" fmla="*/ 14966861 w 15220794"/>
              <a:gd name="connsiteY3" fmla="*/ 1198568 h 1198567"/>
              <a:gd name="connsiteX4" fmla="*/ 253934 w 15220794"/>
              <a:gd name="connsiteY4" fmla="*/ 1198568 h 1198567"/>
              <a:gd name="connsiteX5" fmla="*/ 0 w 15220794"/>
              <a:gd name="connsiteY5" fmla="*/ 944635 h 1198567"/>
              <a:gd name="connsiteX6" fmla="*/ 0 w 15220794"/>
              <a:gd name="connsiteY6" fmla="*/ 253934 h 1198567"/>
              <a:gd name="connsiteX7" fmla="*/ 253934 w 15220794"/>
              <a:gd name="connsiteY7" fmla="*/ 0 h 119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20794" h="1198567">
                <a:moveTo>
                  <a:pt x="14966861" y="0"/>
                </a:moveTo>
                <a:cubicBezTo>
                  <a:pt x="15107104" y="0"/>
                  <a:pt x="15220795" y="113690"/>
                  <a:pt x="15220795" y="253934"/>
                </a:cubicBezTo>
                <a:lnTo>
                  <a:pt x="15220795" y="944635"/>
                </a:lnTo>
                <a:cubicBezTo>
                  <a:pt x="15220795" y="1084879"/>
                  <a:pt x="15107104" y="1198568"/>
                  <a:pt x="14966861" y="1198568"/>
                </a:cubicBezTo>
                <a:lnTo>
                  <a:pt x="253934" y="1198568"/>
                </a:lnTo>
                <a:cubicBezTo>
                  <a:pt x="113690" y="1198568"/>
                  <a:pt x="0" y="1084879"/>
                  <a:pt x="0" y="944635"/>
                </a:cubicBezTo>
                <a:lnTo>
                  <a:pt x="0" y="253934"/>
                </a:lnTo>
                <a:cubicBezTo>
                  <a:pt x="0" y="113690"/>
                  <a:pt x="113690" y="0"/>
                  <a:pt x="253934" y="0"/>
                </a:cubicBezTo>
                <a:close/>
              </a:path>
            </a:pathLst>
          </a:custGeom>
          <a:solidFill>
            <a:schemeClr val="accent2"/>
          </a:solidFill>
          <a:ln w="12695" cap="flat">
            <a:noFill/>
            <a:prstDash val="solid"/>
            <a:miter/>
          </a:ln>
        </p:spPr>
        <p:txBody>
          <a:bodyPr rtlCol="0" anchor="ctr"/>
          <a:lstStyle/>
          <a:p>
            <a:endParaRPr lang="en-US"/>
          </a:p>
        </p:txBody>
      </p:sp>
      <p:sp>
        <p:nvSpPr>
          <p:cNvPr id="38" name="Freeform 37">
            <a:extLst>
              <a:ext uri="{FF2B5EF4-FFF2-40B4-BE49-F238E27FC236}">
                <a16:creationId xmlns:a16="http://schemas.microsoft.com/office/drawing/2014/main" id="{E86581D1-4A47-8E7E-A502-B4D8242B833B}"/>
              </a:ext>
            </a:extLst>
          </p:cNvPr>
          <p:cNvSpPr/>
          <p:nvPr/>
        </p:nvSpPr>
        <p:spPr>
          <a:xfrm>
            <a:off x="8469962" y="11400701"/>
            <a:ext cx="15220794" cy="1198567"/>
          </a:xfrm>
          <a:custGeom>
            <a:avLst/>
            <a:gdLst>
              <a:gd name="connsiteX0" fmla="*/ 14966861 w 15220794"/>
              <a:gd name="connsiteY0" fmla="*/ 0 h 1198567"/>
              <a:gd name="connsiteX1" fmla="*/ 15220795 w 15220794"/>
              <a:gd name="connsiteY1" fmla="*/ 253934 h 1198567"/>
              <a:gd name="connsiteX2" fmla="*/ 15220795 w 15220794"/>
              <a:gd name="connsiteY2" fmla="*/ 944634 h 1198567"/>
              <a:gd name="connsiteX3" fmla="*/ 14966861 w 15220794"/>
              <a:gd name="connsiteY3" fmla="*/ 1198568 h 1198567"/>
              <a:gd name="connsiteX4" fmla="*/ 253934 w 15220794"/>
              <a:gd name="connsiteY4" fmla="*/ 1198568 h 1198567"/>
              <a:gd name="connsiteX5" fmla="*/ 0 w 15220794"/>
              <a:gd name="connsiteY5" fmla="*/ 944634 h 1198567"/>
              <a:gd name="connsiteX6" fmla="*/ 0 w 15220794"/>
              <a:gd name="connsiteY6" fmla="*/ 253934 h 1198567"/>
              <a:gd name="connsiteX7" fmla="*/ 253934 w 15220794"/>
              <a:gd name="connsiteY7" fmla="*/ 0 h 119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220794" h="1198567">
                <a:moveTo>
                  <a:pt x="14966861" y="0"/>
                </a:moveTo>
                <a:cubicBezTo>
                  <a:pt x="15107104" y="0"/>
                  <a:pt x="15220795" y="113690"/>
                  <a:pt x="15220795" y="253934"/>
                </a:cubicBezTo>
                <a:lnTo>
                  <a:pt x="15220795" y="944634"/>
                </a:lnTo>
                <a:cubicBezTo>
                  <a:pt x="15220795" y="1084878"/>
                  <a:pt x="15107104" y="1198568"/>
                  <a:pt x="14966861" y="1198568"/>
                </a:cubicBezTo>
                <a:lnTo>
                  <a:pt x="253934" y="1198568"/>
                </a:lnTo>
                <a:cubicBezTo>
                  <a:pt x="113690" y="1198568"/>
                  <a:pt x="0" y="1084878"/>
                  <a:pt x="0" y="944634"/>
                </a:cubicBezTo>
                <a:lnTo>
                  <a:pt x="0" y="253934"/>
                </a:lnTo>
                <a:cubicBezTo>
                  <a:pt x="0" y="113690"/>
                  <a:pt x="113690" y="0"/>
                  <a:pt x="253934" y="0"/>
                </a:cubicBezTo>
                <a:close/>
              </a:path>
            </a:pathLst>
          </a:custGeom>
          <a:solidFill>
            <a:schemeClr val="accent2"/>
          </a:solidFill>
          <a:ln w="12695" cap="flat">
            <a:noFill/>
            <a:prstDash val="solid"/>
            <a:miter/>
          </a:ln>
        </p:spPr>
        <p:txBody>
          <a:bodyPr rtlCol="0" anchor="ctr"/>
          <a:lstStyle/>
          <a:p>
            <a:endParaRPr lang="en-US"/>
          </a:p>
        </p:txBody>
      </p:sp>
      <p:sp>
        <p:nvSpPr>
          <p:cNvPr id="39" name="Freeform 38">
            <a:extLst>
              <a:ext uri="{FF2B5EF4-FFF2-40B4-BE49-F238E27FC236}">
                <a16:creationId xmlns:a16="http://schemas.microsoft.com/office/drawing/2014/main" id="{970BACE7-DD06-0F3C-21D0-AE43F3C43028}"/>
              </a:ext>
            </a:extLst>
          </p:cNvPr>
          <p:cNvSpPr/>
          <p:nvPr/>
        </p:nvSpPr>
        <p:spPr>
          <a:xfrm>
            <a:off x="688159" y="4393396"/>
            <a:ext cx="7437404" cy="1198567"/>
          </a:xfrm>
          <a:custGeom>
            <a:avLst/>
            <a:gdLst>
              <a:gd name="connsiteX0" fmla="*/ 7397093 w 7437404"/>
              <a:gd name="connsiteY0" fmla="*/ 514216 h 1198567"/>
              <a:gd name="connsiteX1" fmla="*/ 6923506 w 7437404"/>
              <a:gd name="connsiteY1" fmla="*/ 85068 h 1198567"/>
              <a:gd name="connsiteX2" fmla="*/ 6702584 w 7437404"/>
              <a:gd name="connsiteY2" fmla="*/ 0 h 1198567"/>
              <a:gd name="connsiteX3" fmla="*/ 1722941 w 7437404"/>
              <a:gd name="connsiteY3" fmla="*/ 0 h 1198567"/>
              <a:gd name="connsiteX4" fmla="*/ 1722941 w 7437404"/>
              <a:gd name="connsiteY4" fmla="*/ 0 h 1198567"/>
              <a:gd name="connsiteX5" fmla="*/ 253934 w 7437404"/>
              <a:gd name="connsiteY5" fmla="*/ 0 h 1198567"/>
              <a:gd name="connsiteX6" fmla="*/ 0 w 7437404"/>
              <a:gd name="connsiteY6" fmla="*/ 253934 h 1198567"/>
              <a:gd name="connsiteX7" fmla="*/ 0 w 7437404"/>
              <a:gd name="connsiteY7" fmla="*/ 944634 h 1198567"/>
              <a:gd name="connsiteX8" fmla="*/ 253934 w 7437404"/>
              <a:gd name="connsiteY8" fmla="*/ 1198568 h 1198567"/>
              <a:gd name="connsiteX9" fmla="*/ 1724211 w 7437404"/>
              <a:gd name="connsiteY9" fmla="*/ 1198568 h 1198567"/>
              <a:gd name="connsiteX10" fmla="*/ 1724211 w 7437404"/>
              <a:gd name="connsiteY10" fmla="*/ 1198568 h 1198567"/>
              <a:gd name="connsiteX11" fmla="*/ 6703854 w 7437404"/>
              <a:gd name="connsiteY11" fmla="*/ 1198568 h 1198567"/>
              <a:gd name="connsiteX12" fmla="*/ 6924776 w 7437404"/>
              <a:gd name="connsiteY12" fmla="*/ 1113500 h 1198567"/>
              <a:gd name="connsiteX13" fmla="*/ 7398363 w 7437404"/>
              <a:gd name="connsiteY13" fmla="*/ 684352 h 1198567"/>
              <a:gd name="connsiteX14" fmla="*/ 7398363 w 7437404"/>
              <a:gd name="connsiteY14" fmla="*/ 514216 h 119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7404" h="1198567">
                <a:moveTo>
                  <a:pt x="7397093" y="514216"/>
                </a:moveTo>
                <a:lnTo>
                  <a:pt x="6923506" y="85068"/>
                </a:lnTo>
                <a:cubicBezTo>
                  <a:pt x="6871450" y="38090"/>
                  <a:pt x="6772416" y="0"/>
                  <a:pt x="6702584" y="0"/>
                </a:cubicBezTo>
                <a:lnTo>
                  <a:pt x="1722941" y="0"/>
                </a:lnTo>
                <a:cubicBezTo>
                  <a:pt x="1722941" y="0"/>
                  <a:pt x="1722941" y="0"/>
                  <a:pt x="1722941" y="0"/>
                </a:cubicBezTo>
                <a:lnTo>
                  <a:pt x="253934" y="0"/>
                </a:lnTo>
                <a:cubicBezTo>
                  <a:pt x="114270" y="0"/>
                  <a:pt x="0" y="114270"/>
                  <a:pt x="0" y="253934"/>
                </a:cubicBezTo>
                <a:lnTo>
                  <a:pt x="0" y="944634"/>
                </a:lnTo>
                <a:cubicBezTo>
                  <a:pt x="0" y="1084298"/>
                  <a:pt x="114270" y="1198568"/>
                  <a:pt x="253934" y="1198568"/>
                </a:cubicBezTo>
                <a:lnTo>
                  <a:pt x="1724211" y="1198568"/>
                </a:lnTo>
                <a:cubicBezTo>
                  <a:pt x="1724211" y="1198568"/>
                  <a:pt x="1724211" y="1198568"/>
                  <a:pt x="1724211" y="1198568"/>
                </a:cubicBezTo>
                <a:lnTo>
                  <a:pt x="6703854" y="1198568"/>
                </a:lnTo>
                <a:cubicBezTo>
                  <a:pt x="6773686" y="1198568"/>
                  <a:pt x="6872720" y="1160478"/>
                  <a:pt x="6924776" y="1113500"/>
                </a:cubicBezTo>
                <a:lnTo>
                  <a:pt x="7398363" y="684352"/>
                </a:lnTo>
                <a:cubicBezTo>
                  <a:pt x="7450419" y="637374"/>
                  <a:pt x="7450419" y="561194"/>
                  <a:pt x="7398363" y="514216"/>
                </a:cubicBezTo>
                <a:close/>
              </a:path>
            </a:pathLst>
          </a:custGeom>
          <a:solidFill>
            <a:srgbClr val="001E60"/>
          </a:solidFill>
          <a:ln w="12695" cap="flat">
            <a:noFill/>
            <a:prstDash val="solid"/>
            <a:miter/>
          </a:ln>
        </p:spPr>
        <p:txBody>
          <a:bodyPr rtlCol="0" anchor="ctr"/>
          <a:lstStyle/>
          <a:p>
            <a:endParaRPr lang="en-US"/>
          </a:p>
        </p:txBody>
      </p:sp>
      <p:sp>
        <p:nvSpPr>
          <p:cNvPr id="43" name="Freeform 42">
            <a:extLst>
              <a:ext uri="{FF2B5EF4-FFF2-40B4-BE49-F238E27FC236}">
                <a16:creationId xmlns:a16="http://schemas.microsoft.com/office/drawing/2014/main" id="{3EF4DDA8-6800-A316-62E6-CF5C760C8B4C}"/>
              </a:ext>
            </a:extLst>
          </p:cNvPr>
          <p:cNvSpPr/>
          <p:nvPr/>
        </p:nvSpPr>
        <p:spPr>
          <a:xfrm>
            <a:off x="688159" y="7196826"/>
            <a:ext cx="7437404" cy="1198567"/>
          </a:xfrm>
          <a:custGeom>
            <a:avLst/>
            <a:gdLst>
              <a:gd name="connsiteX0" fmla="*/ 7397093 w 7437404"/>
              <a:gd name="connsiteY0" fmla="*/ 514216 h 1198567"/>
              <a:gd name="connsiteX1" fmla="*/ 6923506 w 7437404"/>
              <a:gd name="connsiteY1" fmla="*/ 85068 h 1198567"/>
              <a:gd name="connsiteX2" fmla="*/ 6702584 w 7437404"/>
              <a:gd name="connsiteY2" fmla="*/ 0 h 1198567"/>
              <a:gd name="connsiteX3" fmla="*/ 1722941 w 7437404"/>
              <a:gd name="connsiteY3" fmla="*/ 0 h 1198567"/>
              <a:gd name="connsiteX4" fmla="*/ 1722941 w 7437404"/>
              <a:gd name="connsiteY4" fmla="*/ 0 h 1198567"/>
              <a:gd name="connsiteX5" fmla="*/ 253934 w 7437404"/>
              <a:gd name="connsiteY5" fmla="*/ 0 h 1198567"/>
              <a:gd name="connsiteX6" fmla="*/ 0 w 7437404"/>
              <a:gd name="connsiteY6" fmla="*/ 253934 h 1198567"/>
              <a:gd name="connsiteX7" fmla="*/ 0 w 7437404"/>
              <a:gd name="connsiteY7" fmla="*/ 944633 h 1198567"/>
              <a:gd name="connsiteX8" fmla="*/ 253934 w 7437404"/>
              <a:gd name="connsiteY8" fmla="*/ 1198567 h 1198567"/>
              <a:gd name="connsiteX9" fmla="*/ 1724211 w 7437404"/>
              <a:gd name="connsiteY9" fmla="*/ 1198567 h 1198567"/>
              <a:gd name="connsiteX10" fmla="*/ 1724211 w 7437404"/>
              <a:gd name="connsiteY10" fmla="*/ 1198567 h 1198567"/>
              <a:gd name="connsiteX11" fmla="*/ 6703854 w 7437404"/>
              <a:gd name="connsiteY11" fmla="*/ 1198567 h 1198567"/>
              <a:gd name="connsiteX12" fmla="*/ 6924776 w 7437404"/>
              <a:gd name="connsiteY12" fmla="*/ 1113500 h 1198567"/>
              <a:gd name="connsiteX13" fmla="*/ 7398363 w 7437404"/>
              <a:gd name="connsiteY13" fmla="*/ 684351 h 1198567"/>
              <a:gd name="connsiteX14" fmla="*/ 7398363 w 7437404"/>
              <a:gd name="connsiteY14" fmla="*/ 514216 h 119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7404" h="1198567">
                <a:moveTo>
                  <a:pt x="7397093" y="514216"/>
                </a:moveTo>
                <a:lnTo>
                  <a:pt x="6923506" y="85068"/>
                </a:lnTo>
                <a:cubicBezTo>
                  <a:pt x="6871450" y="38090"/>
                  <a:pt x="6772416" y="0"/>
                  <a:pt x="6702584" y="0"/>
                </a:cubicBezTo>
                <a:lnTo>
                  <a:pt x="1722941" y="0"/>
                </a:lnTo>
                <a:cubicBezTo>
                  <a:pt x="1722941" y="0"/>
                  <a:pt x="1722941" y="0"/>
                  <a:pt x="1722941" y="0"/>
                </a:cubicBezTo>
                <a:lnTo>
                  <a:pt x="253934" y="0"/>
                </a:lnTo>
                <a:cubicBezTo>
                  <a:pt x="114270" y="0"/>
                  <a:pt x="0" y="114270"/>
                  <a:pt x="0" y="253934"/>
                </a:cubicBezTo>
                <a:lnTo>
                  <a:pt x="0" y="944633"/>
                </a:lnTo>
                <a:cubicBezTo>
                  <a:pt x="0" y="1084297"/>
                  <a:pt x="114270" y="1198567"/>
                  <a:pt x="253934" y="1198567"/>
                </a:cubicBezTo>
                <a:lnTo>
                  <a:pt x="1724211" y="1198567"/>
                </a:lnTo>
                <a:cubicBezTo>
                  <a:pt x="1724211" y="1198567"/>
                  <a:pt x="1724211" y="1198567"/>
                  <a:pt x="1724211" y="1198567"/>
                </a:cubicBezTo>
                <a:lnTo>
                  <a:pt x="6703854" y="1198567"/>
                </a:lnTo>
                <a:cubicBezTo>
                  <a:pt x="6773686" y="1198567"/>
                  <a:pt x="6872720" y="1160477"/>
                  <a:pt x="6924776" y="1113500"/>
                </a:cubicBezTo>
                <a:lnTo>
                  <a:pt x="7398363" y="684351"/>
                </a:lnTo>
                <a:cubicBezTo>
                  <a:pt x="7450419" y="637374"/>
                  <a:pt x="7450419" y="561194"/>
                  <a:pt x="7398363" y="514216"/>
                </a:cubicBezTo>
                <a:close/>
              </a:path>
            </a:pathLst>
          </a:custGeom>
          <a:solidFill>
            <a:srgbClr val="001E60"/>
          </a:solidFill>
          <a:ln w="12695" cap="flat">
            <a:noFill/>
            <a:prstDash val="solid"/>
            <a:miter/>
          </a:ln>
        </p:spPr>
        <p:txBody>
          <a:bodyPr rtlCol="0" anchor="ctr"/>
          <a:lstStyle/>
          <a:p>
            <a:endParaRPr lang="en-US"/>
          </a:p>
        </p:txBody>
      </p:sp>
      <p:sp>
        <p:nvSpPr>
          <p:cNvPr id="44" name="Freeform 43">
            <a:extLst>
              <a:ext uri="{FF2B5EF4-FFF2-40B4-BE49-F238E27FC236}">
                <a16:creationId xmlns:a16="http://schemas.microsoft.com/office/drawing/2014/main" id="{93DE9EAF-103B-E265-D938-15BB4837B499}"/>
              </a:ext>
            </a:extLst>
          </p:cNvPr>
          <p:cNvSpPr/>
          <p:nvPr/>
        </p:nvSpPr>
        <p:spPr>
          <a:xfrm>
            <a:off x="688159" y="9998987"/>
            <a:ext cx="7437404" cy="1198567"/>
          </a:xfrm>
          <a:custGeom>
            <a:avLst/>
            <a:gdLst>
              <a:gd name="connsiteX0" fmla="*/ 7397093 w 7437404"/>
              <a:gd name="connsiteY0" fmla="*/ 514216 h 1198567"/>
              <a:gd name="connsiteX1" fmla="*/ 6923506 w 7437404"/>
              <a:gd name="connsiteY1" fmla="*/ 85067 h 1198567"/>
              <a:gd name="connsiteX2" fmla="*/ 6702584 w 7437404"/>
              <a:gd name="connsiteY2" fmla="*/ 0 h 1198567"/>
              <a:gd name="connsiteX3" fmla="*/ 1722941 w 7437404"/>
              <a:gd name="connsiteY3" fmla="*/ 0 h 1198567"/>
              <a:gd name="connsiteX4" fmla="*/ 1722941 w 7437404"/>
              <a:gd name="connsiteY4" fmla="*/ 0 h 1198567"/>
              <a:gd name="connsiteX5" fmla="*/ 253934 w 7437404"/>
              <a:gd name="connsiteY5" fmla="*/ 0 h 1198567"/>
              <a:gd name="connsiteX6" fmla="*/ 0 w 7437404"/>
              <a:gd name="connsiteY6" fmla="*/ 253934 h 1198567"/>
              <a:gd name="connsiteX7" fmla="*/ 0 w 7437404"/>
              <a:gd name="connsiteY7" fmla="*/ 944633 h 1198567"/>
              <a:gd name="connsiteX8" fmla="*/ 253934 w 7437404"/>
              <a:gd name="connsiteY8" fmla="*/ 1198567 h 1198567"/>
              <a:gd name="connsiteX9" fmla="*/ 1724211 w 7437404"/>
              <a:gd name="connsiteY9" fmla="*/ 1198567 h 1198567"/>
              <a:gd name="connsiteX10" fmla="*/ 1724211 w 7437404"/>
              <a:gd name="connsiteY10" fmla="*/ 1198567 h 1198567"/>
              <a:gd name="connsiteX11" fmla="*/ 6703854 w 7437404"/>
              <a:gd name="connsiteY11" fmla="*/ 1198567 h 1198567"/>
              <a:gd name="connsiteX12" fmla="*/ 6924776 w 7437404"/>
              <a:gd name="connsiteY12" fmla="*/ 1113499 h 1198567"/>
              <a:gd name="connsiteX13" fmla="*/ 7398363 w 7437404"/>
              <a:gd name="connsiteY13" fmla="*/ 684351 h 1198567"/>
              <a:gd name="connsiteX14" fmla="*/ 7398363 w 7437404"/>
              <a:gd name="connsiteY14" fmla="*/ 514216 h 11985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7404" h="1198567">
                <a:moveTo>
                  <a:pt x="7397093" y="514216"/>
                </a:moveTo>
                <a:lnTo>
                  <a:pt x="6923506" y="85067"/>
                </a:lnTo>
                <a:cubicBezTo>
                  <a:pt x="6871450" y="38090"/>
                  <a:pt x="6772416" y="0"/>
                  <a:pt x="6702584" y="0"/>
                </a:cubicBezTo>
                <a:lnTo>
                  <a:pt x="1722941" y="0"/>
                </a:lnTo>
                <a:cubicBezTo>
                  <a:pt x="1722941" y="0"/>
                  <a:pt x="1722941" y="0"/>
                  <a:pt x="1722941" y="0"/>
                </a:cubicBezTo>
                <a:lnTo>
                  <a:pt x="253934" y="0"/>
                </a:lnTo>
                <a:cubicBezTo>
                  <a:pt x="114270" y="0"/>
                  <a:pt x="0" y="114270"/>
                  <a:pt x="0" y="253934"/>
                </a:cubicBezTo>
                <a:lnTo>
                  <a:pt x="0" y="944633"/>
                </a:lnTo>
                <a:cubicBezTo>
                  <a:pt x="0" y="1084297"/>
                  <a:pt x="114270" y="1198567"/>
                  <a:pt x="253934" y="1198567"/>
                </a:cubicBezTo>
                <a:lnTo>
                  <a:pt x="1724211" y="1198567"/>
                </a:lnTo>
                <a:cubicBezTo>
                  <a:pt x="1724211" y="1198567"/>
                  <a:pt x="1724211" y="1198567"/>
                  <a:pt x="1724211" y="1198567"/>
                </a:cubicBezTo>
                <a:lnTo>
                  <a:pt x="6703854" y="1198567"/>
                </a:lnTo>
                <a:cubicBezTo>
                  <a:pt x="6773686" y="1198567"/>
                  <a:pt x="6872720" y="1160477"/>
                  <a:pt x="6924776" y="1113499"/>
                </a:cubicBezTo>
                <a:lnTo>
                  <a:pt x="7398363" y="684351"/>
                </a:lnTo>
                <a:cubicBezTo>
                  <a:pt x="7450419" y="637373"/>
                  <a:pt x="7450419" y="561193"/>
                  <a:pt x="7398363" y="514216"/>
                </a:cubicBezTo>
                <a:close/>
              </a:path>
            </a:pathLst>
          </a:custGeom>
          <a:solidFill>
            <a:srgbClr val="001E60"/>
          </a:solidFill>
          <a:ln w="12695" cap="flat">
            <a:noFill/>
            <a:prstDash val="solid"/>
            <a:miter/>
          </a:ln>
        </p:spPr>
        <p:txBody>
          <a:bodyPr rtlCol="0" anchor="ctr"/>
          <a:lstStyle/>
          <a:p>
            <a:endParaRPr lang="en-US"/>
          </a:p>
        </p:txBody>
      </p:sp>
      <p:sp>
        <p:nvSpPr>
          <p:cNvPr id="45" name="Freeform 44">
            <a:extLst>
              <a:ext uri="{FF2B5EF4-FFF2-40B4-BE49-F238E27FC236}">
                <a16:creationId xmlns:a16="http://schemas.microsoft.com/office/drawing/2014/main" id="{C8D90888-CBDD-F400-DD4E-D46A0381A815}"/>
              </a:ext>
            </a:extLst>
          </p:cNvPr>
          <p:cNvSpPr/>
          <p:nvPr/>
        </p:nvSpPr>
        <p:spPr>
          <a:xfrm>
            <a:off x="688159" y="5795111"/>
            <a:ext cx="7437404" cy="1198568"/>
          </a:xfrm>
          <a:custGeom>
            <a:avLst/>
            <a:gdLst>
              <a:gd name="connsiteX0" fmla="*/ 7397093 w 7437404"/>
              <a:gd name="connsiteY0" fmla="*/ 514216 h 1198568"/>
              <a:gd name="connsiteX1" fmla="*/ 6923506 w 7437404"/>
              <a:gd name="connsiteY1" fmla="*/ 85068 h 1198568"/>
              <a:gd name="connsiteX2" fmla="*/ 6702584 w 7437404"/>
              <a:gd name="connsiteY2" fmla="*/ 0 h 1198568"/>
              <a:gd name="connsiteX3" fmla="*/ 1722941 w 7437404"/>
              <a:gd name="connsiteY3" fmla="*/ 0 h 1198568"/>
              <a:gd name="connsiteX4" fmla="*/ 1722941 w 7437404"/>
              <a:gd name="connsiteY4" fmla="*/ 0 h 1198568"/>
              <a:gd name="connsiteX5" fmla="*/ 253934 w 7437404"/>
              <a:gd name="connsiteY5" fmla="*/ 0 h 1198568"/>
              <a:gd name="connsiteX6" fmla="*/ 0 w 7437404"/>
              <a:gd name="connsiteY6" fmla="*/ 253934 h 1198568"/>
              <a:gd name="connsiteX7" fmla="*/ 0 w 7437404"/>
              <a:gd name="connsiteY7" fmla="*/ 944634 h 1198568"/>
              <a:gd name="connsiteX8" fmla="*/ 253934 w 7437404"/>
              <a:gd name="connsiteY8" fmla="*/ 1198568 h 1198568"/>
              <a:gd name="connsiteX9" fmla="*/ 1724211 w 7437404"/>
              <a:gd name="connsiteY9" fmla="*/ 1198568 h 1198568"/>
              <a:gd name="connsiteX10" fmla="*/ 1724211 w 7437404"/>
              <a:gd name="connsiteY10" fmla="*/ 1198568 h 1198568"/>
              <a:gd name="connsiteX11" fmla="*/ 6703854 w 7437404"/>
              <a:gd name="connsiteY11" fmla="*/ 1198568 h 1198568"/>
              <a:gd name="connsiteX12" fmla="*/ 6924776 w 7437404"/>
              <a:gd name="connsiteY12" fmla="*/ 1113500 h 1198568"/>
              <a:gd name="connsiteX13" fmla="*/ 7398363 w 7437404"/>
              <a:gd name="connsiteY13" fmla="*/ 684352 h 1198568"/>
              <a:gd name="connsiteX14" fmla="*/ 7398363 w 7437404"/>
              <a:gd name="connsiteY14" fmla="*/ 514216 h 1198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7404" h="1198568">
                <a:moveTo>
                  <a:pt x="7397093" y="514216"/>
                </a:moveTo>
                <a:lnTo>
                  <a:pt x="6923506" y="85068"/>
                </a:lnTo>
                <a:cubicBezTo>
                  <a:pt x="6871450" y="38090"/>
                  <a:pt x="6772416" y="0"/>
                  <a:pt x="6702584" y="0"/>
                </a:cubicBezTo>
                <a:lnTo>
                  <a:pt x="1722941" y="0"/>
                </a:lnTo>
                <a:cubicBezTo>
                  <a:pt x="1722941" y="0"/>
                  <a:pt x="1722941" y="0"/>
                  <a:pt x="1722941" y="0"/>
                </a:cubicBezTo>
                <a:lnTo>
                  <a:pt x="253934" y="0"/>
                </a:lnTo>
                <a:cubicBezTo>
                  <a:pt x="114270" y="0"/>
                  <a:pt x="0" y="114270"/>
                  <a:pt x="0" y="253934"/>
                </a:cubicBezTo>
                <a:lnTo>
                  <a:pt x="0" y="944634"/>
                </a:lnTo>
                <a:cubicBezTo>
                  <a:pt x="0" y="1084298"/>
                  <a:pt x="114270" y="1198568"/>
                  <a:pt x="253934" y="1198568"/>
                </a:cubicBezTo>
                <a:lnTo>
                  <a:pt x="1724211" y="1198568"/>
                </a:lnTo>
                <a:cubicBezTo>
                  <a:pt x="1724211" y="1198568"/>
                  <a:pt x="1724211" y="1198568"/>
                  <a:pt x="1724211" y="1198568"/>
                </a:cubicBezTo>
                <a:lnTo>
                  <a:pt x="6703854" y="1198568"/>
                </a:lnTo>
                <a:cubicBezTo>
                  <a:pt x="6773686" y="1198568"/>
                  <a:pt x="6872720" y="1160478"/>
                  <a:pt x="6924776" y="1113500"/>
                </a:cubicBezTo>
                <a:lnTo>
                  <a:pt x="7398363" y="684352"/>
                </a:lnTo>
                <a:cubicBezTo>
                  <a:pt x="7450419" y="637374"/>
                  <a:pt x="7450419" y="561194"/>
                  <a:pt x="7398363" y="514216"/>
                </a:cubicBezTo>
                <a:close/>
              </a:path>
            </a:pathLst>
          </a:custGeom>
          <a:solidFill>
            <a:srgbClr val="001E60"/>
          </a:solidFill>
          <a:ln w="12695" cap="flat">
            <a:noFill/>
            <a:prstDash val="solid"/>
            <a:miter/>
          </a:ln>
        </p:spPr>
        <p:txBody>
          <a:bodyPr rtlCol="0" anchor="ctr"/>
          <a:lstStyle/>
          <a:p>
            <a:endParaRPr lang="en-US"/>
          </a:p>
        </p:txBody>
      </p:sp>
      <p:sp>
        <p:nvSpPr>
          <p:cNvPr id="46" name="Freeform 45">
            <a:extLst>
              <a:ext uri="{FF2B5EF4-FFF2-40B4-BE49-F238E27FC236}">
                <a16:creationId xmlns:a16="http://schemas.microsoft.com/office/drawing/2014/main" id="{424DB45E-6FB7-C1E4-7212-1B6CB4E50363}"/>
              </a:ext>
            </a:extLst>
          </p:cNvPr>
          <p:cNvSpPr/>
          <p:nvPr/>
        </p:nvSpPr>
        <p:spPr>
          <a:xfrm>
            <a:off x="688159" y="8598541"/>
            <a:ext cx="7437404" cy="1198568"/>
          </a:xfrm>
          <a:custGeom>
            <a:avLst/>
            <a:gdLst>
              <a:gd name="connsiteX0" fmla="*/ 7397093 w 7437404"/>
              <a:gd name="connsiteY0" fmla="*/ 514216 h 1198568"/>
              <a:gd name="connsiteX1" fmla="*/ 6923506 w 7437404"/>
              <a:gd name="connsiteY1" fmla="*/ 85068 h 1198568"/>
              <a:gd name="connsiteX2" fmla="*/ 6702584 w 7437404"/>
              <a:gd name="connsiteY2" fmla="*/ 0 h 1198568"/>
              <a:gd name="connsiteX3" fmla="*/ 1722941 w 7437404"/>
              <a:gd name="connsiteY3" fmla="*/ 0 h 1198568"/>
              <a:gd name="connsiteX4" fmla="*/ 1722941 w 7437404"/>
              <a:gd name="connsiteY4" fmla="*/ 0 h 1198568"/>
              <a:gd name="connsiteX5" fmla="*/ 253934 w 7437404"/>
              <a:gd name="connsiteY5" fmla="*/ 0 h 1198568"/>
              <a:gd name="connsiteX6" fmla="*/ 0 w 7437404"/>
              <a:gd name="connsiteY6" fmla="*/ 253934 h 1198568"/>
              <a:gd name="connsiteX7" fmla="*/ 0 w 7437404"/>
              <a:gd name="connsiteY7" fmla="*/ 944634 h 1198568"/>
              <a:gd name="connsiteX8" fmla="*/ 253934 w 7437404"/>
              <a:gd name="connsiteY8" fmla="*/ 1198568 h 1198568"/>
              <a:gd name="connsiteX9" fmla="*/ 1724211 w 7437404"/>
              <a:gd name="connsiteY9" fmla="*/ 1198568 h 1198568"/>
              <a:gd name="connsiteX10" fmla="*/ 1724211 w 7437404"/>
              <a:gd name="connsiteY10" fmla="*/ 1198568 h 1198568"/>
              <a:gd name="connsiteX11" fmla="*/ 6703854 w 7437404"/>
              <a:gd name="connsiteY11" fmla="*/ 1198568 h 1198568"/>
              <a:gd name="connsiteX12" fmla="*/ 6924776 w 7437404"/>
              <a:gd name="connsiteY12" fmla="*/ 1113500 h 1198568"/>
              <a:gd name="connsiteX13" fmla="*/ 7398363 w 7437404"/>
              <a:gd name="connsiteY13" fmla="*/ 684352 h 1198568"/>
              <a:gd name="connsiteX14" fmla="*/ 7398363 w 7437404"/>
              <a:gd name="connsiteY14" fmla="*/ 514216 h 1198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7404" h="1198568">
                <a:moveTo>
                  <a:pt x="7397093" y="514216"/>
                </a:moveTo>
                <a:lnTo>
                  <a:pt x="6923506" y="85068"/>
                </a:lnTo>
                <a:cubicBezTo>
                  <a:pt x="6871450" y="38090"/>
                  <a:pt x="6772416" y="0"/>
                  <a:pt x="6702584" y="0"/>
                </a:cubicBezTo>
                <a:lnTo>
                  <a:pt x="1722941" y="0"/>
                </a:lnTo>
                <a:cubicBezTo>
                  <a:pt x="1722941" y="0"/>
                  <a:pt x="1722941" y="0"/>
                  <a:pt x="1722941" y="0"/>
                </a:cubicBezTo>
                <a:lnTo>
                  <a:pt x="253934" y="0"/>
                </a:lnTo>
                <a:cubicBezTo>
                  <a:pt x="114270" y="0"/>
                  <a:pt x="0" y="114270"/>
                  <a:pt x="0" y="253934"/>
                </a:cubicBezTo>
                <a:lnTo>
                  <a:pt x="0" y="944634"/>
                </a:lnTo>
                <a:cubicBezTo>
                  <a:pt x="0" y="1084298"/>
                  <a:pt x="114270" y="1198568"/>
                  <a:pt x="253934" y="1198568"/>
                </a:cubicBezTo>
                <a:lnTo>
                  <a:pt x="1724211" y="1198568"/>
                </a:lnTo>
                <a:cubicBezTo>
                  <a:pt x="1724211" y="1198568"/>
                  <a:pt x="1724211" y="1198568"/>
                  <a:pt x="1724211" y="1198568"/>
                </a:cubicBezTo>
                <a:lnTo>
                  <a:pt x="6703854" y="1198568"/>
                </a:lnTo>
                <a:cubicBezTo>
                  <a:pt x="6773686" y="1198568"/>
                  <a:pt x="6872720" y="1160478"/>
                  <a:pt x="6924776" y="1113500"/>
                </a:cubicBezTo>
                <a:lnTo>
                  <a:pt x="7398363" y="684352"/>
                </a:lnTo>
                <a:cubicBezTo>
                  <a:pt x="7450419" y="637374"/>
                  <a:pt x="7450419" y="561194"/>
                  <a:pt x="7398363" y="514216"/>
                </a:cubicBezTo>
                <a:close/>
              </a:path>
            </a:pathLst>
          </a:custGeom>
          <a:solidFill>
            <a:srgbClr val="001E60"/>
          </a:solidFill>
          <a:ln w="12695" cap="flat">
            <a:noFill/>
            <a:prstDash val="solid"/>
            <a:miter/>
          </a:ln>
        </p:spPr>
        <p:txBody>
          <a:bodyPr rtlCol="0" anchor="ctr"/>
          <a:lstStyle/>
          <a:p>
            <a:endParaRPr lang="en-US"/>
          </a:p>
        </p:txBody>
      </p:sp>
      <p:sp>
        <p:nvSpPr>
          <p:cNvPr id="47" name="Freeform 46">
            <a:extLst>
              <a:ext uri="{FF2B5EF4-FFF2-40B4-BE49-F238E27FC236}">
                <a16:creationId xmlns:a16="http://schemas.microsoft.com/office/drawing/2014/main" id="{01BE2649-0692-A3E8-2ED1-BB10D506BE98}"/>
              </a:ext>
            </a:extLst>
          </p:cNvPr>
          <p:cNvSpPr/>
          <p:nvPr/>
        </p:nvSpPr>
        <p:spPr>
          <a:xfrm>
            <a:off x="688159" y="11400701"/>
            <a:ext cx="7437404" cy="1198568"/>
          </a:xfrm>
          <a:custGeom>
            <a:avLst/>
            <a:gdLst>
              <a:gd name="connsiteX0" fmla="*/ 7397093 w 7437404"/>
              <a:gd name="connsiteY0" fmla="*/ 514216 h 1198568"/>
              <a:gd name="connsiteX1" fmla="*/ 6923506 w 7437404"/>
              <a:gd name="connsiteY1" fmla="*/ 85068 h 1198568"/>
              <a:gd name="connsiteX2" fmla="*/ 6702584 w 7437404"/>
              <a:gd name="connsiteY2" fmla="*/ 0 h 1198568"/>
              <a:gd name="connsiteX3" fmla="*/ 1722941 w 7437404"/>
              <a:gd name="connsiteY3" fmla="*/ 0 h 1198568"/>
              <a:gd name="connsiteX4" fmla="*/ 1722941 w 7437404"/>
              <a:gd name="connsiteY4" fmla="*/ 0 h 1198568"/>
              <a:gd name="connsiteX5" fmla="*/ 253934 w 7437404"/>
              <a:gd name="connsiteY5" fmla="*/ 0 h 1198568"/>
              <a:gd name="connsiteX6" fmla="*/ 0 w 7437404"/>
              <a:gd name="connsiteY6" fmla="*/ 253934 h 1198568"/>
              <a:gd name="connsiteX7" fmla="*/ 0 w 7437404"/>
              <a:gd name="connsiteY7" fmla="*/ 944634 h 1198568"/>
              <a:gd name="connsiteX8" fmla="*/ 253934 w 7437404"/>
              <a:gd name="connsiteY8" fmla="*/ 1198568 h 1198568"/>
              <a:gd name="connsiteX9" fmla="*/ 1724211 w 7437404"/>
              <a:gd name="connsiteY9" fmla="*/ 1198568 h 1198568"/>
              <a:gd name="connsiteX10" fmla="*/ 1724211 w 7437404"/>
              <a:gd name="connsiteY10" fmla="*/ 1198568 h 1198568"/>
              <a:gd name="connsiteX11" fmla="*/ 6703854 w 7437404"/>
              <a:gd name="connsiteY11" fmla="*/ 1198568 h 1198568"/>
              <a:gd name="connsiteX12" fmla="*/ 6924776 w 7437404"/>
              <a:gd name="connsiteY12" fmla="*/ 1113500 h 1198568"/>
              <a:gd name="connsiteX13" fmla="*/ 7398363 w 7437404"/>
              <a:gd name="connsiteY13" fmla="*/ 684352 h 1198568"/>
              <a:gd name="connsiteX14" fmla="*/ 7398363 w 7437404"/>
              <a:gd name="connsiteY14" fmla="*/ 514216 h 1198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37404" h="1198568">
                <a:moveTo>
                  <a:pt x="7397093" y="514216"/>
                </a:moveTo>
                <a:lnTo>
                  <a:pt x="6923506" y="85068"/>
                </a:lnTo>
                <a:cubicBezTo>
                  <a:pt x="6871450" y="38090"/>
                  <a:pt x="6772416" y="0"/>
                  <a:pt x="6702584" y="0"/>
                </a:cubicBezTo>
                <a:lnTo>
                  <a:pt x="1722941" y="0"/>
                </a:lnTo>
                <a:cubicBezTo>
                  <a:pt x="1722941" y="0"/>
                  <a:pt x="1722941" y="0"/>
                  <a:pt x="1722941" y="0"/>
                </a:cubicBezTo>
                <a:lnTo>
                  <a:pt x="253934" y="0"/>
                </a:lnTo>
                <a:cubicBezTo>
                  <a:pt x="114270" y="0"/>
                  <a:pt x="0" y="114270"/>
                  <a:pt x="0" y="253934"/>
                </a:cubicBezTo>
                <a:lnTo>
                  <a:pt x="0" y="944634"/>
                </a:lnTo>
                <a:cubicBezTo>
                  <a:pt x="0" y="1084298"/>
                  <a:pt x="114270" y="1198568"/>
                  <a:pt x="253934" y="1198568"/>
                </a:cubicBezTo>
                <a:lnTo>
                  <a:pt x="1724211" y="1198568"/>
                </a:lnTo>
                <a:cubicBezTo>
                  <a:pt x="1724211" y="1198568"/>
                  <a:pt x="1724211" y="1198568"/>
                  <a:pt x="1724211" y="1198568"/>
                </a:cubicBezTo>
                <a:lnTo>
                  <a:pt x="6703854" y="1198568"/>
                </a:lnTo>
                <a:cubicBezTo>
                  <a:pt x="6773686" y="1198568"/>
                  <a:pt x="6872720" y="1160478"/>
                  <a:pt x="6924776" y="1113500"/>
                </a:cubicBezTo>
                <a:lnTo>
                  <a:pt x="7398363" y="684352"/>
                </a:lnTo>
                <a:cubicBezTo>
                  <a:pt x="7450419" y="637374"/>
                  <a:pt x="7450419" y="561194"/>
                  <a:pt x="7398363" y="514216"/>
                </a:cubicBezTo>
                <a:close/>
              </a:path>
            </a:pathLst>
          </a:custGeom>
          <a:solidFill>
            <a:srgbClr val="001E60"/>
          </a:solidFill>
          <a:ln w="1269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21405848" cy="1332839"/>
          </a:xfrm>
        </p:spPr>
        <p:txBody>
          <a:bodyPr/>
          <a:lstStyle>
            <a:lvl1pPr>
              <a:lnSpc>
                <a:spcPts val="3400"/>
              </a:lnSpc>
              <a:defRPr sz="2600"/>
            </a:lvl1pPr>
          </a:lstStyle>
          <a:p>
            <a:r>
              <a:rPr lang="en-US"/>
              <a:t>Click to edit title</a:t>
            </a:r>
          </a:p>
        </p:txBody>
      </p:sp>
      <p:sp>
        <p:nvSpPr>
          <p:cNvPr id="48" name="Text Placeholder 4">
            <a:extLst>
              <a:ext uri="{FF2B5EF4-FFF2-40B4-BE49-F238E27FC236}">
                <a16:creationId xmlns:a16="http://schemas.microsoft.com/office/drawing/2014/main" id="{461751D8-EFD6-EAB0-5171-095431594A67}"/>
              </a:ext>
            </a:extLst>
          </p:cNvPr>
          <p:cNvSpPr>
            <a:spLocks noGrp="1"/>
          </p:cNvSpPr>
          <p:nvPr>
            <p:ph type="body" sz="quarter" idx="27" hasCustomPrompt="1"/>
          </p:nvPr>
        </p:nvSpPr>
        <p:spPr>
          <a:xfrm>
            <a:off x="698801" y="3771303"/>
            <a:ext cx="6648360" cy="461870"/>
          </a:xfrm>
        </p:spPr>
        <p:txBody>
          <a:bodyPr anchor="t" anchorCtr="0"/>
          <a:lstStyle>
            <a:lvl1pPr marL="0" indent="0">
              <a:lnSpc>
                <a:spcPts val="2600"/>
              </a:lnSpc>
              <a:spcBef>
                <a:spcPts val="0"/>
              </a:spcBef>
              <a:spcAft>
                <a:spcPts val="0"/>
              </a:spcAft>
              <a:buNone/>
              <a:defRPr sz="18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9" name="Text Placeholder 4">
            <a:extLst>
              <a:ext uri="{FF2B5EF4-FFF2-40B4-BE49-F238E27FC236}">
                <a16:creationId xmlns:a16="http://schemas.microsoft.com/office/drawing/2014/main" id="{D1A8B79F-A675-1509-6708-F18F95ADA155}"/>
              </a:ext>
            </a:extLst>
          </p:cNvPr>
          <p:cNvSpPr>
            <a:spLocks noGrp="1"/>
          </p:cNvSpPr>
          <p:nvPr>
            <p:ph type="body" sz="quarter" idx="28" hasCustomPrompt="1"/>
          </p:nvPr>
        </p:nvSpPr>
        <p:spPr>
          <a:xfrm>
            <a:off x="8469962" y="3771303"/>
            <a:ext cx="6648360" cy="461870"/>
          </a:xfrm>
        </p:spPr>
        <p:txBody>
          <a:bodyPr anchor="t" anchorCtr="0"/>
          <a:lstStyle>
            <a:lvl1pPr marL="0" indent="0">
              <a:lnSpc>
                <a:spcPts val="2600"/>
              </a:lnSpc>
              <a:spcBef>
                <a:spcPts val="0"/>
              </a:spcBef>
              <a:spcAft>
                <a:spcPts val="0"/>
              </a:spcAft>
              <a:buNone/>
              <a:defRPr sz="18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 name="Text Placeholder 2"/>
          <p:cNvSpPr>
            <a:spLocks noGrp="1"/>
          </p:cNvSpPr>
          <p:nvPr>
            <p:ph type="body" idx="1" hasCustomPrompt="1"/>
          </p:nvPr>
        </p:nvSpPr>
        <p:spPr>
          <a:xfrm>
            <a:off x="1000845" y="4670386"/>
            <a:ext cx="6346316" cy="635027"/>
          </a:xfrm>
        </p:spPr>
        <p:txBody>
          <a:bodyPr anchor="t" anchorCtr="0"/>
          <a:lstStyle>
            <a:lvl1pPr marL="0" indent="0">
              <a:lnSpc>
                <a:spcPts val="2600"/>
              </a:lnSpc>
              <a:spcBef>
                <a:spcPts val="0"/>
              </a:spcBef>
              <a:spcAft>
                <a:spcPts val="0"/>
              </a:spcAft>
              <a:buNone/>
              <a:defRPr sz="1800" b="1" i="0">
                <a:solidFill>
                  <a:schemeClr val="bg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 name="Content Placeholder 3"/>
          <p:cNvSpPr>
            <a:spLocks noGrp="1"/>
          </p:cNvSpPr>
          <p:nvPr>
            <p:ph sz="half" idx="2" hasCustomPrompt="1"/>
          </p:nvPr>
        </p:nvSpPr>
        <p:spPr>
          <a:xfrm>
            <a:off x="8783924" y="4400479"/>
            <a:ext cx="14571891" cy="1197864"/>
          </a:xfrm>
        </p:spPr>
        <p:txBody>
          <a:bodyPr anchor="ctr"/>
          <a:lstStyle>
            <a:lvl1pPr>
              <a:lnSpc>
                <a:spcPts val="2300"/>
              </a:lnSpc>
              <a:spcAft>
                <a:spcPts val="0"/>
              </a:spcAft>
              <a:defRPr sz="1800">
                <a:solidFill>
                  <a:schemeClr val="bg1"/>
                </a:solidFill>
              </a:defRPr>
            </a:lvl1pPr>
            <a:lvl2pPr marL="465138" indent="-446088">
              <a:lnSpc>
                <a:spcPts val="2300"/>
              </a:lnSpc>
              <a:spcAft>
                <a:spcPts val="0"/>
              </a:spcAft>
              <a:tabLst/>
              <a:defRPr sz="1800">
                <a:solidFill>
                  <a:schemeClr val="bg1"/>
                </a:solidFill>
              </a:defRPr>
            </a:lvl2pPr>
            <a:lvl3pPr marL="915988" indent="-433388">
              <a:lnSpc>
                <a:spcPts val="2300"/>
              </a:lnSpc>
              <a:spcAft>
                <a:spcPts val="0"/>
              </a:spcAft>
              <a:tabLst/>
              <a:defRPr sz="1800">
                <a:solidFill>
                  <a:schemeClr val="bg1"/>
                </a:solidFill>
              </a:defRPr>
            </a:lvl3pPr>
            <a:lvl4pPr marL="1543050" indent="-474663">
              <a:lnSpc>
                <a:spcPts val="2300"/>
              </a:lnSpc>
              <a:spcAft>
                <a:spcPts val="0"/>
              </a:spcAft>
              <a:tabLst/>
              <a:defRPr sz="1800">
                <a:solidFill>
                  <a:schemeClr val="bg1"/>
                </a:solidFill>
              </a:defRPr>
            </a:lvl4pPr>
            <a:lvl5pPr marL="2008188" indent="-457200">
              <a:lnSpc>
                <a:spcPts val="2300"/>
              </a:lnSpc>
              <a:spcAft>
                <a:spcPts val="0"/>
              </a:spcAft>
              <a:tabLst/>
              <a:defRPr sz="1800">
                <a:solidFill>
                  <a:schemeClr val="bg1"/>
                </a:solidFill>
              </a:defRPr>
            </a:lvl5pPr>
          </a:lstStyle>
          <a:p>
            <a:pPr lvl="0"/>
            <a:r>
              <a:rPr lang="en-US"/>
              <a:t>Click to edit text</a:t>
            </a:r>
          </a:p>
          <a:p>
            <a:pPr lvl="1"/>
            <a:r>
              <a:rPr lang="en-US"/>
              <a:t>Second level</a:t>
            </a:r>
          </a:p>
          <a:p>
            <a:pPr lvl="2"/>
            <a:r>
              <a:rPr lang="en-US"/>
              <a:t>Third level</a:t>
            </a:r>
          </a:p>
        </p:txBody>
      </p:sp>
      <p:sp>
        <p:nvSpPr>
          <p:cNvPr id="5" name="Text Placeholder 4"/>
          <p:cNvSpPr>
            <a:spLocks noGrp="1"/>
          </p:cNvSpPr>
          <p:nvPr>
            <p:ph type="body" sz="quarter" idx="3" hasCustomPrompt="1"/>
          </p:nvPr>
        </p:nvSpPr>
        <p:spPr>
          <a:xfrm>
            <a:off x="1000845" y="6073455"/>
            <a:ext cx="6346316" cy="635027"/>
          </a:xfrm>
        </p:spPr>
        <p:txBody>
          <a:bodyPr anchor="t" anchorCtr="0"/>
          <a:lstStyle>
            <a:lvl1pPr marL="0" indent="0">
              <a:lnSpc>
                <a:spcPts val="2600"/>
              </a:lnSpc>
              <a:spcBef>
                <a:spcPts val="0"/>
              </a:spcBef>
              <a:spcAft>
                <a:spcPts val="0"/>
              </a:spcAft>
              <a:buNone/>
              <a:defRPr sz="1800" b="1" i="0">
                <a:solidFill>
                  <a:schemeClr val="bg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6" name="Content Placeholder 5"/>
          <p:cNvSpPr>
            <a:spLocks noGrp="1"/>
          </p:cNvSpPr>
          <p:nvPr>
            <p:ph sz="quarter" idx="4" hasCustomPrompt="1"/>
          </p:nvPr>
        </p:nvSpPr>
        <p:spPr>
          <a:xfrm>
            <a:off x="8783923" y="5789470"/>
            <a:ext cx="14571891" cy="1188720"/>
          </a:xfrm>
        </p:spPr>
        <p:txBody>
          <a:bodyPr anchor="ctr"/>
          <a:lstStyle>
            <a:lvl1pPr>
              <a:lnSpc>
                <a:spcPts val="2300"/>
              </a:lnSpc>
              <a:spcAft>
                <a:spcPts val="0"/>
              </a:spcAft>
              <a:defRPr sz="1800">
                <a:solidFill>
                  <a:schemeClr val="bg1"/>
                </a:solidFill>
              </a:defRPr>
            </a:lvl1pPr>
            <a:lvl2pPr marL="465138" indent="-446088">
              <a:lnSpc>
                <a:spcPts val="2300"/>
              </a:lnSpc>
              <a:spcAft>
                <a:spcPts val="0"/>
              </a:spcAft>
              <a:tabLst/>
              <a:defRPr sz="1800">
                <a:solidFill>
                  <a:schemeClr val="bg1"/>
                </a:solidFill>
              </a:defRPr>
            </a:lvl2pPr>
            <a:lvl3pPr marL="979488" indent="-496888">
              <a:lnSpc>
                <a:spcPts val="2300"/>
              </a:lnSpc>
              <a:spcAft>
                <a:spcPts val="0"/>
              </a:spcAft>
              <a:tabLst/>
              <a:defRPr sz="1800">
                <a:solidFill>
                  <a:schemeClr val="bg1"/>
                </a:solidFill>
              </a:defRPr>
            </a:lvl3pPr>
            <a:lvl4pPr marL="1543050" indent="-474663">
              <a:lnSpc>
                <a:spcPts val="2300"/>
              </a:lnSpc>
              <a:spcAft>
                <a:spcPts val="0"/>
              </a:spcAft>
              <a:tabLst/>
              <a:defRPr sz="1800">
                <a:solidFill>
                  <a:schemeClr val="bg1"/>
                </a:solidFill>
              </a:defRPr>
            </a:lvl4pPr>
            <a:lvl5pPr marL="2008188" indent="-457200">
              <a:lnSpc>
                <a:spcPts val="2300"/>
              </a:lnSpc>
              <a:spcAft>
                <a:spcPts val="0"/>
              </a:spcAft>
              <a:tabLst/>
              <a:defRPr sz="1800">
                <a:solidFill>
                  <a:schemeClr val="bg1"/>
                </a:solidFill>
              </a:defRPr>
            </a:lvl5pPr>
          </a:lstStyle>
          <a:p>
            <a:pPr lvl="0"/>
            <a:r>
              <a:rPr lang="en-US"/>
              <a:t>Click to edit text</a:t>
            </a:r>
          </a:p>
          <a:p>
            <a:pPr lvl="1"/>
            <a:r>
              <a:rPr lang="en-US"/>
              <a:t>Second level</a:t>
            </a:r>
          </a:p>
          <a:p>
            <a:pPr lvl="2"/>
            <a:r>
              <a:rPr lang="en-US"/>
              <a:t>Third level</a:t>
            </a:r>
          </a:p>
        </p:txBody>
      </p:sp>
      <p:sp>
        <p:nvSpPr>
          <p:cNvPr id="13" name="Text Placeholder 4">
            <a:extLst>
              <a:ext uri="{FF2B5EF4-FFF2-40B4-BE49-F238E27FC236}">
                <a16:creationId xmlns:a16="http://schemas.microsoft.com/office/drawing/2014/main" id="{448E252E-4556-6C5B-5694-7CCAB80F9767}"/>
              </a:ext>
            </a:extLst>
          </p:cNvPr>
          <p:cNvSpPr>
            <a:spLocks noGrp="1"/>
          </p:cNvSpPr>
          <p:nvPr>
            <p:ph type="body" sz="quarter" idx="19" hasCustomPrompt="1"/>
          </p:nvPr>
        </p:nvSpPr>
        <p:spPr>
          <a:xfrm>
            <a:off x="1000845" y="7476590"/>
            <a:ext cx="6205173" cy="635027"/>
          </a:xfrm>
        </p:spPr>
        <p:txBody>
          <a:bodyPr anchor="t" anchorCtr="0"/>
          <a:lstStyle>
            <a:lvl1pPr marL="0" indent="0">
              <a:lnSpc>
                <a:spcPts val="2600"/>
              </a:lnSpc>
              <a:spcBef>
                <a:spcPts val="0"/>
              </a:spcBef>
              <a:spcAft>
                <a:spcPts val="0"/>
              </a:spcAft>
              <a:buNone/>
              <a:defRPr sz="1800" b="1" i="0">
                <a:solidFill>
                  <a:schemeClr val="bg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4" name="Content Placeholder 5">
            <a:extLst>
              <a:ext uri="{FF2B5EF4-FFF2-40B4-BE49-F238E27FC236}">
                <a16:creationId xmlns:a16="http://schemas.microsoft.com/office/drawing/2014/main" id="{C98BC574-7658-83B2-6D26-AF0FA42F52CD}"/>
              </a:ext>
            </a:extLst>
          </p:cNvPr>
          <p:cNvSpPr>
            <a:spLocks noGrp="1"/>
          </p:cNvSpPr>
          <p:nvPr>
            <p:ph sz="quarter" idx="20" hasCustomPrompt="1"/>
          </p:nvPr>
        </p:nvSpPr>
        <p:spPr>
          <a:xfrm>
            <a:off x="8783923" y="7212192"/>
            <a:ext cx="14571890" cy="1188720"/>
          </a:xfrm>
        </p:spPr>
        <p:txBody>
          <a:bodyPr anchor="ctr"/>
          <a:lstStyle>
            <a:lvl1pPr>
              <a:lnSpc>
                <a:spcPts val="2300"/>
              </a:lnSpc>
              <a:spcAft>
                <a:spcPts val="0"/>
              </a:spcAft>
              <a:defRPr sz="1800">
                <a:solidFill>
                  <a:schemeClr val="bg1"/>
                </a:solidFill>
              </a:defRPr>
            </a:lvl1pPr>
            <a:lvl2pPr marL="465138" indent="-446088">
              <a:lnSpc>
                <a:spcPts val="2300"/>
              </a:lnSpc>
              <a:spcAft>
                <a:spcPts val="0"/>
              </a:spcAft>
              <a:tabLst/>
              <a:defRPr sz="1800">
                <a:solidFill>
                  <a:schemeClr val="bg1"/>
                </a:solidFill>
              </a:defRPr>
            </a:lvl2pPr>
            <a:lvl3pPr marL="979488" indent="-496888">
              <a:lnSpc>
                <a:spcPts val="2300"/>
              </a:lnSpc>
              <a:spcAft>
                <a:spcPts val="0"/>
              </a:spcAft>
              <a:tabLst/>
              <a:defRPr sz="1800">
                <a:solidFill>
                  <a:schemeClr val="bg1"/>
                </a:solidFill>
              </a:defRPr>
            </a:lvl3pPr>
            <a:lvl4pPr marL="1543050" indent="-474663">
              <a:lnSpc>
                <a:spcPts val="2300"/>
              </a:lnSpc>
              <a:spcAft>
                <a:spcPts val="0"/>
              </a:spcAft>
              <a:tabLst/>
              <a:defRPr sz="1800">
                <a:solidFill>
                  <a:schemeClr val="bg1"/>
                </a:solidFill>
              </a:defRPr>
            </a:lvl4pPr>
            <a:lvl5pPr marL="2008188" indent="-457200">
              <a:lnSpc>
                <a:spcPts val="2300"/>
              </a:lnSpc>
              <a:spcAft>
                <a:spcPts val="0"/>
              </a:spcAft>
              <a:tabLst/>
              <a:defRPr sz="1800">
                <a:solidFill>
                  <a:schemeClr val="bg1"/>
                </a:solidFill>
              </a:defRPr>
            </a:lvl5pPr>
          </a:lstStyle>
          <a:p>
            <a:pPr lvl="0"/>
            <a:r>
              <a:rPr lang="en-US"/>
              <a:t>Click to edit text</a:t>
            </a:r>
          </a:p>
          <a:p>
            <a:pPr lvl="1"/>
            <a:r>
              <a:rPr lang="en-US"/>
              <a:t>Second level</a:t>
            </a:r>
          </a:p>
          <a:p>
            <a:pPr lvl="2"/>
            <a:r>
              <a:rPr lang="en-US"/>
              <a:t>Third level</a:t>
            </a:r>
          </a:p>
        </p:txBody>
      </p:sp>
      <p:sp>
        <p:nvSpPr>
          <p:cNvPr id="35" name="Text Placeholder 4">
            <a:extLst>
              <a:ext uri="{FF2B5EF4-FFF2-40B4-BE49-F238E27FC236}">
                <a16:creationId xmlns:a16="http://schemas.microsoft.com/office/drawing/2014/main" id="{DE080769-04DA-4B32-E642-465F5B9F05E2}"/>
              </a:ext>
            </a:extLst>
          </p:cNvPr>
          <p:cNvSpPr>
            <a:spLocks noGrp="1"/>
          </p:cNvSpPr>
          <p:nvPr>
            <p:ph type="body" sz="quarter" idx="21" hasCustomPrompt="1"/>
          </p:nvPr>
        </p:nvSpPr>
        <p:spPr>
          <a:xfrm>
            <a:off x="1000845" y="8882622"/>
            <a:ext cx="6186992" cy="635027"/>
          </a:xfrm>
        </p:spPr>
        <p:txBody>
          <a:bodyPr anchor="t" anchorCtr="0"/>
          <a:lstStyle>
            <a:lvl1pPr marL="0" indent="0">
              <a:lnSpc>
                <a:spcPts val="2600"/>
              </a:lnSpc>
              <a:spcBef>
                <a:spcPts val="0"/>
              </a:spcBef>
              <a:spcAft>
                <a:spcPts val="0"/>
              </a:spcAft>
              <a:buNone/>
              <a:defRPr sz="1800" b="1" i="0">
                <a:solidFill>
                  <a:schemeClr val="bg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36" name="Content Placeholder 5">
            <a:extLst>
              <a:ext uri="{FF2B5EF4-FFF2-40B4-BE49-F238E27FC236}">
                <a16:creationId xmlns:a16="http://schemas.microsoft.com/office/drawing/2014/main" id="{DEDB33D3-4FCE-E94C-3607-BD9BC716D668}"/>
              </a:ext>
            </a:extLst>
          </p:cNvPr>
          <p:cNvSpPr>
            <a:spLocks noGrp="1"/>
          </p:cNvSpPr>
          <p:nvPr>
            <p:ph sz="quarter" idx="22" hasCustomPrompt="1"/>
          </p:nvPr>
        </p:nvSpPr>
        <p:spPr>
          <a:xfrm>
            <a:off x="8783923" y="8607211"/>
            <a:ext cx="14571890" cy="1188720"/>
          </a:xfrm>
        </p:spPr>
        <p:txBody>
          <a:bodyPr anchor="ctr"/>
          <a:lstStyle>
            <a:lvl1pPr>
              <a:lnSpc>
                <a:spcPts val="2300"/>
              </a:lnSpc>
              <a:spcAft>
                <a:spcPts val="0"/>
              </a:spcAft>
              <a:defRPr sz="1800">
                <a:solidFill>
                  <a:schemeClr val="bg1"/>
                </a:solidFill>
              </a:defRPr>
            </a:lvl1pPr>
            <a:lvl2pPr marL="465138" indent="-446088">
              <a:lnSpc>
                <a:spcPts val="2300"/>
              </a:lnSpc>
              <a:spcAft>
                <a:spcPts val="0"/>
              </a:spcAft>
              <a:tabLst/>
              <a:defRPr sz="1800">
                <a:solidFill>
                  <a:schemeClr val="bg1"/>
                </a:solidFill>
              </a:defRPr>
            </a:lvl2pPr>
            <a:lvl3pPr marL="979488" indent="-496888">
              <a:lnSpc>
                <a:spcPts val="2300"/>
              </a:lnSpc>
              <a:spcAft>
                <a:spcPts val="0"/>
              </a:spcAft>
              <a:tabLst/>
              <a:defRPr sz="1800">
                <a:solidFill>
                  <a:schemeClr val="bg1"/>
                </a:solidFill>
              </a:defRPr>
            </a:lvl3pPr>
            <a:lvl4pPr marL="1543050" indent="-474663">
              <a:lnSpc>
                <a:spcPts val="2300"/>
              </a:lnSpc>
              <a:spcAft>
                <a:spcPts val="0"/>
              </a:spcAft>
              <a:tabLst/>
              <a:defRPr sz="1800">
                <a:solidFill>
                  <a:schemeClr val="bg1"/>
                </a:solidFill>
              </a:defRPr>
            </a:lvl4pPr>
            <a:lvl5pPr marL="2008188" indent="-457200">
              <a:lnSpc>
                <a:spcPts val="2300"/>
              </a:lnSpc>
              <a:spcAft>
                <a:spcPts val="0"/>
              </a:spcAft>
              <a:tabLst/>
              <a:defRPr sz="1800">
                <a:solidFill>
                  <a:schemeClr val="bg1"/>
                </a:solidFill>
              </a:defRPr>
            </a:lvl5pPr>
          </a:lstStyle>
          <a:p>
            <a:pPr lvl="0"/>
            <a:r>
              <a:rPr lang="en-US"/>
              <a:t>Click to edit text</a:t>
            </a:r>
          </a:p>
          <a:p>
            <a:pPr lvl="1"/>
            <a:r>
              <a:rPr lang="en-US"/>
              <a:t>Second level</a:t>
            </a:r>
          </a:p>
          <a:p>
            <a:pPr lvl="2"/>
            <a:r>
              <a:rPr lang="en-US"/>
              <a:t>Third level</a:t>
            </a:r>
          </a:p>
        </p:txBody>
      </p:sp>
      <p:sp>
        <p:nvSpPr>
          <p:cNvPr id="41" name="Text Placeholder 4">
            <a:extLst>
              <a:ext uri="{FF2B5EF4-FFF2-40B4-BE49-F238E27FC236}">
                <a16:creationId xmlns:a16="http://schemas.microsoft.com/office/drawing/2014/main" id="{69EE6EB8-D995-338D-FD55-11472A93C5BA}"/>
              </a:ext>
            </a:extLst>
          </p:cNvPr>
          <p:cNvSpPr>
            <a:spLocks noGrp="1"/>
          </p:cNvSpPr>
          <p:nvPr>
            <p:ph type="body" sz="quarter" idx="23" hasCustomPrompt="1"/>
          </p:nvPr>
        </p:nvSpPr>
        <p:spPr>
          <a:xfrm>
            <a:off x="1000845" y="10273165"/>
            <a:ext cx="6186992" cy="635027"/>
          </a:xfrm>
        </p:spPr>
        <p:txBody>
          <a:bodyPr anchor="t" anchorCtr="0"/>
          <a:lstStyle>
            <a:lvl1pPr marL="0" indent="0">
              <a:lnSpc>
                <a:spcPts val="2600"/>
              </a:lnSpc>
              <a:spcBef>
                <a:spcPts val="0"/>
              </a:spcBef>
              <a:spcAft>
                <a:spcPts val="0"/>
              </a:spcAft>
              <a:buNone/>
              <a:defRPr sz="1800" b="1" i="0">
                <a:solidFill>
                  <a:schemeClr val="bg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42" name="Content Placeholder 5">
            <a:extLst>
              <a:ext uri="{FF2B5EF4-FFF2-40B4-BE49-F238E27FC236}">
                <a16:creationId xmlns:a16="http://schemas.microsoft.com/office/drawing/2014/main" id="{EBAE8F5C-D02E-C6F3-5458-BC36322DC0F5}"/>
              </a:ext>
            </a:extLst>
          </p:cNvPr>
          <p:cNvSpPr>
            <a:spLocks noGrp="1"/>
          </p:cNvSpPr>
          <p:nvPr>
            <p:ph sz="quarter" idx="24" hasCustomPrompt="1"/>
          </p:nvPr>
        </p:nvSpPr>
        <p:spPr>
          <a:xfrm>
            <a:off x="8783922" y="10008768"/>
            <a:ext cx="14571890" cy="1188720"/>
          </a:xfrm>
        </p:spPr>
        <p:txBody>
          <a:bodyPr anchor="ctr"/>
          <a:lstStyle>
            <a:lvl1pPr>
              <a:lnSpc>
                <a:spcPts val="2300"/>
              </a:lnSpc>
              <a:spcAft>
                <a:spcPts val="0"/>
              </a:spcAft>
              <a:defRPr sz="1800">
                <a:solidFill>
                  <a:schemeClr val="bg1"/>
                </a:solidFill>
              </a:defRPr>
            </a:lvl1pPr>
            <a:lvl2pPr marL="465138" indent="-446088">
              <a:lnSpc>
                <a:spcPts val="2300"/>
              </a:lnSpc>
              <a:spcAft>
                <a:spcPts val="0"/>
              </a:spcAft>
              <a:tabLst/>
              <a:defRPr sz="1800">
                <a:solidFill>
                  <a:schemeClr val="bg1"/>
                </a:solidFill>
              </a:defRPr>
            </a:lvl2pPr>
            <a:lvl3pPr marL="979488" indent="-496888">
              <a:lnSpc>
                <a:spcPts val="2300"/>
              </a:lnSpc>
              <a:spcAft>
                <a:spcPts val="0"/>
              </a:spcAft>
              <a:tabLst/>
              <a:defRPr sz="1800">
                <a:solidFill>
                  <a:schemeClr val="bg1"/>
                </a:solidFill>
              </a:defRPr>
            </a:lvl3pPr>
            <a:lvl4pPr marL="1543050" indent="-474663">
              <a:lnSpc>
                <a:spcPts val="2300"/>
              </a:lnSpc>
              <a:spcAft>
                <a:spcPts val="0"/>
              </a:spcAft>
              <a:tabLst/>
              <a:defRPr sz="1800">
                <a:solidFill>
                  <a:schemeClr val="bg1"/>
                </a:solidFill>
              </a:defRPr>
            </a:lvl4pPr>
            <a:lvl5pPr marL="2008188" indent="-457200">
              <a:lnSpc>
                <a:spcPts val="2300"/>
              </a:lnSpc>
              <a:spcAft>
                <a:spcPts val="0"/>
              </a:spcAft>
              <a:tabLst/>
              <a:defRPr sz="1800">
                <a:solidFill>
                  <a:schemeClr val="bg1"/>
                </a:solidFill>
              </a:defRPr>
            </a:lvl5pPr>
          </a:lstStyle>
          <a:p>
            <a:pPr lvl="0"/>
            <a:r>
              <a:rPr lang="en-US"/>
              <a:t>Click to edit text</a:t>
            </a:r>
          </a:p>
          <a:p>
            <a:pPr lvl="1"/>
            <a:r>
              <a:rPr lang="en-US"/>
              <a:t>Second level</a:t>
            </a:r>
          </a:p>
          <a:p>
            <a:pPr lvl="2"/>
            <a:r>
              <a:rPr lang="en-US"/>
              <a:t>Third level</a:t>
            </a:r>
          </a:p>
        </p:txBody>
      </p:sp>
      <p:sp>
        <p:nvSpPr>
          <p:cNvPr id="24" name="Text Placeholder 4">
            <a:extLst>
              <a:ext uri="{FF2B5EF4-FFF2-40B4-BE49-F238E27FC236}">
                <a16:creationId xmlns:a16="http://schemas.microsoft.com/office/drawing/2014/main" id="{FAE78021-7196-2E6B-508C-F43A5112D5CD}"/>
              </a:ext>
            </a:extLst>
          </p:cNvPr>
          <p:cNvSpPr>
            <a:spLocks noGrp="1"/>
          </p:cNvSpPr>
          <p:nvPr>
            <p:ph type="body" sz="quarter" idx="25" hasCustomPrompt="1"/>
          </p:nvPr>
        </p:nvSpPr>
        <p:spPr>
          <a:xfrm>
            <a:off x="1000845" y="11675987"/>
            <a:ext cx="6186992" cy="635027"/>
          </a:xfrm>
        </p:spPr>
        <p:txBody>
          <a:bodyPr anchor="t" anchorCtr="0"/>
          <a:lstStyle>
            <a:lvl1pPr marL="0" indent="0">
              <a:lnSpc>
                <a:spcPts val="2600"/>
              </a:lnSpc>
              <a:spcBef>
                <a:spcPts val="0"/>
              </a:spcBef>
              <a:spcAft>
                <a:spcPts val="0"/>
              </a:spcAft>
              <a:buNone/>
              <a:defRPr sz="1800" b="1" i="0">
                <a:solidFill>
                  <a:schemeClr val="bg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5" name="Content Placeholder 5">
            <a:extLst>
              <a:ext uri="{FF2B5EF4-FFF2-40B4-BE49-F238E27FC236}">
                <a16:creationId xmlns:a16="http://schemas.microsoft.com/office/drawing/2014/main" id="{2BC68446-E54E-6C5E-80EB-28C774DEFA93}"/>
              </a:ext>
            </a:extLst>
          </p:cNvPr>
          <p:cNvSpPr>
            <a:spLocks noGrp="1"/>
          </p:cNvSpPr>
          <p:nvPr>
            <p:ph sz="quarter" idx="26" hasCustomPrompt="1"/>
          </p:nvPr>
        </p:nvSpPr>
        <p:spPr>
          <a:xfrm>
            <a:off x="8783922" y="11406081"/>
            <a:ext cx="14571890" cy="1188720"/>
          </a:xfrm>
        </p:spPr>
        <p:txBody>
          <a:bodyPr anchor="ctr"/>
          <a:lstStyle>
            <a:lvl1pPr>
              <a:lnSpc>
                <a:spcPts val="2300"/>
              </a:lnSpc>
              <a:spcAft>
                <a:spcPts val="0"/>
              </a:spcAft>
              <a:defRPr sz="1800">
                <a:solidFill>
                  <a:schemeClr val="bg1"/>
                </a:solidFill>
              </a:defRPr>
            </a:lvl1pPr>
            <a:lvl2pPr marL="465138" indent="-446088">
              <a:lnSpc>
                <a:spcPts val="2300"/>
              </a:lnSpc>
              <a:spcAft>
                <a:spcPts val="0"/>
              </a:spcAft>
              <a:tabLst/>
              <a:defRPr sz="1800">
                <a:solidFill>
                  <a:schemeClr val="bg1"/>
                </a:solidFill>
              </a:defRPr>
            </a:lvl2pPr>
            <a:lvl3pPr marL="979488" indent="-496888">
              <a:lnSpc>
                <a:spcPts val="2300"/>
              </a:lnSpc>
              <a:spcAft>
                <a:spcPts val="0"/>
              </a:spcAft>
              <a:tabLst/>
              <a:defRPr sz="1800">
                <a:solidFill>
                  <a:schemeClr val="bg1"/>
                </a:solidFill>
              </a:defRPr>
            </a:lvl3pPr>
            <a:lvl4pPr marL="1543050" indent="-474663">
              <a:lnSpc>
                <a:spcPts val="2300"/>
              </a:lnSpc>
              <a:spcAft>
                <a:spcPts val="0"/>
              </a:spcAft>
              <a:tabLst/>
              <a:defRPr sz="1800">
                <a:solidFill>
                  <a:schemeClr val="bg1"/>
                </a:solidFill>
              </a:defRPr>
            </a:lvl4pPr>
            <a:lvl5pPr marL="2008188" indent="-457200">
              <a:lnSpc>
                <a:spcPts val="2300"/>
              </a:lnSpc>
              <a:spcAft>
                <a:spcPts val="0"/>
              </a:spcAft>
              <a:tabLst/>
              <a:defRPr sz="1800">
                <a:solidFill>
                  <a:schemeClr val="bg1"/>
                </a:solidFill>
              </a:defRPr>
            </a:lvl5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121316246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Venn 1">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21405848" cy="1169989"/>
          </a:xfrm>
        </p:spPr>
        <p:txBody>
          <a:bodyPr/>
          <a:lstStyle/>
          <a:p>
            <a:r>
              <a:rPr lang="en-US"/>
              <a:t>Click to edit title</a:t>
            </a:r>
          </a:p>
        </p:txBody>
      </p:sp>
    </p:spTree>
    <p:extLst>
      <p:ext uri="{BB962C8B-B14F-4D97-AF65-F5344CB8AC3E}">
        <p14:creationId xmlns:p14="http://schemas.microsoft.com/office/powerpoint/2010/main" val="165873810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Venn 2">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21405848" cy="1169989"/>
          </a:xfrm>
        </p:spPr>
        <p:txBody>
          <a:bodyPr/>
          <a:lstStyle/>
          <a:p>
            <a:r>
              <a:rPr lang="en-US"/>
              <a:t>Click to edit title</a:t>
            </a:r>
          </a:p>
        </p:txBody>
      </p:sp>
      <p:sp>
        <p:nvSpPr>
          <p:cNvPr id="3" name="Content Placeholder 3">
            <a:extLst>
              <a:ext uri="{FF2B5EF4-FFF2-40B4-BE49-F238E27FC236}">
                <a16:creationId xmlns:a16="http://schemas.microsoft.com/office/drawing/2014/main" id="{7408DDF9-52B5-2DA5-15E5-9180261F9E89}"/>
              </a:ext>
            </a:extLst>
          </p:cNvPr>
          <p:cNvSpPr>
            <a:spLocks noGrp="1"/>
          </p:cNvSpPr>
          <p:nvPr>
            <p:ph sz="half" idx="2" hasCustomPrompt="1"/>
          </p:nvPr>
        </p:nvSpPr>
        <p:spPr>
          <a:xfrm>
            <a:off x="682625" y="3730752"/>
            <a:ext cx="5943600" cy="8878824"/>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261485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Asset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 name="TextBox 3">
            <a:extLst>
              <a:ext uri="{FF2B5EF4-FFF2-40B4-BE49-F238E27FC236}">
                <a16:creationId xmlns:a16="http://schemas.microsoft.com/office/drawing/2014/main" id="{A5150B4D-58E6-9592-BD14-261DBAE4490B}"/>
              </a:ext>
            </a:extLst>
          </p:cNvPr>
          <p:cNvSpPr txBox="1"/>
          <p:nvPr userDrawn="1"/>
        </p:nvSpPr>
        <p:spPr>
          <a:xfrm>
            <a:off x="690373" y="372633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Handoff</a:t>
            </a:r>
          </a:p>
        </p:txBody>
      </p:sp>
      <p:sp>
        <p:nvSpPr>
          <p:cNvPr id="22" name="Text Placeholder 12">
            <a:extLst>
              <a:ext uri="{FF2B5EF4-FFF2-40B4-BE49-F238E27FC236}">
                <a16:creationId xmlns:a16="http://schemas.microsoft.com/office/drawing/2014/main" id="{FD4796C2-D49B-C11A-FBF7-5C286759E690}"/>
              </a:ext>
            </a:extLst>
          </p:cNvPr>
          <p:cNvSpPr>
            <a:spLocks noGrp="1"/>
          </p:cNvSpPr>
          <p:nvPr>
            <p:ph type="body" sz="quarter" idx="38" hasCustomPrompt="1"/>
          </p:nvPr>
        </p:nvSpPr>
        <p:spPr>
          <a:xfrm>
            <a:off x="690374" y="4021290"/>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XX/XX/2024</a:t>
            </a:r>
          </a:p>
        </p:txBody>
      </p:sp>
      <p:sp>
        <p:nvSpPr>
          <p:cNvPr id="26" name="TextBox 25">
            <a:extLst>
              <a:ext uri="{FF2B5EF4-FFF2-40B4-BE49-F238E27FC236}">
                <a16:creationId xmlns:a16="http://schemas.microsoft.com/office/drawing/2014/main" id="{6D0FD5FC-0CE5-BAF5-4685-AC8CF528FA9C}"/>
              </a:ext>
            </a:extLst>
          </p:cNvPr>
          <p:cNvSpPr txBox="1"/>
          <p:nvPr userDrawn="1"/>
        </p:nvSpPr>
        <p:spPr>
          <a:xfrm>
            <a:off x="690373" y="4636094"/>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In Market</a:t>
            </a:r>
          </a:p>
        </p:txBody>
      </p:sp>
      <p:sp>
        <p:nvSpPr>
          <p:cNvPr id="27" name="Text Placeholder 12">
            <a:extLst>
              <a:ext uri="{FF2B5EF4-FFF2-40B4-BE49-F238E27FC236}">
                <a16:creationId xmlns:a16="http://schemas.microsoft.com/office/drawing/2014/main" id="{4234A7FA-7B0C-BD6F-3AC3-68D91C7D1F41}"/>
              </a:ext>
            </a:extLst>
          </p:cNvPr>
          <p:cNvSpPr>
            <a:spLocks noGrp="1"/>
          </p:cNvSpPr>
          <p:nvPr>
            <p:ph type="body" sz="quarter" idx="45" hasCustomPrompt="1"/>
          </p:nvPr>
        </p:nvSpPr>
        <p:spPr>
          <a:xfrm>
            <a:off x="690374" y="4931047"/>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XX/XX/2024</a:t>
            </a:r>
          </a:p>
        </p:txBody>
      </p:sp>
      <p:sp>
        <p:nvSpPr>
          <p:cNvPr id="28" name="TextBox 27">
            <a:extLst>
              <a:ext uri="{FF2B5EF4-FFF2-40B4-BE49-F238E27FC236}">
                <a16:creationId xmlns:a16="http://schemas.microsoft.com/office/drawing/2014/main" id="{1279D5D3-342A-7F88-F3DF-F418259D6A16}"/>
              </a:ext>
            </a:extLst>
          </p:cNvPr>
          <p:cNvSpPr txBox="1"/>
          <p:nvPr userDrawn="1"/>
        </p:nvSpPr>
        <p:spPr>
          <a:xfrm>
            <a:off x="690373" y="5550642"/>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Out of Market</a:t>
            </a:r>
          </a:p>
        </p:txBody>
      </p:sp>
      <p:sp>
        <p:nvSpPr>
          <p:cNvPr id="39" name="Text Placeholder 12">
            <a:extLst>
              <a:ext uri="{FF2B5EF4-FFF2-40B4-BE49-F238E27FC236}">
                <a16:creationId xmlns:a16="http://schemas.microsoft.com/office/drawing/2014/main" id="{FB6D7D96-3C0F-55CC-5A2D-5DA8FACE7BDD}"/>
              </a:ext>
            </a:extLst>
          </p:cNvPr>
          <p:cNvSpPr>
            <a:spLocks noGrp="1"/>
          </p:cNvSpPr>
          <p:nvPr>
            <p:ph type="body" sz="quarter" idx="46" hasCustomPrompt="1"/>
          </p:nvPr>
        </p:nvSpPr>
        <p:spPr>
          <a:xfrm>
            <a:off x="690374" y="5845595"/>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XX/XX/2024</a:t>
            </a:r>
          </a:p>
        </p:txBody>
      </p:sp>
      <p:sp>
        <p:nvSpPr>
          <p:cNvPr id="40" name="TextBox 39">
            <a:extLst>
              <a:ext uri="{FF2B5EF4-FFF2-40B4-BE49-F238E27FC236}">
                <a16:creationId xmlns:a16="http://schemas.microsoft.com/office/drawing/2014/main" id="{9E45FE7F-5539-9C42-D62B-6AFECE6BAF47}"/>
              </a:ext>
            </a:extLst>
          </p:cNvPr>
          <p:cNvSpPr txBox="1"/>
          <p:nvPr userDrawn="1"/>
        </p:nvSpPr>
        <p:spPr>
          <a:xfrm>
            <a:off x="690373" y="646909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Consideration:</a:t>
            </a:r>
          </a:p>
        </p:txBody>
      </p:sp>
      <p:sp>
        <p:nvSpPr>
          <p:cNvPr id="41" name="Text Placeholder 12">
            <a:extLst>
              <a:ext uri="{FF2B5EF4-FFF2-40B4-BE49-F238E27FC236}">
                <a16:creationId xmlns:a16="http://schemas.microsoft.com/office/drawing/2014/main" id="{8FD56AE9-F81A-A091-9952-E37105BFC62C}"/>
              </a:ext>
            </a:extLst>
          </p:cNvPr>
          <p:cNvSpPr>
            <a:spLocks noGrp="1"/>
          </p:cNvSpPr>
          <p:nvPr>
            <p:ph type="body" sz="quarter" idx="47" hasCustomPrompt="1"/>
          </p:nvPr>
        </p:nvSpPr>
        <p:spPr>
          <a:xfrm>
            <a:off x="690374" y="6764050"/>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42" name="TextBox 41">
            <a:extLst>
              <a:ext uri="{FF2B5EF4-FFF2-40B4-BE49-F238E27FC236}">
                <a16:creationId xmlns:a16="http://schemas.microsoft.com/office/drawing/2014/main" id="{EE3CA648-64F7-E1C8-92C0-907C4F0CE5E3}"/>
              </a:ext>
            </a:extLst>
          </p:cNvPr>
          <p:cNvSpPr txBox="1"/>
          <p:nvPr userDrawn="1"/>
        </p:nvSpPr>
        <p:spPr>
          <a:xfrm>
            <a:off x="690373" y="7383645"/>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Asset Type:</a:t>
            </a:r>
          </a:p>
        </p:txBody>
      </p:sp>
      <p:sp>
        <p:nvSpPr>
          <p:cNvPr id="43" name="Text Placeholder 12">
            <a:extLst>
              <a:ext uri="{FF2B5EF4-FFF2-40B4-BE49-F238E27FC236}">
                <a16:creationId xmlns:a16="http://schemas.microsoft.com/office/drawing/2014/main" id="{108FD8CC-C2EF-B0CD-3DA3-946F372B446D}"/>
              </a:ext>
            </a:extLst>
          </p:cNvPr>
          <p:cNvSpPr>
            <a:spLocks noGrp="1"/>
          </p:cNvSpPr>
          <p:nvPr>
            <p:ph type="body" sz="quarter" idx="48" hasCustomPrompt="1"/>
          </p:nvPr>
        </p:nvSpPr>
        <p:spPr>
          <a:xfrm>
            <a:off x="690374" y="7678598"/>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44" name="TextBox 43">
            <a:extLst>
              <a:ext uri="{FF2B5EF4-FFF2-40B4-BE49-F238E27FC236}">
                <a16:creationId xmlns:a16="http://schemas.microsoft.com/office/drawing/2014/main" id="{B2B1852E-4A1D-8242-72F8-5A92DA469480}"/>
              </a:ext>
            </a:extLst>
          </p:cNvPr>
          <p:cNvSpPr txBox="1"/>
          <p:nvPr userDrawn="1"/>
        </p:nvSpPr>
        <p:spPr>
          <a:xfrm>
            <a:off x="4582811" y="372633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Mini Version</a:t>
            </a:r>
          </a:p>
        </p:txBody>
      </p:sp>
      <p:sp>
        <p:nvSpPr>
          <p:cNvPr id="45" name="Text Placeholder 12">
            <a:extLst>
              <a:ext uri="{FF2B5EF4-FFF2-40B4-BE49-F238E27FC236}">
                <a16:creationId xmlns:a16="http://schemas.microsoft.com/office/drawing/2014/main" id="{E2879E33-BADC-FA30-66CA-596AB5E55E13}"/>
              </a:ext>
            </a:extLst>
          </p:cNvPr>
          <p:cNvSpPr>
            <a:spLocks noGrp="1"/>
          </p:cNvSpPr>
          <p:nvPr>
            <p:ph type="body" sz="quarter" idx="49" hasCustomPrompt="1"/>
          </p:nvPr>
        </p:nvSpPr>
        <p:spPr>
          <a:xfrm>
            <a:off x="4582812" y="4021290"/>
            <a:ext cx="3535550" cy="915074"/>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46" name="TextBox 45">
            <a:extLst>
              <a:ext uri="{FF2B5EF4-FFF2-40B4-BE49-F238E27FC236}">
                <a16:creationId xmlns:a16="http://schemas.microsoft.com/office/drawing/2014/main" id="{C3C358FD-6D34-9D4D-17F4-A5EB7058A70E}"/>
              </a:ext>
            </a:extLst>
          </p:cNvPr>
          <p:cNvSpPr txBox="1"/>
          <p:nvPr userDrawn="1"/>
        </p:nvSpPr>
        <p:spPr>
          <a:xfrm>
            <a:off x="4582811" y="524682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Large Version</a:t>
            </a:r>
          </a:p>
        </p:txBody>
      </p:sp>
      <p:sp>
        <p:nvSpPr>
          <p:cNvPr id="47" name="Text Placeholder 12">
            <a:extLst>
              <a:ext uri="{FF2B5EF4-FFF2-40B4-BE49-F238E27FC236}">
                <a16:creationId xmlns:a16="http://schemas.microsoft.com/office/drawing/2014/main" id="{B49CA8A2-1136-2A3B-F2A3-265D9592554F}"/>
              </a:ext>
            </a:extLst>
          </p:cNvPr>
          <p:cNvSpPr>
            <a:spLocks noGrp="1"/>
          </p:cNvSpPr>
          <p:nvPr>
            <p:ph type="body" sz="quarter" idx="50" hasCustomPrompt="1"/>
          </p:nvPr>
        </p:nvSpPr>
        <p:spPr>
          <a:xfrm>
            <a:off x="4582812" y="5541780"/>
            <a:ext cx="3535550" cy="1824468"/>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31" name="Freeform 30">
            <a:extLst>
              <a:ext uri="{FF2B5EF4-FFF2-40B4-BE49-F238E27FC236}">
                <a16:creationId xmlns:a16="http://schemas.microsoft.com/office/drawing/2014/main" id="{E1ACF64E-6033-D507-8A17-BE4244F9E390}"/>
              </a:ext>
            </a:extLst>
          </p:cNvPr>
          <p:cNvSpPr/>
          <p:nvPr/>
        </p:nvSpPr>
        <p:spPr>
          <a:xfrm>
            <a:off x="8455025" y="3754424"/>
            <a:ext cx="14503399" cy="8837930"/>
          </a:xfrm>
          <a:custGeom>
            <a:avLst/>
            <a:gdLst>
              <a:gd name="connsiteX0" fmla="*/ 14221459 w 14503399"/>
              <a:gd name="connsiteY0" fmla="*/ 434341 h 8837930"/>
              <a:gd name="connsiteX1" fmla="*/ 14198599 w 14503399"/>
              <a:gd name="connsiteY1" fmla="*/ 443230 h 8837930"/>
              <a:gd name="connsiteX2" fmla="*/ 14189711 w 14503399"/>
              <a:gd name="connsiteY2" fmla="*/ 466090 h 8837930"/>
              <a:gd name="connsiteX3" fmla="*/ 14198599 w 14503399"/>
              <a:gd name="connsiteY3" fmla="*/ 488950 h 8837930"/>
              <a:gd name="connsiteX4" fmla="*/ 14221459 w 14503399"/>
              <a:gd name="connsiteY4" fmla="*/ 497840 h 8837930"/>
              <a:gd name="connsiteX5" fmla="*/ 14244321 w 14503399"/>
              <a:gd name="connsiteY5" fmla="*/ 488950 h 8837930"/>
              <a:gd name="connsiteX6" fmla="*/ 14253211 w 14503399"/>
              <a:gd name="connsiteY6" fmla="*/ 466090 h 8837930"/>
              <a:gd name="connsiteX7" fmla="*/ 14244321 w 14503399"/>
              <a:gd name="connsiteY7" fmla="*/ 443230 h 8837930"/>
              <a:gd name="connsiteX8" fmla="*/ 14221459 w 14503399"/>
              <a:gd name="connsiteY8" fmla="*/ 434341 h 8837930"/>
              <a:gd name="connsiteX9" fmla="*/ 14221459 w 14503399"/>
              <a:gd name="connsiteY9" fmla="*/ 339091 h 8837930"/>
              <a:gd name="connsiteX10" fmla="*/ 14198599 w 14503399"/>
              <a:gd name="connsiteY10" fmla="*/ 347980 h 8837930"/>
              <a:gd name="connsiteX11" fmla="*/ 14189711 w 14503399"/>
              <a:gd name="connsiteY11" fmla="*/ 370840 h 8837930"/>
              <a:gd name="connsiteX12" fmla="*/ 14198599 w 14503399"/>
              <a:gd name="connsiteY12" fmla="*/ 393701 h 8837930"/>
              <a:gd name="connsiteX13" fmla="*/ 14221459 w 14503399"/>
              <a:gd name="connsiteY13" fmla="*/ 402590 h 8837930"/>
              <a:gd name="connsiteX14" fmla="*/ 14244321 w 14503399"/>
              <a:gd name="connsiteY14" fmla="*/ 393701 h 8837930"/>
              <a:gd name="connsiteX15" fmla="*/ 14253211 w 14503399"/>
              <a:gd name="connsiteY15" fmla="*/ 370840 h 8837930"/>
              <a:gd name="connsiteX16" fmla="*/ 14244321 w 14503399"/>
              <a:gd name="connsiteY16" fmla="*/ 347980 h 8837930"/>
              <a:gd name="connsiteX17" fmla="*/ 14221459 w 14503399"/>
              <a:gd name="connsiteY17" fmla="*/ 339091 h 8837930"/>
              <a:gd name="connsiteX18" fmla="*/ 2538582 w 14503399"/>
              <a:gd name="connsiteY18" fmla="*/ 298599 h 8837930"/>
              <a:gd name="connsiteX19" fmla="*/ 2539205 w 14503399"/>
              <a:gd name="connsiteY19" fmla="*/ 298926 h 8837930"/>
              <a:gd name="connsiteX20" fmla="*/ 2574289 w 14503399"/>
              <a:gd name="connsiteY20" fmla="*/ 347980 h 8837930"/>
              <a:gd name="connsiteX21" fmla="*/ 2489199 w 14503399"/>
              <a:gd name="connsiteY21" fmla="*/ 347980 h 8837930"/>
              <a:gd name="connsiteX22" fmla="*/ 681761 w 14503399"/>
              <a:gd name="connsiteY22" fmla="*/ 271758 h 8837930"/>
              <a:gd name="connsiteX23" fmla="*/ 652793 w 14503399"/>
              <a:gd name="connsiteY23" fmla="*/ 271996 h 8837930"/>
              <a:gd name="connsiteX24" fmla="*/ 615426 w 14503399"/>
              <a:gd name="connsiteY24" fmla="*/ 285819 h 8837930"/>
              <a:gd name="connsiteX25" fmla="*/ 582819 w 14503399"/>
              <a:gd name="connsiteY25" fmla="*/ 423913 h 8837930"/>
              <a:gd name="connsiteX26" fmla="*/ 720913 w 14503399"/>
              <a:gd name="connsiteY26" fmla="*/ 456519 h 8837930"/>
              <a:gd name="connsiteX27" fmla="*/ 753520 w 14503399"/>
              <a:gd name="connsiteY27" fmla="*/ 318426 h 8837930"/>
              <a:gd name="connsiteX28" fmla="*/ 681761 w 14503399"/>
              <a:gd name="connsiteY28" fmla="*/ 271758 h 8837930"/>
              <a:gd name="connsiteX29" fmla="*/ 967740 w 14503399"/>
              <a:gd name="connsiteY29" fmla="*/ 270511 h 8837930"/>
              <a:gd name="connsiteX30" fmla="*/ 867410 w 14503399"/>
              <a:gd name="connsiteY30" fmla="*/ 370841 h 8837930"/>
              <a:gd name="connsiteX31" fmla="*/ 967740 w 14503399"/>
              <a:gd name="connsiteY31" fmla="*/ 471171 h 8837930"/>
              <a:gd name="connsiteX32" fmla="*/ 1068070 w 14503399"/>
              <a:gd name="connsiteY32" fmla="*/ 370841 h 8837930"/>
              <a:gd name="connsiteX33" fmla="*/ 967740 w 14503399"/>
              <a:gd name="connsiteY33" fmla="*/ 270511 h 8837930"/>
              <a:gd name="connsiteX34" fmla="*/ 368299 w 14503399"/>
              <a:gd name="connsiteY34" fmla="*/ 270511 h 8837930"/>
              <a:gd name="connsiteX35" fmla="*/ 267969 w 14503399"/>
              <a:gd name="connsiteY35" fmla="*/ 370841 h 8837930"/>
              <a:gd name="connsiteX36" fmla="*/ 368299 w 14503399"/>
              <a:gd name="connsiteY36" fmla="*/ 471171 h 8837930"/>
              <a:gd name="connsiteX37" fmla="*/ 468629 w 14503399"/>
              <a:gd name="connsiteY37" fmla="*/ 370841 h 8837930"/>
              <a:gd name="connsiteX38" fmla="*/ 368299 w 14503399"/>
              <a:gd name="connsiteY38" fmla="*/ 270511 h 8837930"/>
              <a:gd name="connsiteX39" fmla="*/ 1934209 w 14503399"/>
              <a:gd name="connsiteY39" fmla="*/ 266700 h 8837930"/>
              <a:gd name="connsiteX40" fmla="*/ 1934209 w 14503399"/>
              <a:gd name="connsiteY40" fmla="*/ 370840 h 8837930"/>
              <a:gd name="connsiteX41" fmla="*/ 1934209 w 14503399"/>
              <a:gd name="connsiteY41" fmla="*/ 474980 h 8837930"/>
              <a:gd name="connsiteX42" fmla="*/ 2038349 w 14503399"/>
              <a:gd name="connsiteY42" fmla="*/ 370840 h 8837930"/>
              <a:gd name="connsiteX43" fmla="*/ 1494790 w 14503399"/>
              <a:gd name="connsiteY43" fmla="*/ 266700 h 8837930"/>
              <a:gd name="connsiteX44" fmla="*/ 1390650 w 14503399"/>
              <a:gd name="connsiteY44" fmla="*/ 370840 h 8837930"/>
              <a:gd name="connsiteX45" fmla="*/ 1494790 w 14503399"/>
              <a:gd name="connsiteY45" fmla="*/ 474980 h 8837930"/>
              <a:gd name="connsiteX46" fmla="*/ 1494790 w 14503399"/>
              <a:gd name="connsiteY46" fmla="*/ 370840 h 8837930"/>
              <a:gd name="connsiteX47" fmla="*/ 2574289 w 14503399"/>
              <a:gd name="connsiteY47" fmla="*/ 262890 h 8837930"/>
              <a:gd name="connsiteX48" fmla="*/ 2538582 w 14503399"/>
              <a:gd name="connsiteY48" fmla="*/ 298599 h 8837930"/>
              <a:gd name="connsiteX49" fmla="*/ 2511960 w 14503399"/>
              <a:gd name="connsiteY49" fmla="*/ 284580 h 8837930"/>
              <a:gd name="connsiteX50" fmla="*/ 2480309 w 14503399"/>
              <a:gd name="connsiteY50" fmla="*/ 279400 h 8837930"/>
              <a:gd name="connsiteX51" fmla="*/ 2382519 w 14503399"/>
              <a:gd name="connsiteY51" fmla="*/ 377191 h 8837930"/>
              <a:gd name="connsiteX52" fmla="*/ 2480309 w 14503399"/>
              <a:gd name="connsiteY52" fmla="*/ 474980 h 8837930"/>
              <a:gd name="connsiteX53" fmla="*/ 2574289 w 14503399"/>
              <a:gd name="connsiteY53" fmla="*/ 407671 h 8837930"/>
              <a:gd name="connsiteX54" fmla="*/ 2574289 w 14503399"/>
              <a:gd name="connsiteY54" fmla="*/ 347980 h 8837930"/>
              <a:gd name="connsiteX55" fmla="*/ 14221459 w 14503399"/>
              <a:gd name="connsiteY55" fmla="*/ 243840 h 8837930"/>
              <a:gd name="connsiteX56" fmla="*/ 14198599 w 14503399"/>
              <a:gd name="connsiteY56" fmla="*/ 252730 h 8837930"/>
              <a:gd name="connsiteX57" fmla="*/ 14189711 w 14503399"/>
              <a:gd name="connsiteY57" fmla="*/ 275591 h 8837930"/>
              <a:gd name="connsiteX58" fmla="*/ 14198599 w 14503399"/>
              <a:gd name="connsiteY58" fmla="*/ 298450 h 8837930"/>
              <a:gd name="connsiteX59" fmla="*/ 14221459 w 14503399"/>
              <a:gd name="connsiteY59" fmla="*/ 307340 h 8837930"/>
              <a:gd name="connsiteX60" fmla="*/ 14244321 w 14503399"/>
              <a:gd name="connsiteY60" fmla="*/ 298450 h 8837930"/>
              <a:gd name="connsiteX61" fmla="*/ 14253211 w 14503399"/>
              <a:gd name="connsiteY61" fmla="*/ 275591 h 8837930"/>
              <a:gd name="connsiteX62" fmla="*/ 14244321 w 14503399"/>
              <a:gd name="connsiteY62" fmla="*/ 252730 h 8837930"/>
              <a:gd name="connsiteX63" fmla="*/ 14221459 w 14503399"/>
              <a:gd name="connsiteY63" fmla="*/ 243840 h 8837930"/>
              <a:gd name="connsiteX64" fmla="*/ 3072129 w 14503399"/>
              <a:gd name="connsiteY64" fmla="*/ 214631 h 8837930"/>
              <a:gd name="connsiteX65" fmla="*/ 2915919 w 14503399"/>
              <a:gd name="connsiteY65" fmla="*/ 370841 h 8837930"/>
              <a:gd name="connsiteX66" fmla="*/ 3072129 w 14503399"/>
              <a:gd name="connsiteY66" fmla="*/ 527051 h 8837930"/>
              <a:gd name="connsiteX67" fmla="*/ 13765529 w 14503399"/>
              <a:gd name="connsiteY67" fmla="*/ 527051 h 8837930"/>
              <a:gd name="connsiteX68" fmla="*/ 13921739 w 14503399"/>
              <a:gd name="connsiteY68" fmla="*/ 370841 h 8837930"/>
              <a:gd name="connsiteX69" fmla="*/ 13765529 w 14503399"/>
              <a:gd name="connsiteY69" fmla="*/ 214631 h 8837930"/>
              <a:gd name="connsiteX70" fmla="*/ 255270 w 14503399"/>
              <a:gd name="connsiteY70" fmla="*/ 0 h 8837930"/>
              <a:gd name="connsiteX71" fmla="*/ 14248131 w 14503399"/>
              <a:gd name="connsiteY71" fmla="*/ 0 h 8837930"/>
              <a:gd name="connsiteX72" fmla="*/ 14503399 w 14503399"/>
              <a:gd name="connsiteY72" fmla="*/ 255270 h 8837930"/>
              <a:gd name="connsiteX73" fmla="*/ 14503399 w 14503399"/>
              <a:gd name="connsiteY73" fmla="*/ 8582660 h 8837930"/>
              <a:gd name="connsiteX74" fmla="*/ 14248131 w 14503399"/>
              <a:gd name="connsiteY74" fmla="*/ 8837930 h 8837930"/>
              <a:gd name="connsiteX75" fmla="*/ 255270 w 14503399"/>
              <a:gd name="connsiteY75" fmla="*/ 8837930 h 8837930"/>
              <a:gd name="connsiteX76" fmla="*/ 0 w 14503399"/>
              <a:gd name="connsiteY76" fmla="*/ 8582660 h 8837930"/>
              <a:gd name="connsiteX77" fmla="*/ 0 w 14503399"/>
              <a:gd name="connsiteY77" fmla="*/ 256541 h 8837930"/>
              <a:gd name="connsiteX78" fmla="*/ 255270 w 14503399"/>
              <a:gd name="connsiteY78" fmla="*/ 1270 h 88379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4503399" h="8837930">
                <a:moveTo>
                  <a:pt x="14221459" y="434341"/>
                </a:moveTo>
                <a:cubicBezTo>
                  <a:pt x="14212571" y="434341"/>
                  <a:pt x="14204949" y="436881"/>
                  <a:pt x="14198599" y="443230"/>
                </a:cubicBezTo>
                <a:cubicBezTo>
                  <a:pt x="14192249" y="449580"/>
                  <a:pt x="14189711" y="457200"/>
                  <a:pt x="14189711" y="466090"/>
                </a:cubicBezTo>
                <a:cubicBezTo>
                  <a:pt x="14189711" y="474980"/>
                  <a:pt x="14192249" y="482600"/>
                  <a:pt x="14198599" y="488950"/>
                </a:cubicBezTo>
                <a:cubicBezTo>
                  <a:pt x="14204949" y="495300"/>
                  <a:pt x="14212571" y="497840"/>
                  <a:pt x="14221459" y="497840"/>
                </a:cubicBezTo>
                <a:cubicBezTo>
                  <a:pt x="14230349" y="497840"/>
                  <a:pt x="14237971" y="494030"/>
                  <a:pt x="14244321" y="488950"/>
                </a:cubicBezTo>
                <a:cubicBezTo>
                  <a:pt x="14250671" y="482600"/>
                  <a:pt x="14253211" y="474980"/>
                  <a:pt x="14253211" y="466090"/>
                </a:cubicBezTo>
                <a:cubicBezTo>
                  <a:pt x="14253211" y="457200"/>
                  <a:pt x="14250671" y="449580"/>
                  <a:pt x="14244321" y="443230"/>
                </a:cubicBezTo>
                <a:cubicBezTo>
                  <a:pt x="14237971" y="436881"/>
                  <a:pt x="14230349" y="434341"/>
                  <a:pt x="14221459" y="434341"/>
                </a:cubicBezTo>
                <a:close/>
                <a:moveTo>
                  <a:pt x="14221459" y="339091"/>
                </a:moveTo>
                <a:cubicBezTo>
                  <a:pt x="14212571" y="339091"/>
                  <a:pt x="14204949" y="341631"/>
                  <a:pt x="14198599" y="347980"/>
                </a:cubicBezTo>
                <a:cubicBezTo>
                  <a:pt x="14192249" y="354330"/>
                  <a:pt x="14189711" y="361950"/>
                  <a:pt x="14189711" y="370840"/>
                </a:cubicBezTo>
                <a:cubicBezTo>
                  <a:pt x="14189711" y="379731"/>
                  <a:pt x="14192249" y="387350"/>
                  <a:pt x="14198599" y="393701"/>
                </a:cubicBezTo>
                <a:cubicBezTo>
                  <a:pt x="14204949" y="400050"/>
                  <a:pt x="14212571" y="402590"/>
                  <a:pt x="14221459" y="402590"/>
                </a:cubicBezTo>
                <a:cubicBezTo>
                  <a:pt x="14230349" y="402590"/>
                  <a:pt x="14237971" y="400050"/>
                  <a:pt x="14244321" y="393701"/>
                </a:cubicBezTo>
                <a:cubicBezTo>
                  <a:pt x="14250671" y="387350"/>
                  <a:pt x="14253211" y="379731"/>
                  <a:pt x="14253211" y="370840"/>
                </a:cubicBezTo>
                <a:cubicBezTo>
                  <a:pt x="14253211" y="361950"/>
                  <a:pt x="14250671" y="354330"/>
                  <a:pt x="14244321" y="347980"/>
                </a:cubicBezTo>
                <a:cubicBezTo>
                  <a:pt x="14237971" y="341631"/>
                  <a:pt x="14230349" y="339091"/>
                  <a:pt x="14221459" y="339091"/>
                </a:cubicBezTo>
                <a:close/>
                <a:moveTo>
                  <a:pt x="2538582" y="298599"/>
                </a:moveTo>
                <a:lnTo>
                  <a:pt x="2539205" y="298926"/>
                </a:lnTo>
                <a:cubicBezTo>
                  <a:pt x="2555557" y="311151"/>
                  <a:pt x="2567939" y="328295"/>
                  <a:pt x="2574289" y="347980"/>
                </a:cubicBezTo>
                <a:lnTo>
                  <a:pt x="2489199" y="347980"/>
                </a:lnTo>
                <a:close/>
                <a:moveTo>
                  <a:pt x="681761" y="271758"/>
                </a:moveTo>
                <a:cubicBezTo>
                  <a:pt x="672214" y="270448"/>
                  <a:pt x="662453" y="270502"/>
                  <a:pt x="652793" y="271996"/>
                </a:cubicBezTo>
                <a:cubicBezTo>
                  <a:pt x="639913" y="273986"/>
                  <a:pt x="627211" y="278536"/>
                  <a:pt x="615426" y="285819"/>
                </a:cubicBezTo>
                <a:cubicBezTo>
                  <a:pt x="568289" y="314947"/>
                  <a:pt x="553689" y="376774"/>
                  <a:pt x="582819" y="423913"/>
                </a:cubicBezTo>
                <a:cubicBezTo>
                  <a:pt x="611948" y="471050"/>
                  <a:pt x="673776" y="485649"/>
                  <a:pt x="720913" y="456519"/>
                </a:cubicBezTo>
                <a:cubicBezTo>
                  <a:pt x="768051" y="427390"/>
                  <a:pt x="782650" y="365564"/>
                  <a:pt x="753520" y="318426"/>
                </a:cubicBezTo>
                <a:cubicBezTo>
                  <a:pt x="737135" y="291912"/>
                  <a:pt x="710404" y="275692"/>
                  <a:pt x="681761" y="271758"/>
                </a:cubicBezTo>
                <a:close/>
                <a:moveTo>
                  <a:pt x="967740" y="270511"/>
                </a:moveTo>
                <a:cubicBezTo>
                  <a:pt x="911860" y="270511"/>
                  <a:pt x="867410" y="314962"/>
                  <a:pt x="867410" y="370841"/>
                </a:cubicBezTo>
                <a:cubicBezTo>
                  <a:pt x="867410" y="426721"/>
                  <a:pt x="911860" y="471171"/>
                  <a:pt x="967740" y="471171"/>
                </a:cubicBezTo>
                <a:cubicBezTo>
                  <a:pt x="1023620" y="471171"/>
                  <a:pt x="1068070" y="426721"/>
                  <a:pt x="1068070" y="370841"/>
                </a:cubicBezTo>
                <a:cubicBezTo>
                  <a:pt x="1068070" y="314962"/>
                  <a:pt x="1023620" y="270511"/>
                  <a:pt x="967740" y="270511"/>
                </a:cubicBezTo>
                <a:close/>
                <a:moveTo>
                  <a:pt x="368299" y="270511"/>
                </a:moveTo>
                <a:cubicBezTo>
                  <a:pt x="312419" y="270511"/>
                  <a:pt x="267969" y="314962"/>
                  <a:pt x="267969" y="370841"/>
                </a:cubicBezTo>
                <a:cubicBezTo>
                  <a:pt x="267969" y="426721"/>
                  <a:pt x="312419" y="471171"/>
                  <a:pt x="368299" y="471171"/>
                </a:cubicBezTo>
                <a:cubicBezTo>
                  <a:pt x="422909" y="471171"/>
                  <a:pt x="468629" y="426721"/>
                  <a:pt x="468629" y="370841"/>
                </a:cubicBezTo>
                <a:cubicBezTo>
                  <a:pt x="468629" y="314962"/>
                  <a:pt x="424179" y="270511"/>
                  <a:pt x="368299" y="270511"/>
                </a:cubicBezTo>
                <a:close/>
                <a:moveTo>
                  <a:pt x="1934209" y="266700"/>
                </a:moveTo>
                <a:lnTo>
                  <a:pt x="1934209" y="370840"/>
                </a:lnTo>
                <a:lnTo>
                  <a:pt x="1934209" y="474980"/>
                </a:lnTo>
                <a:lnTo>
                  <a:pt x="2038349" y="370840"/>
                </a:lnTo>
                <a:close/>
                <a:moveTo>
                  <a:pt x="1494790" y="266700"/>
                </a:moveTo>
                <a:lnTo>
                  <a:pt x="1390650" y="370840"/>
                </a:lnTo>
                <a:lnTo>
                  <a:pt x="1494790" y="474980"/>
                </a:lnTo>
                <a:lnTo>
                  <a:pt x="1494790" y="370840"/>
                </a:lnTo>
                <a:close/>
                <a:moveTo>
                  <a:pt x="2574289" y="262890"/>
                </a:moveTo>
                <a:lnTo>
                  <a:pt x="2538582" y="298599"/>
                </a:lnTo>
                <a:lnTo>
                  <a:pt x="2511960" y="284580"/>
                </a:lnTo>
                <a:cubicBezTo>
                  <a:pt x="2502058" y="281226"/>
                  <a:pt x="2491422" y="279400"/>
                  <a:pt x="2480309" y="279400"/>
                </a:cubicBezTo>
                <a:cubicBezTo>
                  <a:pt x="2425699" y="279400"/>
                  <a:pt x="2382519" y="323850"/>
                  <a:pt x="2382519" y="377191"/>
                </a:cubicBezTo>
                <a:cubicBezTo>
                  <a:pt x="2382519" y="431801"/>
                  <a:pt x="2426969" y="474980"/>
                  <a:pt x="2480309" y="474980"/>
                </a:cubicBezTo>
                <a:cubicBezTo>
                  <a:pt x="2523489" y="474980"/>
                  <a:pt x="2561589" y="447040"/>
                  <a:pt x="2574289" y="407671"/>
                </a:cubicBezTo>
                <a:lnTo>
                  <a:pt x="2574289" y="347980"/>
                </a:lnTo>
                <a:close/>
                <a:moveTo>
                  <a:pt x="14221459" y="243840"/>
                </a:moveTo>
                <a:cubicBezTo>
                  <a:pt x="14212571" y="243840"/>
                  <a:pt x="14204949" y="246380"/>
                  <a:pt x="14198599" y="252730"/>
                </a:cubicBezTo>
                <a:cubicBezTo>
                  <a:pt x="14192249" y="259080"/>
                  <a:pt x="14189711" y="266700"/>
                  <a:pt x="14189711" y="275591"/>
                </a:cubicBezTo>
                <a:cubicBezTo>
                  <a:pt x="14189711" y="284481"/>
                  <a:pt x="14192249" y="292101"/>
                  <a:pt x="14198599" y="298450"/>
                </a:cubicBezTo>
                <a:cubicBezTo>
                  <a:pt x="14204949" y="304800"/>
                  <a:pt x="14212571" y="307340"/>
                  <a:pt x="14221459" y="307340"/>
                </a:cubicBezTo>
                <a:cubicBezTo>
                  <a:pt x="14230349" y="307340"/>
                  <a:pt x="14237971" y="304800"/>
                  <a:pt x="14244321" y="298450"/>
                </a:cubicBezTo>
                <a:cubicBezTo>
                  <a:pt x="14250671" y="292101"/>
                  <a:pt x="14253211" y="284481"/>
                  <a:pt x="14253211" y="275591"/>
                </a:cubicBezTo>
                <a:cubicBezTo>
                  <a:pt x="14253211" y="266700"/>
                  <a:pt x="14250671" y="259080"/>
                  <a:pt x="14244321" y="252730"/>
                </a:cubicBezTo>
                <a:cubicBezTo>
                  <a:pt x="14237971" y="246380"/>
                  <a:pt x="14230349" y="243840"/>
                  <a:pt x="14221459" y="243840"/>
                </a:cubicBezTo>
                <a:close/>
                <a:moveTo>
                  <a:pt x="3072129" y="214631"/>
                </a:moveTo>
                <a:cubicBezTo>
                  <a:pt x="2985769" y="214631"/>
                  <a:pt x="2915919" y="284481"/>
                  <a:pt x="2915919" y="370841"/>
                </a:cubicBezTo>
                <a:cubicBezTo>
                  <a:pt x="2915919" y="457201"/>
                  <a:pt x="2985769" y="527051"/>
                  <a:pt x="3072129" y="527051"/>
                </a:cubicBezTo>
                <a:lnTo>
                  <a:pt x="13765529" y="527051"/>
                </a:lnTo>
                <a:cubicBezTo>
                  <a:pt x="13851889" y="527051"/>
                  <a:pt x="13921739" y="457201"/>
                  <a:pt x="13921739" y="370841"/>
                </a:cubicBezTo>
                <a:cubicBezTo>
                  <a:pt x="13921739" y="284481"/>
                  <a:pt x="13851889" y="214631"/>
                  <a:pt x="13765529" y="214631"/>
                </a:cubicBezTo>
                <a:close/>
                <a:moveTo>
                  <a:pt x="255270" y="0"/>
                </a:moveTo>
                <a:lnTo>
                  <a:pt x="14248131" y="0"/>
                </a:lnTo>
                <a:cubicBezTo>
                  <a:pt x="14389099" y="0"/>
                  <a:pt x="14503399" y="114301"/>
                  <a:pt x="14503399" y="255270"/>
                </a:cubicBezTo>
                <a:lnTo>
                  <a:pt x="14503399" y="8582660"/>
                </a:lnTo>
                <a:cubicBezTo>
                  <a:pt x="14503399" y="8723630"/>
                  <a:pt x="14389099" y="8837930"/>
                  <a:pt x="14248131" y="8837930"/>
                </a:cubicBezTo>
                <a:lnTo>
                  <a:pt x="255270" y="8837930"/>
                </a:lnTo>
                <a:cubicBezTo>
                  <a:pt x="114300" y="8837930"/>
                  <a:pt x="0" y="8723630"/>
                  <a:pt x="0" y="8582660"/>
                </a:cubicBezTo>
                <a:lnTo>
                  <a:pt x="0" y="256541"/>
                </a:lnTo>
                <a:cubicBezTo>
                  <a:pt x="0" y="115570"/>
                  <a:pt x="114300" y="1270"/>
                  <a:pt x="255270" y="1270"/>
                </a:cubicBezTo>
                <a:close/>
              </a:path>
            </a:pathLst>
          </a:custGeom>
          <a:noFill/>
          <a:ln w="12700" cap="flat">
            <a:solidFill>
              <a:srgbClr val="001E60"/>
            </a:solidFill>
            <a:prstDash val="solid"/>
            <a:miter/>
          </a:ln>
        </p:spPr>
        <p:txBody>
          <a:bodyPr rtlCol="0" anchor="ctr"/>
          <a:lstStyle/>
          <a:p>
            <a:endParaRPr lang="en-US"/>
          </a:p>
        </p:txBody>
      </p:sp>
      <p:sp>
        <p:nvSpPr>
          <p:cNvPr id="34" name="Picture Placeholder 33">
            <a:extLst>
              <a:ext uri="{FF2B5EF4-FFF2-40B4-BE49-F238E27FC236}">
                <a16:creationId xmlns:a16="http://schemas.microsoft.com/office/drawing/2014/main" id="{C1698768-6523-6280-0815-5BEB329CA5BD}"/>
              </a:ext>
            </a:extLst>
          </p:cNvPr>
          <p:cNvSpPr>
            <a:spLocks noGrp="1"/>
          </p:cNvSpPr>
          <p:nvPr>
            <p:ph type="pic" sz="quarter" idx="51"/>
          </p:nvPr>
        </p:nvSpPr>
        <p:spPr>
          <a:xfrm>
            <a:off x="8461375" y="4454376"/>
            <a:ext cx="14490699" cy="8128000"/>
          </a:xfrm>
          <a:custGeom>
            <a:avLst/>
            <a:gdLst>
              <a:gd name="connsiteX0" fmla="*/ 0 w 14490699"/>
              <a:gd name="connsiteY0" fmla="*/ 0 h 8128000"/>
              <a:gd name="connsiteX1" fmla="*/ 14490699 w 14490699"/>
              <a:gd name="connsiteY1" fmla="*/ 0 h 8128000"/>
              <a:gd name="connsiteX2" fmla="*/ 14490699 w 14490699"/>
              <a:gd name="connsiteY2" fmla="*/ 7874000 h 8128000"/>
              <a:gd name="connsiteX3" fmla="*/ 14236699 w 14490699"/>
              <a:gd name="connsiteY3" fmla="*/ 8128000 h 8128000"/>
              <a:gd name="connsiteX4" fmla="*/ 254000 w 14490699"/>
              <a:gd name="connsiteY4" fmla="*/ 8128000 h 8128000"/>
              <a:gd name="connsiteX5" fmla="*/ 0 w 14490699"/>
              <a:gd name="connsiteY5" fmla="*/ 7874000 h 812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90699" h="8128000">
                <a:moveTo>
                  <a:pt x="0" y="0"/>
                </a:moveTo>
                <a:lnTo>
                  <a:pt x="14490699" y="0"/>
                </a:lnTo>
                <a:lnTo>
                  <a:pt x="14490699" y="7874000"/>
                </a:lnTo>
                <a:cubicBezTo>
                  <a:pt x="14490699" y="8013700"/>
                  <a:pt x="14376399" y="8128000"/>
                  <a:pt x="14236699" y="8128000"/>
                </a:cubicBezTo>
                <a:lnTo>
                  <a:pt x="254000" y="8128000"/>
                </a:lnTo>
                <a:cubicBezTo>
                  <a:pt x="114300" y="8128000"/>
                  <a:pt x="0" y="8013700"/>
                  <a:pt x="0" y="7874000"/>
                </a:cubicBezTo>
                <a:close/>
              </a:path>
            </a:pathLst>
          </a:custGeom>
          <a:solidFill>
            <a:schemeClr val="bg1">
              <a:lumMod val="95000"/>
            </a:schemeClr>
          </a:solidFill>
        </p:spPr>
        <p:txBody>
          <a:bodyPr wrap="square">
            <a:noAutofit/>
          </a:bodyPr>
          <a:lstStyle>
            <a:lvl1pPr>
              <a:defRPr sz="2800"/>
            </a:lvl1pPr>
          </a:lstStyle>
          <a:p>
            <a:endParaRPr lang="en-US"/>
          </a:p>
        </p:txBody>
      </p:sp>
    </p:spTree>
    <p:extLst>
      <p:ext uri="{BB962C8B-B14F-4D97-AF65-F5344CB8AC3E}">
        <p14:creationId xmlns:p14="http://schemas.microsoft.com/office/powerpoint/2010/main" val="364799764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_Ass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38" name="Text Placeholder 12">
            <a:extLst>
              <a:ext uri="{FF2B5EF4-FFF2-40B4-BE49-F238E27FC236}">
                <a16:creationId xmlns:a16="http://schemas.microsoft.com/office/drawing/2014/main" id="{00F4B7A1-10E5-AD1B-8A77-3C649AD9BA6C}"/>
              </a:ext>
            </a:extLst>
          </p:cNvPr>
          <p:cNvSpPr>
            <a:spLocks noGrp="1"/>
          </p:cNvSpPr>
          <p:nvPr>
            <p:ph type="body" sz="quarter" idx="44" hasCustomPrompt="1"/>
          </p:nvPr>
        </p:nvSpPr>
        <p:spPr>
          <a:xfrm>
            <a:off x="8483146" y="12085579"/>
            <a:ext cx="4023816" cy="476954"/>
          </a:xfrm>
        </p:spPr>
        <p:txBody>
          <a:bodyPr lIns="0" tIns="0" rIns="0" bIns="0" anchor="b" anchorCtr="0">
            <a:noAutofit/>
          </a:bodyPr>
          <a:lstStyle>
            <a:lvl1pPr marL="0" indent="0" algn="ctr">
              <a:lnSpc>
                <a:spcPts val="22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
        <p:nvSpPr>
          <p:cNvPr id="7" name="Freeform 6">
            <a:extLst>
              <a:ext uri="{FF2B5EF4-FFF2-40B4-BE49-F238E27FC236}">
                <a16:creationId xmlns:a16="http://schemas.microsoft.com/office/drawing/2014/main" id="{02F5737A-15FC-E2EE-4F60-E74F6845AAB2}"/>
              </a:ext>
            </a:extLst>
          </p:cNvPr>
          <p:cNvSpPr/>
          <p:nvPr/>
        </p:nvSpPr>
        <p:spPr>
          <a:xfrm>
            <a:off x="8483146" y="3772637"/>
            <a:ext cx="4023816" cy="8208178"/>
          </a:xfrm>
          <a:custGeom>
            <a:avLst/>
            <a:gdLst>
              <a:gd name="connsiteX0" fmla="*/ 600132 w 4023816"/>
              <a:gd name="connsiteY0" fmla="*/ 8208178 h 8208178"/>
              <a:gd name="connsiteX1" fmla="*/ 0 w 4023816"/>
              <a:gd name="connsiteY1" fmla="*/ 7608046 h 8208178"/>
              <a:gd name="connsiteX2" fmla="*/ 0 w 4023816"/>
              <a:gd name="connsiteY2" fmla="*/ 600132 h 8208178"/>
              <a:gd name="connsiteX3" fmla="*/ 600132 w 4023816"/>
              <a:gd name="connsiteY3" fmla="*/ 0 h 8208178"/>
              <a:gd name="connsiteX4" fmla="*/ 3423685 w 4023816"/>
              <a:gd name="connsiteY4" fmla="*/ 0 h 8208178"/>
              <a:gd name="connsiteX5" fmla="*/ 4023816 w 4023816"/>
              <a:gd name="connsiteY5" fmla="*/ 600132 h 8208178"/>
              <a:gd name="connsiteX6" fmla="*/ 4023816 w 4023816"/>
              <a:gd name="connsiteY6" fmla="*/ 7608046 h 8208178"/>
              <a:gd name="connsiteX7" fmla="*/ 3423685 w 4023816"/>
              <a:gd name="connsiteY7" fmla="*/ 8208178 h 8208178"/>
              <a:gd name="connsiteX8" fmla="*/ 600132 w 4023816"/>
              <a:gd name="connsiteY8" fmla="*/ 8208178 h 8208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23816" h="8208178">
                <a:moveTo>
                  <a:pt x="600132" y="8208178"/>
                </a:moveTo>
                <a:cubicBezTo>
                  <a:pt x="268849" y="8208178"/>
                  <a:pt x="0" y="7939330"/>
                  <a:pt x="0" y="7608046"/>
                </a:cubicBezTo>
                <a:lnTo>
                  <a:pt x="0" y="600132"/>
                </a:lnTo>
                <a:cubicBezTo>
                  <a:pt x="0" y="268849"/>
                  <a:pt x="268849" y="0"/>
                  <a:pt x="600132" y="0"/>
                </a:cubicBezTo>
                <a:lnTo>
                  <a:pt x="3423685" y="0"/>
                </a:lnTo>
                <a:cubicBezTo>
                  <a:pt x="3754968" y="0"/>
                  <a:pt x="4023816" y="268849"/>
                  <a:pt x="4023816" y="600132"/>
                </a:cubicBezTo>
                <a:lnTo>
                  <a:pt x="4023816" y="7608046"/>
                </a:lnTo>
                <a:cubicBezTo>
                  <a:pt x="4023816" y="7939330"/>
                  <a:pt x="3754968" y="8208178"/>
                  <a:pt x="3423685" y="8208178"/>
                </a:cubicBezTo>
                <a:lnTo>
                  <a:pt x="600132" y="8208178"/>
                </a:lnTo>
                <a:close/>
              </a:path>
            </a:pathLst>
          </a:custGeom>
          <a:noFill/>
          <a:ln w="12740" cap="flat">
            <a:solidFill>
              <a:srgbClr val="000000"/>
            </a:solidFill>
            <a:prstDash val="solid"/>
            <a:miter/>
          </a:ln>
        </p:spPr>
        <p:txBody>
          <a:bodyPr rtlCol="0" anchor="ctr"/>
          <a:lstStyle/>
          <a:p>
            <a:endParaRPr lang="en-US"/>
          </a:p>
        </p:txBody>
      </p:sp>
      <p:sp>
        <p:nvSpPr>
          <p:cNvPr id="13" name="Freeform 12">
            <a:extLst>
              <a:ext uri="{FF2B5EF4-FFF2-40B4-BE49-F238E27FC236}">
                <a16:creationId xmlns:a16="http://schemas.microsoft.com/office/drawing/2014/main" id="{61ADFF66-0910-0261-2BA5-36D92D10943D}"/>
              </a:ext>
            </a:extLst>
          </p:cNvPr>
          <p:cNvSpPr/>
          <p:nvPr/>
        </p:nvSpPr>
        <p:spPr>
          <a:xfrm>
            <a:off x="14278059" y="3726337"/>
            <a:ext cx="8208178" cy="4023816"/>
          </a:xfrm>
          <a:custGeom>
            <a:avLst/>
            <a:gdLst>
              <a:gd name="connsiteX0" fmla="*/ 8208178 w 8208178"/>
              <a:gd name="connsiteY0" fmla="*/ 3423684 h 4023816"/>
              <a:gd name="connsiteX1" fmla="*/ 7608046 w 8208178"/>
              <a:gd name="connsiteY1" fmla="*/ 4023817 h 4023816"/>
              <a:gd name="connsiteX2" fmla="*/ 600132 w 8208178"/>
              <a:gd name="connsiteY2" fmla="*/ 4023817 h 4023816"/>
              <a:gd name="connsiteX3" fmla="*/ 0 w 8208178"/>
              <a:gd name="connsiteY3" fmla="*/ 3423684 h 4023816"/>
              <a:gd name="connsiteX4" fmla="*/ 0 w 8208178"/>
              <a:gd name="connsiteY4" fmla="*/ 600132 h 4023816"/>
              <a:gd name="connsiteX5" fmla="*/ 600132 w 8208178"/>
              <a:gd name="connsiteY5" fmla="*/ 0 h 4023816"/>
              <a:gd name="connsiteX6" fmla="*/ 7608046 w 8208178"/>
              <a:gd name="connsiteY6" fmla="*/ 0 h 4023816"/>
              <a:gd name="connsiteX7" fmla="*/ 8208178 w 8208178"/>
              <a:gd name="connsiteY7" fmla="*/ 600132 h 4023816"/>
              <a:gd name="connsiteX8" fmla="*/ 8208178 w 8208178"/>
              <a:gd name="connsiteY8" fmla="*/ 3423684 h 4023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8178" h="4023816">
                <a:moveTo>
                  <a:pt x="8208178" y="3423684"/>
                </a:moveTo>
                <a:cubicBezTo>
                  <a:pt x="8208178" y="3754967"/>
                  <a:pt x="7939330" y="4023817"/>
                  <a:pt x="7608046" y="4023817"/>
                </a:cubicBezTo>
                <a:lnTo>
                  <a:pt x="600132" y="4023817"/>
                </a:lnTo>
                <a:cubicBezTo>
                  <a:pt x="268849" y="4023817"/>
                  <a:pt x="0" y="3754967"/>
                  <a:pt x="0" y="3423684"/>
                </a:cubicBezTo>
                <a:lnTo>
                  <a:pt x="0" y="600132"/>
                </a:lnTo>
                <a:cubicBezTo>
                  <a:pt x="0" y="268849"/>
                  <a:pt x="268849" y="0"/>
                  <a:pt x="600132" y="0"/>
                </a:cubicBezTo>
                <a:lnTo>
                  <a:pt x="7608046" y="0"/>
                </a:lnTo>
                <a:cubicBezTo>
                  <a:pt x="7939330" y="0"/>
                  <a:pt x="8208178" y="268849"/>
                  <a:pt x="8208178" y="600132"/>
                </a:cubicBezTo>
                <a:lnTo>
                  <a:pt x="8208178" y="3423684"/>
                </a:lnTo>
                <a:close/>
              </a:path>
            </a:pathLst>
          </a:custGeom>
          <a:noFill/>
          <a:ln w="12740" cap="flat">
            <a:solidFill>
              <a:srgbClr val="000000"/>
            </a:solidFill>
            <a:prstDash val="solid"/>
            <a:miter/>
          </a:ln>
        </p:spPr>
        <p:txBody>
          <a:bodyPr rtlCol="0" anchor="ctr"/>
          <a:lstStyle/>
          <a:p>
            <a:endParaRPr lang="en-US"/>
          </a:p>
        </p:txBody>
      </p:sp>
      <p:sp>
        <p:nvSpPr>
          <p:cNvPr id="16" name="Picture Placeholder 15">
            <a:extLst>
              <a:ext uri="{FF2B5EF4-FFF2-40B4-BE49-F238E27FC236}">
                <a16:creationId xmlns:a16="http://schemas.microsoft.com/office/drawing/2014/main" id="{6498E5F0-793B-9053-1C7D-A7AE29749FD6}"/>
              </a:ext>
            </a:extLst>
          </p:cNvPr>
          <p:cNvSpPr>
            <a:spLocks noGrp="1"/>
          </p:cNvSpPr>
          <p:nvPr>
            <p:ph type="pic" sz="quarter" idx="19"/>
          </p:nvPr>
        </p:nvSpPr>
        <p:spPr>
          <a:xfrm>
            <a:off x="8634784" y="3932634"/>
            <a:ext cx="3745229" cy="7917180"/>
          </a:xfrm>
          <a:custGeom>
            <a:avLst/>
            <a:gdLst>
              <a:gd name="connsiteX0" fmla="*/ 466090 w 3745229"/>
              <a:gd name="connsiteY0" fmla="*/ 0 h 7917180"/>
              <a:gd name="connsiteX1" fmla="*/ 1160779 w 3745229"/>
              <a:gd name="connsiteY1" fmla="*/ 0 h 7917180"/>
              <a:gd name="connsiteX2" fmla="*/ 1230629 w 3745229"/>
              <a:gd name="connsiteY2" fmla="*/ 69850 h 7917180"/>
              <a:gd name="connsiteX3" fmla="*/ 1230629 w 3745229"/>
              <a:gd name="connsiteY3" fmla="*/ 246380 h 7917180"/>
              <a:gd name="connsiteX4" fmla="*/ 1300479 w 3745229"/>
              <a:gd name="connsiteY4" fmla="*/ 316230 h 7917180"/>
              <a:gd name="connsiteX5" fmla="*/ 1301750 w 3745229"/>
              <a:gd name="connsiteY5" fmla="*/ 316230 h 7917180"/>
              <a:gd name="connsiteX6" fmla="*/ 2444750 w 3745229"/>
              <a:gd name="connsiteY6" fmla="*/ 316230 h 7917180"/>
              <a:gd name="connsiteX7" fmla="*/ 2446020 w 3745229"/>
              <a:gd name="connsiteY7" fmla="*/ 316230 h 7917180"/>
              <a:gd name="connsiteX8" fmla="*/ 2515870 w 3745229"/>
              <a:gd name="connsiteY8" fmla="*/ 246381 h 7917180"/>
              <a:gd name="connsiteX9" fmla="*/ 2515870 w 3745229"/>
              <a:gd name="connsiteY9" fmla="*/ 69850 h 7917180"/>
              <a:gd name="connsiteX10" fmla="*/ 2585720 w 3745229"/>
              <a:gd name="connsiteY10" fmla="*/ 0 h 7917180"/>
              <a:gd name="connsiteX11" fmla="*/ 3279140 w 3745229"/>
              <a:gd name="connsiteY11" fmla="*/ 0 h 7917180"/>
              <a:gd name="connsiteX12" fmla="*/ 3745229 w 3745229"/>
              <a:gd name="connsiteY12" fmla="*/ 466090 h 7917180"/>
              <a:gd name="connsiteX13" fmla="*/ 3745229 w 3745229"/>
              <a:gd name="connsiteY13" fmla="*/ 7451091 h 7917180"/>
              <a:gd name="connsiteX14" fmla="*/ 3376104 w 3745229"/>
              <a:gd name="connsiteY14" fmla="*/ 7907310 h 7917180"/>
              <a:gd name="connsiteX15" fmla="*/ 3306428 w 3745229"/>
              <a:gd name="connsiteY15" fmla="*/ 7914692 h 7917180"/>
              <a:gd name="connsiteX16" fmla="*/ 3281680 w 3745229"/>
              <a:gd name="connsiteY16" fmla="*/ 7917180 h 7917180"/>
              <a:gd name="connsiteX17" fmla="*/ 466090 w 3745229"/>
              <a:gd name="connsiteY17" fmla="*/ 7917180 h 7917180"/>
              <a:gd name="connsiteX18" fmla="*/ 406374 w 3745229"/>
              <a:gd name="connsiteY18" fmla="*/ 7911178 h 7917180"/>
              <a:gd name="connsiteX19" fmla="*/ 370438 w 3745229"/>
              <a:gd name="connsiteY19" fmla="*/ 7907230 h 7917180"/>
              <a:gd name="connsiteX20" fmla="*/ 304626 w 3745229"/>
              <a:gd name="connsiteY20" fmla="*/ 7886843 h 7917180"/>
              <a:gd name="connsiteX21" fmla="*/ 283767 w 3745229"/>
              <a:gd name="connsiteY21" fmla="*/ 7880211 h 7917180"/>
              <a:gd name="connsiteX22" fmla="*/ 205321 w 3745229"/>
              <a:gd name="connsiteY22" fmla="*/ 7837683 h 7917180"/>
              <a:gd name="connsiteX23" fmla="*/ 0 w 3745229"/>
              <a:gd name="connsiteY23" fmla="*/ 7451091 h 7917180"/>
              <a:gd name="connsiteX24" fmla="*/ 0 w 3745229"/>
              <a:gd name="connsiteY24" fmla="*/ 466090 h 7917180"/>
              <a:gd name="connsiteX25" fmla="*/ 466090 w 3745229"/>
              <a:gd name="connsiteY25" fmla="*/ 0 h 791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45229" h="7917180">
                <a:moveTo>
                  <a:pt x="466090" y="0"/>
                </a:moveTo>
                <a:lnTo>
                  <a:pt x="1160779" y="0"/>
                </a:lnTo>
                <a:cubicBezTo>
                  <a:pt x="1200150" y="0"/>
                  <a:pt x="1230629" y="31750"/>
                  <a:pt x="1230629" y="69850"/>
                </a:cubicBezTo>
                <a:lnTo>
                  <a:pt x="1230629" y="246380"/>
                </a:lnTo>
                <a:cubicBezTo>
                  <a:pt x="1230629" y="285750"/>
                  <a:pt x="1262379" y="316230"/>
                  <a:pt x="1300479" y="316230"/>
                </a:cubicBezTo>
                <a:lnTo>
                  <a:pt x="1301750" y="316230"/>
                </a:lnTo>
                <a:lnTo>
                  <a:pt x="2444750" y="316230"/>
                </a:lnTo>
                <a:lnTo>
                  <a:pt x="2446020" y="316230"/>
                </a:lnTo>
                <a:cubicBezTo>
                  <a:pt x="2484120" y="316230"/>
                  <a:pt x="2515870" y="285750"/>
                  <a:pt x="2515870" y="246381"/>
                </a:cubicBezTo>
                <a:lnTo>
                  <a:pt x="2515870" y="69850"/>
                </a:lnTo>
                <a:cubicBezTo>
                  <a:pt x="2515870" y="31751"/>
                  <a:pt x="2546350" y="0"/>
                  <a:pt x="2585720" y="0"/>
                </a:cubicBezTo>
                <a:lnTo>
                  <a:pt x="3279140" y="0"/>
                </a:lnTo>
                <a:cubicBezTo>
                  <a:pt x="3536950" y="0"/>
                  <a:pt x="3745229" y="208280"/>
                  <a:pt x="3745229" y="466090"/>
                </a:cubicBezTo>
                <a:lnTo>
                  <a:pt x="3745229" y="7451091"/>
                </a:lnTo>
                <a:cubicBezTo>
                  <a:pt x="3745229" y="7675563"/>
                  <a:pt x="3586737" y="7863086"/>
                  <a:pt x="3376104" y="7907310"/>
                </a:cubicBezTo>
                <a:lnTo>
                  <a:pt x="3306428" y="7914692"/>
                </a:lnTo>
                <a:lnTo>
                  <a:pt x="3281680" y="7917180"/>
                </a:lnTo>
                <a:lnTo>
                  <a:pt x="466090" y="7917180"/>
                </a:lnTo>
                <a:lnTo>
                  <a:pt x="406374" y="7911178"/>
                </a:lnTo>
                <a:lnTo>
                  <a:pt x="370438" y="7907230"/>
                </a:lnTo>
                <a:lnTo>
                  <a:pt x="304626" y="7886843"/>
                </a:lnTo>
                <a:lnTo>
                  <a:pt x="283767" y="7880211"/>
                </a:lnTo>
                <a:lnTo>
                  <a:pt x="205321" y="7837683"/>
                </a:lnTo>
                <a:cubicBezTo>
                  <a:pt x="81360" y="7754005"/>
                  <a:pt x="0" y="7612222"/>
                  <a:pt x="0" y="7451091"/>
                </a:cubicBezTo>
                <a:lnTo>
                  <a:pt x="0" y="466090"/>
                </a:lnTo>
                <a:cubicBezTo>
                  <a:pt x="0" y="208280"/>
                  <a:pt x="208280" y="0"/>
                  <a:pt x="466090" y="0"/>
                </a:cubicBezTo>
                <a:close/>
              </a:path>
            </a:pathLst>
          </a:custGeom>
          <a:solidFill>
            <a:schemeClr val="bg1">
              <a:lumMod val="95000"/>
            </a:schemeClr>
          </a:solidFill>
        </p:spPr>
        <p:txBody>
          <a:bodyPr wrap="square">
            <a:noAutofit/>
          </a:bodyPr>
          <a:lstStyle>
            <a:lvl1pPr>
              <a:defRPr sz="2800"/>
            </a:lvl1pPr>
          </a:lstStyle>
          <a:p>
            <a:endParaRPr lang="en-US"/>
          </a:p>
        </p:txBody>
      </p:sp>
      <p:sp>
        <p:nvSpPr>
          <p:cNvPr id="20" name="Picture Placeholder 19">
            <a:extLst>
              <a:ext uri="{FF2B5EF4-FFF2-40B4-BE49-F238E27FC236}">
                <a16:creationId xmlns:a16="http://schemas.microsoft.com/office/drawing/2014/main" id="{D6098F12-4D2B-ADD7-AE40-BCF2F252959E}"/>
              </a:ext>
            </a:extLst>
          </p:cNvPr>
          <p:cNvSpPr>
            <a:spLocks noGrp="1"/>
          </p:cNvSpPr>
          <p:nvPr>
            <p:ph type="pic" sz="quarter" idx="51"/>
          </p:nvPr>
        </p:nvSpPr>
        <p:spPr>
          <a:xfrm>
            <a:off x="14410572" y="3897676"/>
            <a:ext cx="7943152" cy="3681138"/>
          </a:xfrm>
          <a:custGeom>
            <a:avLst/>
            <a:gdLst>
              <a:gd name="connsiteX0" fmla="*/ 467619 w 7943152"/>
              <a:gd name="connsiteY0" fmla="*/ 0 h 3681138"/>
              <a:gd name="connsiteX1" fmla="*/ 7475534 w 7943152"/>
              <a:gd name="connsiteY1" fmla="*/ 0 h 3681138"/>
              <a:gd name="connsiteX2" fmla="*/ 7943152 w 7943152"/>
              <a:gd name="connsiteY2" fmla="*/ 467619 h 3681138"/>
              <a:gd name="connsiteX3" fmla="*/ 7943152 w 7943152"/>
              <a:gd name="connsiteY3" fmla="*/ 3217341 h 3681138"/>
              <a:gd name="connsiteX4" fmla="*/ 7475534 w 7943152"/>
              <a:gd name="connsiteY4" fmla="*/ 3681138 h 3681138"/>
              <a:gd name="connsiteX5" fmla="*/ 467619 w 7943152"/>
              <a:gd name="connsiteY5" fmla="*/ 3681138 h 3681138"/>
              <a:gd name="connsiteX6" fmla="*/ 0 w 7943152"/>
              <a:gd name="connsiteY6" fmla="*/ 3213519 h 3681138"/>
              <a:gd name="connsiteX7" fmla="*/ 0 w 7943152"/>
              <a:gd name="connsiteY7" fmla="*/ 2594202 h 3681138"/>
              <a:gd name="connsiteX8" fmla="*/ 70079 w 7943152"/>
              <a:gd name="connsiteY8" fmla="*/ 2524123 h 3681138"/>
              <a:gd name="connsiteX9" fmla="*/ 247189 w 7943152"/>
              <a:gd name="connsiteY9" fmla="*/ 2524123 h 3681138"/>
              <a:gd name="connsiteX10" fmla="*/ 317268 w 7943152"/>
              <a:gd name="connsiteY10" fmla="*/ 2454044 h 3681138"/>
              <a:gd name="connsiteX11" fmla="*/ 317268 w 7943152"/>
              <a:gd name="connsiteY11" fmla="*/ 2375118 h 3681138"/>
              <a:gd name="connsiteX12" fmla="*/ 317268 w 7943152"/>
              <a:gd name="connsiteY12" fmla="*/ 1306020 h 3681138"/>
              <a:gd name="connsiteX13" fmla="*/ 317268 w 7943152"/>
              <a:gd name="connsiteY13" fmla="*/ 1227094 h 3681138"/>
              <a:gd name="connsiteX14" fmla="*/ 247189 w 7943152"/>
              <a:gd name="connsiteY14" fmla="*/ 1157015 h 3681138"/>
              <a:gd name="connsiteX15" fmla="*/ 70079 w 7943152"/>
              <a:gd name="connsiteY15" fmla="*/ 1157015 h 3681138"/>
              <a:gd name="connsiteX16" fmla="*/ 0 w 7943152"/>
              <a:gd name="connsiteY16" fmla="*/ 1086935 h 3681138"/>
              <a:gd name="connsiteX17" fmla="*/ 0 w 7943152"/>
              <a:gd name="connsiteY17" fmla="*/ 467619 h 3681138"/>
              <a:gd name="connsiteX18" fmla="*/ 467619 w 7943152"/>
              <a:gd name="connsiteY18" fmla="*/ 0 h 368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943152" h="3681138">
                <a:moveTo>
                  <a:pt x="467619" y="0"/>
                </a:moveTo>
                <a:lnTo>
                  <a:pt x="7475534" y="0"/>
                </a:lnTo>
                <a:cubicBezTo>
                  <a:pt x="7734188" y="0"/>
                  <a:pt x="7943152" y="208963"/>
                  <a:pt x="7943152" y="467619"/>
                </a:cubicBezTo>
                <a:lnTo>
                  <a:pt x="7943152" y="3217341"/>
                </a:lnTo>
                <a:cubicBezTo>
                  <a:pt x="7940604" y="3473448"/>
                  <a:pt x="7732916" y="3681138"/>
                  <a:pt x="7475534" y="3681138"/>
                </a:cubicBezTo>
                <a:lnTo>
                  <a:pt x="467619" y="3681138"/>
                </a:lnTo>
                <a:cubicBezTo>
                  <a:pt x="208964" y="3681138"/>
                  <a:pt x="0" y="3472175"/>
                  <a:pt x="0" y="3213519"/>
                </a:cubicBezTo>
                <a:lnTo>
                  <a:pt x="0" y="2594202"/>
                </a:lnTo>
                <a:cubicBezTo>
                  <a:pt x="0" y="2555977"/>
                  <a:pt x="30580" y="2524123"/>
                  <a:pt x="70079" y="2524123"/>
                </a:cubicBezTo>
                <a:lnTo>
                  <a:pt x="247189" y="2524123"/>
                </a:lnTo>
                <a:cubicBezTo>
                  <a:pt x="285414" y="2524123"/>
                  <a:pt x="317268" y="2493543"/>
                  <a:pt x="317268" y="2454044"/>
                </a:cubicBezTo>
                <a:lnTo>
                  <a:pt x="317268" y="2375118"/>
                </a:lnTo>
                <a:lnTo>
                  <a:pt x="317268" y="1306020"/>
                </a:lnTo>
                <a:lnTo>
                  <a:pt x="317268" y="1227094"/>
                </a:lnTo>
                <a:cubicBezTo>
                  <a:pt x="317268" y="1187595"/>
                  <a:pt x="285414" y="1157015"/>
                  <a:pt x="247189" y="1157015"/>
                </a:cubicBezTo>
                <a:lnTo>
                  <a:pt x="70079" y="1157015"/>
                </a:lnTo>
                <a:cubicBezTo>
                  <a:pt x="30580" y="1157015"/>
                  <a:pt x="0" y="1125160"/>
                  <a:pt x="0" y="1086935"/>
                </a:cubicBezTo>
                <a:lnTo>
                  <a:pt x="0" y="467619"/>
                </a:lnTo>
                <a:cubicBezTo>
                  <a:pt x="0" y="208963"/>
                  <a:pt x="208964" y="0"/>
                  <a:pt x="467619" y="0"/>
                </a:cubicBezTo>
                <a:close/>
              </a:path>
            </a:pathLst>
          </a:custGeom>
          <a:solidFill>
            <a:schemeClr val="bg1">
              <a:lumMod val="95000"/>
            </a:schemeClr>
          </a:solidFill>
        </p:spPr>
        <p:txBody>
          <a:bodyPr wrap="square">
            <a:noAutofit/>
          </a:bodyPr>
          <a:lstStyle>
            <a:lvl1pPr>
              <a:defRPr sz="2800"/>
            </a:lvl1pPr>
          </a:lstStyle>
          <a:p>
            <a:endParaRPr lang="en-US"/>
          </a:p>
        </p:txBody>
      </p:sp>
      <p:sp>
        <p:nvSpPr>
          <p:cNvPr id="3" name="TextBox 2">
            <a:extLst>
              <a:ext uri="{FF2B5EF4-FFF2-40B4-BE49-F238E27FC236}">
                <a16:creationId xmlns:a16="http://schemas.microsoft.com/office/drawing/2014/main" id="{C38ECCE5-45BF-E9AA-10EF-3265F206C9FF}"/>
              </a:ext>
            </a:extLst>
          </p:cNvPr>
          <p:cNvSpPr txBox="1"/>
          <p:nvPr userDrawn="1"/>
        </p:nvSpPr>
        <p:spPr>
          <a:xfrm>
            <a:off x="690373" y="372633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Handoff</a:t>
            </a:r>
          </a:p>
        </p:txBody>
      </p:sp>
      <p:sp>
        <p:nvSpPr>
          <p:cNvPr id="5" name="Text Placeholder 12">
            <a:extLst>
              <a:ext uri="{FF2B5EF4-FFF2-40B4-BE49-F238E27FC236}">
                <a16:creationId xmlns:a16="http://schemas.microsoft.com/office/drawing/2014/main" id="{C6D962EA-D059-3EB5-276A-4C4338D34640}"/>
              </a:ext>
            </a:extLst>
          </p:cNvPr>
          <p:cNvSpPr>
            <a:spLocks noGrp="1"/>
          </p:cNvSpPr>
          <p:nvPr>
            <p:ph type="body" sz="quarter" idx="38" hasCustomPrompt="1"/>
          </p:nvPr>
        </p:nvSpPr>
        <p:spPr>
          <a:xfrm>
            <a:off x="690374" y="4021290"/>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XX/XX/2024</a:t>
            </a:r>
          </a:p>
        </p:txBody>
      </p:sp>
      <p:sp>
        <p:nvSpPr>
          <p:cNvPr id="6" name="TextBox 5">
            <a:extLst>
              <a:ext uri="{FF2B5EF4-FFF2-40B4-BE49-F238E27FC236}">
                <a16:creationId xmlns:a16="http://schemas.microsoft.com/office/drawing/2014/main" id="{483C4218-C2FC-7F8F-8F73-A73158371ED8}"/>
              </a:ext>
            </a:extLst>
          </p:cNvPr>
          <p:cNvSpPr txBox="1"/>
          <p:nvPr userDrawn="1"/>
        </p:nvSpPr>
        <p:spPr>
          <a:xfrm>
            <a:off x="690373" y="4636094"/>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In Market</a:t>
            </a:r>
          </a:p>
        </p:txBody>
      </p:sp>
      <p:sp>
        <p:nvSpPr>
          <p:cNvPr id="10" name="Text Placeholder 12">
            <a:extLst>
              <a:ext uri="{FF2B5EF4-FFF2-40B4-BE49-F238E27FC236}">
                <a16:creationId xmlns:a16="http://schemas.microsoft.com/office/drawing/2014/main" id="{C4D7C8EF-9BE3-8B6A-5060-8E8DF2DE856B}"/>
              </a:ext>
            </a:extLst>
          </p:cNvPr>
          <p:cNvSpPr>
            <a:spLocks noGrp="1"/>
          </p:cNvSpPr>
          <p:nvPr>
            <p:ph type="body" sz="quarter" idx="45" hasCustomPrompt="1"/>
          </p:nvPr>
        </p:nvSpPr>
        <p:spPr>
          <a:xfrm>
            <a:off x="690374" y="4931047"/>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XX/XX/2024</a:t>
            </a:r>
          </a:p>
        </p:txBody>
      </p:sp>
      <p:sp>
        <p:nvSpPr>
          <p:cNvPr id="11" name="TextBox 10">
            <a:extLst>
              <a:ext uri="{FF2B5EF4-FFF2-40B4-BE49-F238E27FC236}">
                <a16:creationId xmlns:a16="http://schemas.microsoft.com/office/drawing/2014/main" id="{7DC66B6B-EC95-1FE8-F07D-A34401163719}"/>
              </a:ext>
            </a:extLst>
          </p:cNvPr>
          <p:cNvSpPr txBox="1"/>
          <p:nvPr userDrawn="1"/>
        </p:nvSpPr>
        <p:spPr>
          <a:xfrm>
            <a:off x="690373" y="5550642"/>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Out of Market</a:t>
            </a:r>
          </a:p>
        </p:txBody>
      </p:sp>
      <p:sp>
        <p:nvSpPr>
          <p:cNvPr id="12" name="Text Placeholder 12">
            <a:extLst>
              <a:ext uri="{FF2B5EF4-FFF2-40B4-BE49-F238E27FC236}">
                <a16:creationId xmlns:a16="http://schemas.microsoft.com/office/drawing/2014/main" id="{C39DF5C9-1E33-3153-D305-8848E6586F43}"/>
              </a:ext>
            </a:extLst>
          </p:cNvPr>
          <p:cNvSpPr>
            <a:spLocks noGrp="1"/>
          </p:cNvSpPr>
          <p:nvPr>
            <p:ph type="body" sz="quarter" idx="46" hasCustomPrompt="1"/>
          </p:nvPr>
        </p:nvSpPr>
        <p:spPr>
          <a:xfrm>
            <a:off x="690374" y="5845595"/>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XX/XX/2024</a:t>
            </a:r>
          </a:p>
        </p:txBody>
      </p:sp>
      <p:sp>
        <p:nvSpPr>
          <p:cNvPr id="14" name="TextBox 13">
            <a:extLst>
              <a:ext uri="{FF2B5EF4-FFF2-40B4-BE49-F238E27FC236}">
                <a16:creationId xmlns:a16="http://schemas.microsoft.com/office/drawing/2014/main" id="{6D91B3C1-960E-24DD-FA11-2619CF1D75D8}"/>
              </a:ext>
            </a:extLst>
          </p:cNvPr>
          <p:cNvSpPr txBox="1"/>
          <p:nvPr userDrawn="1"/>
        </p:nvSpPr>
        <p:spPr>
          <a:xfrm>
            <a:off x="690373" y="646909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Consideration:</a:t>
            </a:r>
          </a:p>
        </p:txBody>
      </p:sp>
      <p:sp>
        <p:nvSpPr>
          <p:cNvPr id="15" name="Text Placeholder 12">
            <a:extLst>
              <a:ext uri="{FF2B5EF4-FFF2-40B4-BE49-F238E27FC236}">
                <a16:creationId xmlns:a16="http://schemas.microsoft.com/office/drawing/2014/main" id="{89541F42-D9DA-FD54-4CEA-1A2B97D8D9AA}"/>
              </a:ext>
            </a:extLst>
          </p:cNvPr>
          <p:cNvSpPr>
            <a:spLocks noGrp="1"/>
          </p:cNvSpPr>
          <p:nvPr>
            <p:ph type="body" sz="quarter" idx="47" hasCustomPrompt="1"/>
          </p:nvPr>
        </p:nvSpPr>
        <p:spPr>
          <a:xfrm>
            <a:off x="690374" y="6764050"/>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17" name="TextBox 16">
            <a:extLst>
              <a:ext uri="{FF2B5EF4-FFF2-40B4-BE49-F238E27FC236}">
                <a16:creationId xmlns:a16="http://schemas.microsoft.com/office/drawing/2014/main" id="{91CBE372-0D1F-73CE-E1E4-B066052F23A8}"/>
              </a:ext>
            </a:extLst>
          </p:cNvPr>
          <p:cNvSpPr txBox="1"/>
          <p:nvPr userDrawn="1"/>
        </p:nvSpPr>
        <p:spPr>
          <a:xfrm>
            <a:off x="690373" y="7383645"/>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Asset Type:</a:t>
            </a:r>
          </a:p>
        </p:txBody>
      </p:sp>
      <p:sp>
        <p:nvSpPr>
          <p:cNvPr id="18" name="Text Placeholder 12">
            <a:extLst>
              <a:ext uri="{FF2B5EF4-FFF2-40B4-BE49-F238E27FC236}">
                <a16:creationId xmlns:a16="http://schemas.microsoft.com/office/drawing/2014/main" id="{6A1EF34C-2B78-ED58-5EA7-B0418247AB22}"/>
              </a:ext>
            </a:extLst>
          </p:cNvPr>
          <p:cNvSpPr>
            <a:spLocks noGrp="1"/>
          </p:cNvSpPr>
          <p:nvPr>
            <p:ph type="body" sz="quarter" idx="48" hasCustomPrompt="1"/>
          </p:nvPr>
        </p:nvSpPr>
        <p:spPr>
          <a:xfrm>
            <a:off x="690374" y="7678598"/>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19" name="TextBox 18">
            <a:extLst>
              <a:ext uri="{FF2B5EF4-FFF2-40B4-BE49-F238E27FC236}">
                <a16:creationId xmlns:a16="http://schemas.microsoft.com/office/drawing/2014/main" id="{F04643F3-CA78-3BF5-96E7-9B2B2F74C5BD}"/>
              </a:ext>
            </a:extLst>
          </p:cNvPr>
          <p:cNvSpPr txBox="1"/>
          <p:nvPr userDrawn="1"/>
        </p:nvSpPr>
        <p:spPr>
          <a:xfrm>
            <a:off x="4582811" y="372633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Mini Version</a:t>
            </a:r>
          </a:p>
        </p:txBody>
      </p:sp>
      <p:sp>
        <p:nvSpPr>
          <p:cNvPr id="21" name="Text Placeholder 12">
            <a:extLst>
              <a:ext uri="{FF2B5EF4-FFF2-40B4-BE49-F238E27FC236}">
                <a16:creationId xmlns:a16="http://schemas.microsoft.com/office/drawing/2014/main" id="{0ECD4C3C-63D1-8AD0-E9E3-2B1346B6CA26}"/>
              </a:ext>
            </a:extLst>
          </p:cNvPr>
          <p:cNvSpPr>
            <a:spLocks noGrp="1"/>
          </p:cNvSpPr>
          <p:nvPr>
            <p:ph type="body" sz="quarter" idx="49" hasCustomPrompt="1"/>
          </p:nvPr>
        </p:nvSpPr>
        <p:spPr>
          <a:xfrm>
            <a:off x="4582812" y="4021290"/>
            <a:ext cx="3535550" cy="915074"/>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23" name="TextBox 22">
            <a:extLst>
              <a:ext uri="{FF2B5EF4-FFF2-40B4-BE49-F238E27FC236}">
                <a16:creationId xmlns:a16="http://schemas.microsoft.com/office/drawing/2014/main" id="{B4CE68C9-0857-FEBF-B0ED-E2B3A8D95544}"/>
              </a:ext>
            </a:extLst>
          </p:cNvPr>
          <p:cNvSpPr txBox="1"/>
          <p:nvPr userDrawn="1"/>
        </p:nvSpPr>
        <p:spPr>
          <a:xfrm>
            <a:off x="4582811" y="524682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Large Version</a:t>
            </a:r>
          </a:p>
        </p:txBody>
      </p:sp>
      <p:sp>
        <p:nvSpPr>
          <p:cNvPr id="24" name="Text Placeholder 12">
            <a:extLst>
              <a:ext uri="{FF2B5EF4-FFF2-40B4-BE49-F238E27FC236}">
                <a16:creationId xmlns:a16="http://schemas.microsoft.com/office/drawing/2014/main" id="{AE81B286-1547-60C4-34FF-FAB5724F521A}"/>
              </a:ext>
            </a:extLst>
          </p:cNvPr>
          <p:cNvSpPr>
            <a:spLocks noGrp="1"/>
          </p:cNvSpPr>
          <p:nvPr>
            <p:ph type="body" sz="quarter" idx="50" hasCustomPrompt="1"/>
          </p:nvPr>
        </p:nvSpPr>
        <p:spPr>
          <a:xfrm>
            <a:off x="4582812" y="5541780"/>
            <a:ext cx="3535550" cy="1824468"/>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Tree>
    <p:extLst>
      <p:ext uri="{BB962C8B-B14F-4D97-AF65-F5344CB8AC3E}">
        <p14:creationId xmlns:p14="http://schemas.microsoft.com/office/powerpoint/2010/main" val="116028102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_Assets">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E5F25964-2FDA-F98D-21B0-03D78EFDA72A}"/>
              </a:ext>
            </a:extLst>
          </p:cNvPr>
          <p:cNvSpPr>
            <a:spLocks noGrp="1"/>
          </p:cNvSpPr>
          <p:nvPr>
            <p:ph type="pic" sz="quarter" idx="45"/>
          </p:nvPr>
        </p:nvSpPr>
        <p:spPr>
          <a:xfrm>
            <a:off x="681990" y="4330772"/>
            <a:ext cx="12221210" cy="6832601"/>
          </a:xfrm>
          <a:custGeom>
            <a:avLst/>
            <a:gdLst>
              <a:gd name="connsiteX0" fmla="*/ 0 w 12221210"/>
              <a:gd name="connsiteY0" fmla="*/ 0 h 6832601"/>
              <a:gd name="connsiteX1" fmla="*/ 12221210 w 12221210"/>
              <a:gd name="connsiteY1" fmla="*/ 0 h 6832601"/>
              <a:gd name="connsiteX2" fmla="*/ 12221210 w 12221210"/>
              <a:gd name="connsiteY2" fmla="*/ 6619240 h 6832601"/>
              <a:gd name="connsiteX3" fmla="*/ 12007850 w 12221210"/>
              <a:gd name="connsiteY3" fmla="*/ 6832601 h 6832601"/>
              <a:gd name="connsiteX4" fmla="*/ 213360 w 12221210"/>
              <a:gd name="connsiteY4" fmla="*/ 6832601 h 6832601"/>
              <a:gd name="connsiteX5" fmla="*/ 0 w 12221210"/>
              <a:gd name="connsiteY5" fmla="*/ 6619240 h 6832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21210" h="6832601">
                <a:moveTo>
                  <a:pt x="0" y="0"/>
                </a:moveTo>
                <a:lnTo>
                  <a:pt x="12221210" y="0"/>
                </a:lnTo>
                <a:lnTo>
                  <a:pt x="12221210" y="6619240"/>
                </a:lnTo>
                <a:cubicBezTo>
                  <a:pt x="12221210" y="6737351"/>
                  <a:pt x="12125960" y="6832601"/>
                  <a:pt x="12007850" y="6832601"/>
                </a:cubicBezTo>
                <a:lnTo>
                  <a:pt x="213360" y="6832601"/>
                </a:lnTo>
                <a:cubicBezTo>
                  <a:pt x="96520" y="6832601"/>
                  <a:pt x="0" y="6736080"/>
                  <a:pt x="0" y="6619240"/>
                </a:cubicBezTo>
                <a:close/>
              </a:path>
            </a:pathLst>
          </a:custGeom>
          <a:solidFill>
            <a:schemeClr val="bg1">
              <a:lumMod val="95000"/>
            </a:schemeClr>
          </a:solidFill>
        </p:spPr>
        <p:txBody>
          <a:bodyPr wrap="square">
            <a:noAutofit/>
          </a:bodyPr>
          <a:lstStyle>
            <a:lvl1pPr>
              <a:defRPr sz="2800"/>
            </a:lvl1pPr>
          </a:lstStyle>
          <a:p>
            <a:endParaRPr lang="en-US"/>
          </a:p>
        </p:txBody>
      </p:sp>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38" name="Text Placeholder 12">
            <a:extLst>
              <a:ext uri="{FF2B5EF4-FFF2-40B4-BE49-F238E27FC236}">
                <a16:creationId xmlns:a16="http://schemas.microsoft.com/office/drawing/2014/main" id="{00F4B7A1-10E5-AD1B-8A77-3C649AD9BA6C}"/>
              </a:ext>
            </a:extLst>
          </p:cNvPr>
          <p:cNvSpPr>
            <a:spLocks noGrp="1"/>
          </p:cNvSpPr>
          <p:nvPr>
            <p:ph type="body" sz="quarter" idx="44" hasCustomPrompt="1"/>
          </p:nvPr>
        </p:nvSpPr>
        <p:spPr>
          <a:xfrm>
            <a:off x="682624" y="11147032"/>
            <a:ext cx="5838825" cy="504508"/>
          </a:xfrm>
        </p:spPr>
        <p:txBody>
          <a:bodyPr lIns="0" tIns="0" rIns="0" bIns="0" anchor="b" anchorCtr="0">
            <a:noAutofit/>
          </a:bodyPr>
          <a:lstStyle>
            <a:lvl1pPr marL="0" indent="0" algn="l">
              <a:lnSpc>
                <a:spcPts val="22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
        <p:nvSpPr>
          <p:cNvPr id="13" name="Freeform 12">
            <a:extLst>
              <a:ext uri="{FF2B5EF4-FFF2-40B4-BE49-F238E27FC236}">
                <a16:creationId xmlns:a16="http://schemas.microsoft.com/office/drawing/2014/main" id="{43F33933-7FA2-DA8E-2A3F-8A2A41D3E7EA}"/>
              </a:ext>
            </a:extLst>
          </p:cNvPr>
          <p:cNvSpPr/>
          <p:nvPr/>
        </p:nvSpPr>
        <p:spPr>
          <a:xfrm>
            <a:off x="13341350" y="3731332"/>
            <a:ext cx="3644900" cy="7435850"/>
          </a:xfrm>
          <a:custGeom>
            <a:avLst/>
            <a:gdLst>
              <a:gd name="connsiteX0" fmla="*/ 543561 w 3644900"/>
              <a:gd name="connsiteY0" fmla="*/ 7434580 h 7435850"/>
              <a:gd name="connsiteX1" fmla="*/ 0 w 3644900"/>
              <a:gd name="connsiteY1" fmla="*/ 6891020 h 7435850"/>
              <a:gd name="connsiteX2" fmla="*/ 0 w 3644900"/>
              <a:gd name="connsiteY2" fmla="*/ 543560 h 7435850"/>
              <a:gd name="connsiteX3" fmla="*/ 543561 w 3644900"/>
              <a:gd name="connsiteY3" fmla="*/ 0 h 7435850"/>
              <a:gd name="connsiteX4" fmla="*/ 3101340 w 3644900"/>
              <a:gd name="connsiteY4" fmla="*/ 0 h 7435850"/>
              <a:gd name="connsiteX5" fmla="*/ 3644900 w 3644900"/>
              <a:gd name="connsiteY5" fmla="*/ 543560 h 7435850"/>
              <a:gd name="connsiteX6" fmla="*/ 3644900 w 3644900"/>
              <a:gd name="connsiteY6" fmla="*/ 6892291 h 7435850"/>
              <a:gd name="connsiteX7" fmla="*/ 3101340 w 3644900"/>
              <a:gd name="connsiteY7" fmla="*/ 7435850 h 7435850"/>
              <a:gd name="connsiteX8" fmla="*/ 543561 w 3644900"/>
              <a:gd name="connsiteY8" fmla="*/ 7435850 h 743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4900" h="7435850">
                <a:moveTo>
                  <a:pt x="543561" y="7434580"/>
                </a:moveTo>
                <a:cubicBezTo>
                  <a:pt x="243839" y="7434580"/>
                  <a:pt x="0" y="7190741"/>
                  <a:pt x="0" y="6891020"/>
                </a:cubicBezTo>
                <a:lnTo>
                  <a:pt x="0" y="543560"/>
                </a:lnTo>
                <a:cubicBezTo>
                  <a:pt x="0" y="243840"/>
                  <a:pt x="243839" y="0"/>
                  <a:pt x="543561" y="0"/>
                </a:cubicBezTo>
                <a:lnTo>
                  <a:pt x="3101340" y="0"/>
                </a:lnTo>
                <a:cubicBezTo>
                  <a:pt x="3401061" y="0"/>
                  <a:pt x="3644900" y="243840"/>
                  <a:pt x="3644900" y="543560"/>
                </a:cubicBezTo>
                <a:lnTo>
                  <a:pt x="3644900" y="6892291"/>
                </a:lnTo>
                <a:cubicBezTo>
                  <a:pt x="3644900" y="7192010"/>
                  <a:pt x="3401061" y="7435850"/>
                  <a:pt x="3101340" y="7435850"/>
                </a:cubicBezTo>
                <a:lnTo>
                  <a:pt x="543561" y="7435850"/>
                </a:lnTo>
                <a:close/>
              </a:path>
            </a:pathLst>
          </a:custGeom>
          <a:noFill/>
          <a:ln w="12700" cap="flat">
            <a:solidFill>
              <a:srgbClr val="001E60"/>
            </a:solidFill>
            <a:prstDash val="solid"/>
            <a:miter/>
          </a:ln>
        </p:spPr>
        <p:txBody>
          <a:bodyPr rtlCol="0" anchor="ctr"/>
          <a:lstStyle/>
          <a:p>
            <a:endParaRPr lang="en-US"/>
          </a:p>
        </p:txBody>
      </p:sp>
      <p:grpSp>
        <p:nvGrpSpPr>
          <p:cNvPr id="15" name="Graphic 3">
            <a:extLst>
              <a:ext uri="{FF2B5EF4-FFF2-40B4-BE49-F238E27FC236}">
                <a16:creationId xmlns:a16="http://schemas.microsoft.com/office/drawing/2014/main" id="{3A5F1725-DF50-6CDE-AADB-6E0B45E0E333}"/>
              </a:ext>
            </a:extLst>
          </p:cNvPr>
          <p:cNvGrpSpPr/>
          <p:nvPr/>
        </p:nvGrpSpPr>
        <p:grpSpPr>
          <a:xfrm>
            <a:off x="688340" y="3726253"/>
            <a:ext cx="12218669" cy="7443470"/>
            <a:chOff x="688340" y="3235960"/>
            <a:chExt cx="12218669" cy="7443470"/>
          </a:xfrm>
        </p:grpSpPr>
        <p:grpSp>
          <p:nvGrpSpPr>
            <p:cNvPr id="16" name="Graphic 3">
              <a:extLst>
                <a:ext uri="{FF2B5EF4-FFF2-40B4-BE49-F238E27FC236}">
                  <a16:creationId xmlns:a16="http://schemas.microsoft.com/office/drawing/2014/main" id="{C367F1CE-1E84-A76C-8FE3-1170FFE6E97D}"/>
                </a:ext>
              </a:extLst>
            </p:cNvPr>
            <p:cNvGrpSpPr/>
            <p:nvPr/>
          </p:nvGrpSpPr>
          <p:grpSpPr>
            <a:xfrm>
              <a:off x="688340" y="3235960"/>
              <a:ext cx="12218669" cy="7443470"/>
              <a:chOff x="688340" y="3235960"/>
              <a:chExt cx="12218669" cy="7443470"/>
            </a:xfrm>
          </p:grpSpPr>
          <p:sp>
            <p:nvSpPr>
              <p:cNvPr id="17" name="Freeform 16">
                <a:extLst>
                  <a:ext uri="{FF2B5EF4-FFF2-40B4-BE49-F238E27FC236}">
                    <a16:creationId xmlns:a16="http://schemas.microsoft.com/office/drawing/2014/main" id="{3762E58D-D23B-1805-73C1-C3C45E5A9220}"/>
                  </a:ext>
                </a:extLst>
              </p:cNvPr>
              <p:cNvSpPr/>
              <p:nvPr/>
            </p:nvSpPr>
            <p:spPr>
              <a:xfrm>
                <a:off x="688340" y="3235960"/>
                <a:ext cx="12218669" cy="7443470"/>
              </a:xfrm>
              <a:custGeom>
                <a:avLst/>
                <a:gdLst>
                  <a:gd name="connsiteX0" fmla="*/ 214630 w 12218669"/>
                  <a:gd name="connsiteY0" fmla="*/ 0 h 7443470"/>
                  <a:gd name="connsiteX1" fmla="*/ 0 w 12218669"/>
                  <a:gd name="connsiteY1" fmla="*/ 214630 h 7443470"/>
                  <a:gd name="connsiteX2" fmla="*/ 0 w 12218669"/>
                  <a:gd name="connsiteY2" fmla="*/ 7228840 h 7443470"/>
                  <a:gd name="connsiteX3" fmla="*/ 214630 w 12218669"/>
                  <a:gd name="connsiteY3" fmla="*/ 7443471 h 7443470"/>
                  <a:gd name="connsiteX4" fmla="*/ 12004040 w 12218669"/>
                  <a:gd name="connsiteY4" fmla="*/ 7443471 h 7443470"/>
                  <a:gd name="connsiteX5" fmla="*/ 12218670 w 12218669"/>
                  <a:gd name="connsiteY5" fmla="*/ 7228840 h 7443470"/>
                  <a:gd name="connsiteX6" fmla="*/ 12218670 w 12218669"/>
                  <a:gd name="connsiteY6" fmla="*/ 214630 h 7443470"/>
                  <a:gd name="connsiteX7" fmla="*/ 12004040 w 12218669"/>
                  <a:gd name="connsiteY7" fmla="*/ 0 h 7443470"/>
                  <a:gd name="connsiteX8" fmla="*/ 214630 w 12218669"/>
                  <a:gd name="connsiteY8" fmla="*/ 0 h 7443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18669" h="7443470">
                    <a:moveTo>
                      <a:pt x="214630" y="0"/>
                    </a:moveTo>
                    <a:cubicBezTo>
                      <a:pt x="96520" y="0"/>
                      <a:pt x="0" y="96520"/>
                      <a:pt x="0" y="214630"/>
                    </a:cubicBezTo>
                    <a:lnTo>
                      <a:pt x="0" y="7228840"/>
                    </a:lnTo>
                    <a:cubicBezTo>
                      <a:pt x="0" y="7348221"/>
                      <a:pt x="96520" y="7443471"/>
                      <a:pt x="214630" y="7443471"/>
                    </a:cubicBezTo>
                    <a:lnTo>
                      <a:pt x="12004040" y="7443471"/>
                    </a:lnTo>
                    <a:cubicBezTo>
                      <a:pt x="12122150" y="7443471"/>
                      <a:pt x="12218670" y="7346950"/>
                      <a:pt x="12218670" y="7228840"/>
                    </a:cubicBezTo>
                    <a:lnTo>
                      <a:pt x="12218670" y="214630"/>
                    </a:lnTo>
                    <a:cubicBezTo>
                      <a:pt x="12218670" y="95250"/>
                      <a:pt x="12122150" y="0"/>
                      <a:pt x="12004040" y="0"/>
                    </a:cubicBezTo>
                    <a:lnTo>
                      <a:pt x="214630" y="0"/>
                    </a:lnTo>
                    <a:close/>
                  </a:path>
                </a:pathLst>
              </a:custGeom>
              <a:noFill/>
              <a:ln w="12700" cap="flat">
                <a:solidFill>
                  <a:srgbClr val="001E60"/>
                </a:solid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3D9F4095-AB2B-4AD0-1114-FC03628FA9A2}"/>
                  </a:ext>
                </a:extLst>
              </p:cNvPr>
              <p:cNvSpPr/>
              <p:nvPr/>
            </p:nvSpPr>
            <p:spPr>
              <a:xfrm>
                <a:off x="3144520" y="3415029"/>
                <a:ext cx="9272270" cy="264160"/>
              </a:xfrm>
              <a:custGeom>
                <a:avLst/>
                <a:gdLst>
                  <a:gd name="connsiteX0" fmla="*/ 9140190 w 9272270"/>
                  <a:gd name="connsiteY0" fmla="*/ 264160 h 264160"/>
                  <a:gd name="connsiteX1" fmla="*/ 132080 w 9272270"/>
                  <a:gd name="connsiteY1" fmla="*/ 264160 h 264160"/>
                  <a:gd name="connsiteX2" fmla="*/ 0 w 9272270"/>
                  <a:gd name="connsiteY2" fmla="*/ 132080 h 264160"/>
                  <a:gd name="connsiteX3" fmla="*/ 132080 w 9272270"/>
                  <a:gd name="connsiteY3" fmla="*/ 0 h 264160"/>
                  <a:gd name="connsiteX4" fmla="*/ 9140190 w 9272270"/>
                  <a:gd name="connsiteY4" fmla="*/ 0 h 264160"/>
                  <a:gd name="connsiteX5" fmla="*/ 9272270 w 9272270"/>
                  <a:gd name="connsiteY5" fmla="*/ 132080 h 264160"/>
                  <a:gd name="connsiteX6" fmla="*/ 9140190 w 9272270"/>
                  <a:gd name="connsiteY6" fmla="*/ 264160 h 264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72270" h="264160">
                    <a:moveTo>
                      <a:pt x="9140190" y="264160"/>
                    </a:moveTo>
                    <a:lnTo>
                      <a:pt x="132080" y="264160"/>
                    </a:lnTo>
                    <a:cubicBezTo>
                      <a:pt x="59690" y="264160"/>
                      <a:pt x="0" y="205740"/>
                      <a:pt x="0" y="132080"/>
                    </a:cubicBezTo>
                    <a:cubicBezTo>
                      <a:pt x="0" y="59690"/>
                      <a:pt x="58420" y="0"/>
                      <a:pt x="132080" y="0"/>
                    </a:cubicBezTo>
                    <a:lnTo>
                      <a:pt x="9140190" y="0"/>
                    </a:lnTo>
                    <a:cubicBezTo>
                      <a:pt x="9212580" y="0"/>
                      <a:pt x="9272270" y="58420"/>
                      <a:pt x="9272270" y="132080"/>
                    </a:cubicBezTo>
                    <a:cubicBezTo>
                      <a:pt x="9272270" y="204470"/>
                      <a:pt x="9213850" y="264160"/>
                      <a:pt x="9140190" y="264160"/>
                    </a:cubicBezTo>
                    <a:close/>
                  </a:path>
                </a:pathLst>
              </a:custGeom>
              <a:noFill/>
              <a:ln w="12700" cap="flat">
                <a:solidFill>
                  <a:srgbClr val="001E60"/>
                </a:solid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560D5F2F-271C-932A-6AF9-AAF6AB627C96}"/>
                  </a:ext>
                </a:extLst>
              </p:cNvPr>
              <p:cNvSpPr/>
              <p:nvPr/>
            </p:nvSpPr>
            <p:spPr>
              <a:xfrm>
                <a:off x="12642850" y="3440429"/>
                <a:ext cx="53340" cy="213360"/>
              </a:xfrm>
              <a:custGeom>
                <a:avLst/>
                <a:gdLst>
                  <a:gd name="connsiteX0" fmla="*/ 26670 w 53340"/>
                  <a:gd name="connsiteY0" fmla="*/ 53340 h 213360"/>
                  <a:gd name="connsiteX1" fmla="*/ 7620 w 53340"/>
                  <a:gd name="connsiteY1" fmla="*/ 45720 h 213360"/>
                  <a:gd name="connsiteX2" fmla="*/ 0 w 53340"/>
                  <a:gd name="connsiteY2" fmla="*/ 26670 h 213360"/>
                  <a:gd name="connsiteX3" fmla="*/ 7620 w 53340"/>
                  <a:gd name="connsiteY3" fmla="*/ 7620 h 213360"/>
                  <a:gd name="connsiteX4" fmla="*/ 26670 w 53340"/>
                  <a:gd name="connsiteY4" fmla="*/ 0 h 213360"/>
                  <a:gd name="connsiteX5" fmla="*/ 45720 w 53340"/>
                  <a:gd name="connsiteY5" fmla="*/ 7620 h 213360"/>
                  <a:gd name="connsiteX6" fmla="*/ 53340 w 53340"/>
                  <a:gd name="connsiteY6" fmla="*/ 26670 h 213360"/>
                  <a:gd name="connsiteX7" fmla="*/ 45720 w 53340"/>
                  <a:gd name="connsiteY7" fmla="*/ 45720 h 213360"/>
                  <a:gd name="connsiteX8" fmla="*/ 26670 w 53340"/>
                  <a:gd name="connsiteY8" fmla="*/ 53340 h 213360"/>
                  <a:gd name="connsiteX9" fmla="*/ 26670 w 53340"/>
                  <a:gd name="connsiteY9" fmla="*/ 133350 h 213360"/>
                  <a:gd name="connsiteX10" fmla="*/ 7620 w 53340"/>
                  <a:gd name="connsiteY10" fmla="*/ 125730 h 213360"/>
                  <a:gd name="connsiteX11" fmla="*/ 0 w 53340"/>
                  <a:gd name="connsiteY11" fmla="*/ 106680 h 213360"/>
                  <a:gd name="connsiteX12" fmla="*/ 7620 w 53340"/>
                  <a:gd name="connsiteY12" fmla="*/ 87630 h 213360"/>
                  <a:gd name="connsiteX13" fmla="*/ 26670 w 53340"/>
                  <a:gd name="connsiteY13" fmla="*/ 80010 h 213360"/>
                  <a:gd name="connsiteX14" fmla="*/ 45720 w 53340"/>
                  <a:gd name="connsiteY14" fmla="*/ 87630 h 213360"/>
                  <a:gd name="connsiteX15" fmla="*/ 53340 w 53340"/>
                  <a:gd name="connsiteY15" fmla="*/ 106680 h 213360"/>
                  <a:gd name="connsiteX16" fmla="*/ 45720 w 53340"/>
                  <a:gd name="connsiteY16" fmla="*/ 125730 h 213360"/>
                  <a:gd name="connsiteX17" fmla="*/ 26670 w 53340"/>
                  <a:gd name="connsiteY17" fmla="*/ 133350 h 213360"/>
                  <a:gd name="connsiteX18" fmla="*/ 26670 w 53340"/>
                  <a:gd name="connsiteY18" fmla="*/ 213360 h 213360"/>
                  <a:gd name="connsiteX19" fmla="*/ 7620 w 53340"/>
                  <a:gd name="connsiteY19" fmla="*/ 205740 h 213360"/>
                  <a:gd name="connsiteX20" fmla="*/ 0 w 53340"/>
                  <a:gd name="connsiteY20" fmla="*/ 186690 h 213360"/>
                  <a:gd name="connsiteX21" fmla="*/ 7620 w 53340"/>
                  <a:gd name="connsiteY21" fmla="*/ 167640 h 213360"/>
                  <a:gd name="connsiteX22" fmla="*/ 26670 w 53340"/>
                  <a:gd name="connsiteY22" fmla="*/ 160020 h 213360"/>
                  <a:gd name="connsiteX23" fmla="*/ 45720 w 53340"/>
                  <a:gd name="connsiteY23" fmla="*/ 167640 h 213360"/>
                  <a:gd name="connsiteX24" fmla="*/ 53340 w 53340"/>
                  <a:gd name="connsiteY24" fmla="*/ 186690 h 213360"/>
                  <a:gd name="connsiteX25" fmla="*/ 45720 w 53340"/>
                  <a:gd name="connsiteY25" fmla="*/ 205740 h 213360"/>
                  <a:gd name="connsiteX26" fmla="*/ 26670 w 53340"/>
                  <a:gd name="connsiteY26" fmla="*/ 213360 h 213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53340" h="213360">
                    <a:moveTo>
                      <a:pt x="26670" y="53340"/>
                    </a:moveTo>
                    <a:cubicBezTo>
                      <a:pt x="19050" y="53340"/>
                      <a:pt x="12700" y="50800"/>
                      <a:pt x="7620" y="45720"/>
                    </a:cubicBezTo>
                    <a:cubicBezTo>
                      <a:pt x="2540" y="40640"/>
                      <a:pt x="0" y="34290"/>
                      <a:pt x="0" y="26670"/>
                    </a:cubicBezTo>
                    <a:cubicBezTo>
                      <a:pt x="0" y="19050"/>
                      <a:pt x="2540" y="12700"/>
                      <a:pt x="7620" y="7620"/>
                    </a:cubicBezTo>
                    <a:cubicBezTo>
                      <a:pt x="12700" y="2540"/>
                      <a:pt x="19050" y="0"/>
                      <a:pt x="26670" y="0"/>
                    </a:cubicBezTo>
                    <a:cubicBezTo>
                      <a:pt x="34290" y="0"/>
                      <a:pt x="40640" y="2540"/>
                      <a:pt x="45720" y="7620"/>
                    </a:cubicBezTo>
                    <a:cubicBezTo>
                      <a:pt x="50800" y="12700"/>
                      <a:pt x="53340" y="19050"/>
                      <a:pt x="53340" y="26670"/>
                    </a:cubicBezTo>
                    <a:cubicBezTo>
                      <a:pt x="53340" y="34290"/>
                      <a:pt x="50800" y="40640"/>
                      <a:pt x="45720" y="45720"/>
                    </a:cubicBezTo>
                    <a:cubicBezTo>
                      <a:pt x="39370" y="50800"/>
                      <a:pt x="33020" y="53340"/>
                      <a:pt x="26670" y="53340"/>
                    </a:cubicBezTo>
                    <a:moveTo>
                      <a:pt x="26670" y="133350"/>
                    </a:moveTo>
                    <a:cubicBezTo>
                      <a:pt x="19050" y="133350"/>
                      <a:pt x="12700" y="130810"/>
                      <a:pt x="7620" y="125730"/>
                    </a:cubicBezTo>
                    <a:cubicBezTo>
                      <a:pt x="2540" y="120650"/>
                      <a:pt x="0" y="114300"/>
                      <a:pt x="0" y="106680"/>
                    </a:cubicBezTo>
                    <a:cubicBezTo>
                      <a:pt x="0" y="99060"/>
                      <a:pt x="2540" y="92710"/>
                      <a:pt x="7620" y="87630"/>
                    </a:cubicBezTo>
                    <a:cubicBezTo>
                      <a:pt x="12700" y="82550"/>
                      <a:pt x="19050" y="80010"/>
                      <a:pt x="26670" y="80010"/>
                    </a:cubicBezTo>
                    <a:cubicBezTo>
                      <a:pt x="34290" y="80010"/>
                      <a:pt x="40640" y="82550"/>
                      <a:pt x="45720" y="87630"/>
                    </a:cubicBezTo>
                    <a:cubicBezTo>
                      <a:pt x="50800" y="92710"/>
                      <a:pt x="53340" y="99060"/>
                      <a:pt x="53340" y="106680"/>
                    </a:cubicBezTo>
                    <a:cubicBezTo>
                      <a:pt x="53340" y="114300"/>
                      <a:pt x="50800" y="120650"/>
                      <a:pt x="45720" y="125730"/>
                    </a:cubicBezTo>
                    <a:cubicBezTo>
                      <a:pt x="39370" y="130810"/>
                      <a:pt x="33020" y="133350"/>
                      <a:pt x="26670" y="133350"/>
                    </a:cubicBezTo>
                    <a:moveTo>
                      <a:pt x="26670" y="213360"/>
                    </a:moveTo>
                    <a:cubicBezTo>
                      <a:pt x="19050" y="213360"/>
                      <a:pt x="12700" y="210820"/>
                      <a:pt x="7620" y="205740"/>
                    </a:cubicBezTo>
                    <a:cubicBezTo>
                      <a:pt x="2540" y="200660"/>
                      <a:pt x="0" y="194310"/>
                      <a:pt x="0" y="186690"/>
                    </a:cubicBezTo>
                    <a:cubicBezTo>
                      <a:pt x="0" y="179070"/>
                      <a:pt x="2540" y="172720"/>
                      <a:pt x="7620" y="167640"/>
                    </a:cubicBezTo>
                    <a:cubicBezTo>
                      <a:pt x="12700" y="162560"/>
                      <a:pt x="19050" y="160020"/>
                      <a:pt x="26670" y="160020"/>
                    </a:cubicBezTo>
                    <a:cubicBezTo>
                      <a:pt x="34290" y="160020"/>
                      <a:pt x="40640" y="162560"/>
                      <a:pt x="45720" y="167640"/>
                    </a:cubicBezTo>
                    <a:cubicBezTo>
                      <a:pt x="50800" y="172720"/>
                      <a:pt x="53340" y="179070"/>
                      <a:pt x="53340" y="186690"/>
                    </a:cubicBezTo>
                    <a:cubicBezTo>
                      <a:pt x="53340" y="194310"/>
                      <a:pt x="50800" y="200660"/>
                      <a:pt x="45720" y="205740"/>
                    </a:cubicBezTo>
                    <a:cubicBezTo>
                      <a:pt x="39370" y="210820"/>
                      <a:pt x="33020" y="213360"/>
                      <a:pt x="26670" y="213360"/>
                    </a:cubicBezTo>
                  </a:path>
                </a:pathLst>
              </a:custGeom>
              <a:solidFill>
                <a:srgbClr val="001E60"/>
              </a:solidFill>
              <a:ln w="12700"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27D0612F-FAAE-2C4D-26F5-83A5CD882FF6}"/>
                  </a:ext>
                </a:extLst>
              </p:cNvPr>
              <p:cNvSpPr/>
              <p:nvPr/>
            </p:nvSpPr>
            <p:spPr>
              <a:xfrm rot="-2433542">
                <a:off x="912878" y="3461907"/>
                <a:ext cx="170171" cy="170171"/>
              </a:xfrm>
              <a:custGeom>
                <a:avLst/>
                <a:gdLst>
                  <a:gd name="connsiteX0" fmla="*/ 170172 w 170171"/>
                  <a:gd name="connsiteY0" fmla="*/ 85086 h 170171"/>
                  <a:gd name="connsiteX1" fmla="*/ 85086 w 170171"/>
                  <a:gd name="connsiteY1" fmla="*/ 170172 h 170171"/>
                  <a:gd name="connsiteX2" fmla="*/ 0 w 170171"/>
                  <a:gd name="connsiteY2" fmla="*/ 85086 h 170171"/>
                  <a:gd name="connsiteX3" fmla="*/ 85086 w 170171"/>
                  <a:gd name="connsiteY3" fmla="*/ 0 h 170171"/>
                  <a:gd name="connsiteX4" fmla="*/ 170172 w 170171"/>
                  <a:gd name="connsiteY4" fmla="*/ 85086 h 170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171" h="170171">
                    <a:moveTo>
                      <a:pt x="170172" y="85086"/>
                    </a:moveTo>
                    <a:cubicBezTo>
                      <a:pt x="170172" y="132078"/>
                      <a:pt x="132078" y="170172"/>
                      <a:pt x="85086" y="170172"/>
                    </a:cubicBezTo>
                    <a:cubicBezTo>
                      <a:pt x="38094" y="170172"/>
                      <a:pt x="0" y="132078"/>
                      <a:pt x="0" y="85086"/>
                    </a:cubicBezTo>
                    <a:cubicBezTo>
                      <a:pt x="0" y="38094"/>
                      <a:pt x="38094" y="0"/>
                      <a:pt x="85086" y="0"/>
                    </a:cubicBezTo>
                    <a:cubicBezTo>
                      <a:pt x="132078" y="0"/>
                      <a:pt x="170172" y="38094"/>
                      <a:pt x="170172" y="85086"/>
                    </a:cubicBezTo>
                    <a:close/>
                  </a:path>
                </a:pathLst>
              </a:custGeom>
              <a:noFill/>
              <a:ln w="12699" cap="flat">
                <a:solidFill>
                  <a:srgbClr val="001E60"/>
                </a:solid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DE84AC6A-C6BF-1198-0ED6-DD9A40FD679D}"/>
                  </a:ext>
                </a:extLst>
              </p:cNvPr>
              <p:cNvSpPr/>
              <p:nvPr/>
            </p:nvSpPr>
            <p:spPr>
              <a:xfrm rot="-2278891">
                <a:off x="1165722" y="3461943"/>
                <a:ext cx="170177" cy="170177"/>
              </a:xfrm>
              <a:custGeom>
                <a:avLst/>
                <a:gdLst>
                  <a:gd name="connsiteX0" fmla="*/ 170178 w 170177"/>
                  <a:gd name="connsiteY0" fmla="*/ 85089 h 170177"/>
                  <a:gd name="connsiteX1" fmla="*/ 85089 w 170177"/>
                  <a:gd name="connsiteY1" fmla="*/ 170178 h 170177"/>
                  <a:gd name="connsiteX2" fmla="*/ 0 w 170177"/>
                  <a:gd name="connsiteY2" fmla="*/ 85089 h 170177"/>
                  <a:gd name="connsiteX3" fmla="*/ 85089 w 170177"/>
                  <a:gd name="connsiteY3" fmla="*/ 0 h 170177"/>
                  <a:gd name="connsiteX4" fmla="*/ 170178 w 170177"/>
                  <a:gd name="connsiteY4" fmla="*/ 85089 h 170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177" h="170177">
                    <a:moveTo>
                      <a:pt x="170178" y="85089"/>
                    </a:moveTo>
                    <a:cubicBezTo>
                      <a:pt x="170178" y="132082"/>
                      <a:pt x="132082" y="170178"/>
                      <a:pt x="85089" y="170178"/>
                    </a:cubicBezTo>
                    <a:cubicBezTo>
                      <a:pt x="38096" y="170178"/>
                      <a:pt x="0" y="132082"/>
                      <a:pt x="0" y="85089"/>
                    </a:cubicBezTo>
                    <a:cubicBezTo>
                      <a:pt x="0" y="38095"/>
                      <a:pt x="38096" y="0"/>
                      <a:pt x="85089" y="0"/>
                    </a:cubicBezTo>
                    <a:cubicBezTo>
                      <a:pt x="132082" y="0"/>
                      <a:pt x="170178" y="38095"/>
                      <a:pt x="170178" y="85089"/>
                    </a:cubicBezTo>
                    <a:close/>
                  </a:path>
                </a:pathLst>
              </a:custGeom>
              <a:noFill/>
              <a:ln w="12700" cap="flat">
                <a:solidFill>
                  <a:srgbClr val="001E60"/>
                </a:solidFill>
                <a:prstDash val="solid"/>
                <a:miter/>
              </a:ln>
            </p:spPr>
            <p:txBody>
              <a:bodyPr rtlCol="0" anchor="ctr"/>
              <a:lstStyle/>
              <a:p>
                <a:endParaRPr lang="en-US"/>
              </a:p>
            </p:txBody>
          </p:sp>
          <p:sp>
            <p:nvSpPr>
              <p:cNvPr id="22" name="Freeform 21">
                <a:extLst>
                  <a:ext uri="{FF2B5EF4-FFF2-40B4-BE49-F238E27FC236}">
                    <a16:creationId xmlns:a16="http://schemas.microsoft.com/office/drawing/2014/main" id="{2807E33E-FD5D-30F9-C97D-D0E9DFE1351C}"/>
                  </a:ext>
                </a:extLst>
              </p:cNvPr>
              <p:cNvSpPr/>
              <p:nvPr/>
            </p:nvSpPr>
            <p:spPr>
              <a:xfrm rot="-2486193">
                <a:off x="1418502" y="3461993"/>
                <a:ext cx="170182" cy="170182"/>
              </a:xfrm>
              <a:custGeom>
                <a:avLst/>
                <a:gdLst>
                  <a:gd name="connsiteX0" fmla="*/ 170182 w 170182"/>
                  <a:gd name="connsiteY0" fmla="*/ 85091 h 170182"/>
                  <a:gd name="connsiteX1" fmla="*/ 85091 w 170182"/>
                  <a:gd name="connsiteY1" fmla="*/ 170183 h 170182"/>
                  <a:gd name="connsiteX2" fmla="*/ 0 w 170182"/>
                  <a:gd name="connsiteY2" fmla="*/ 85091 h 170182"/>
                  <a:gd name="connsiteX3" fmla="*/ 85091 w 170182"/>
                  <a:gd name="connsiteY3" fmla="*/ 0 h 170182"/>
                  <a:gd name="connsiteX4" fmla="*/ 170182 w 170182"/>
                  <a:gd name="connsiteY4" fmla="*/ 85091 h 1701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0182" h="170182">
                    <a:moveTo>
                      <a:pt x="170182" y="85091"/>
                    </a:moveTo>
                    <a:cubicBezTo>
                      <a:pt x="170182" y="132086"/>
                      <a:pt x="132086" y="170183"/>
                      <a:pt x="85091" y="170183"/>
                    </a:cubicBezTo>
                    <a:cubicBezTo>
                      <a:pt x="38097" y="170183"/>
                      <a:pt x="0" y="132086"/>
                      <a:pt x="0" y="85091"/>
                    </a:cubicBezTo>
                    <a:cubicBezTo>
                      <a:pt x="0" y="38096"/>
                      <a:pt x="38097" y="0"/>
                      <a:pt x="85091" y="0"/>
                    </a:cubicBezTo>
                    <a:cubicBezTo>
                      <a:pt x="132086" y="0"/>
                      <a:pt x="170182" y="38096"/>
                      <a:pt x="170182" y="85091"/>
                    </a:cubicBezTo>
                    <a:close/>
                  </a:path>
                </a:pathLst>
              </a:custGeom>
              <a:noFill/>
              <a:ln w="12700" cap="flat">
                <a:solidFill>
                  <a:srgbClr val="001E60"/>
                </a:solidFill>
                <a:prstDash val="solid"/>
                <a:miter/>
              </a:ln>
            </p:spPr>
            <p:txBody>
              <a:bodyPr rtlCol="0" anchor="ctr"/>
              <a:lstStyle/>
              <a:p>
                <a:endParaRPr lang="en-US"/>
              </a:p>
            </p:txBody>
          </p:sp>
        </p:grpSp>
        <p:sp>
          <p:nvSpPr>
            <p:cNvPr id="24" name="Freeform 23">
              <a:extLst>
                <a:ext uri="{FF2B5EF4-FFF2-40B4-BE49-F238E27FC236}">
                  <a16:creationId xmlns:a16="http://schemas.microsoft.com/office/drawing/2014/main" id="{92401A8E-BA3A-CC95-1AB6-F4138C95A2FF}"/>
                </a:ext>
              </a:extLst>
            </p:cNvPr>
            <p:cNvSpPr/>
            <p:nvPr/>
          </p:nvSpPr>
          <p:spPr>
            <a:xfrm>
              <a:off x="1860550" y="3459479"/>
              <a:ext cx="214629" cy="175260"/>
            </a:xfrm>
            <a:custGeom>
              <a:avLst/>
              <a:gdLst>
                <a:gd name="connsiteX0" fmla="*/ 87630 w 214629"/>
                <a:gd name="connsiteY0" fmla="*/ 175260 h 175260"/>
                <a:gd name="connsiteX1" fmla="*/ 0 w 214629"/>
                <a:gd name="connsiteY1" fmla="*/ 87630 h 175260"/>
                <a:gd name="connsiteX2" fmla="*/ 87630 w 214629"/>
                <a:gd name="connsiteY2" fmla="*/ 0 h 175260"/>
                <a:gd name="connsiteX3" fmla="*/ 214630 w 214629"/>
                <a:gd name="connsiteY3" fmla="*/ 87630 h 175260"/>
                <a:gd name="connsiteX4" fmla="*/ 0 w 214629"/>
                <a:gd name="connsiteY4" fmla="*/ 87630 h 175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629" h="175260">
                  <a:moveTo>
                    <a:pt x="87630" y="175260"/>
                  </a:moveTo>
                  <a:lnTo>
                    <a:pt x="0" y="87630"/>
                  </a:lnTo>
                  <a:lnTo>
                    <a:pt x="87630" y="0"/>
                  </a:lnTo>
                  <a:moveTo>
                    <a:pt x="214630" y="87630"/>
                  </a:moveTo>
                  <a:lnTo>
                    <a:pt x="0" y="87630"/>
                  </a:lnTo>
                </a:path>
              </a:pathLst>
            </a:custGeom>
            <a:noFill/>
            <a:ln w="12700" cap="flat">
              <a:solidFill>
                <a:srgbClr val="001E60"/>
              </a:solidFill>
              <a:prstDash val="solid"/>
              <a:miter/>
            </a:ln>
          </p:spPr>
          <p:txBody>
            <a:bodyPr rtlCol="0" anchor="ctr"/>
            <a:lstStyle/>
            <a:p>
              <a:endParaRPr lang="en-US"/>
            </a:p>
          </p:txBody>
        </p:sp>
        <p:sp>
          <p:nvSpPr>
            <p:cNvPr id="25" name="Freeform 24">
              <a:extLst>
                <a:ext uri="{FF2B5EF4-FFF2-40B4-BE49-F238E27FC236}">
                  <a16:creationId xmlns:a16="http://schemas.microsoft.com/office/drawing/2014/main" id="{B8214990-8088-8212-0F94-0A710D982C42}"/>
                </a:ext>
              </a:extLst>
            </p:cNvPr>
            <p:cNvSpPr/>
            <p:nvPr/>
          </p:nvSpPr>
          <p:spPr>
            <a:xfrm>
              <a:off x="2189479" y="3459479"/>
              <a:ext cx="215900" cy="175260"/>
            </a:xfrm>
            <a:custGeom>
              <a:avLst/>
              <a:gdLst>
                <a:gd name="connsiteX0" fmla="*/ 128270 w 215900"/>
                <a:gd name="connsiteY0" fmla="*/ 0 h 175260"/>
                <a:gd name="connsiteX1" fmla="*/ 215900 w 215900"/>
                <a:gd name="connsiteY1" fmla="*/ 87630 h 175260"/>
                <a:gd name="connsiteX2" fmla="*/ 128270 w 215900"/>
                <a:gd name="connsiteY2" fmla="*/ 175260 h 175260"/>
                <a:gd name="connsiteX3" fmla="*/ 0 w 215900"/>
                <a:gd name="connsiteY3" fmla="*/ 87630 h 175260"/>
                <a:gd name="connsiteX4" fmla="*/ 214630 w 215900"/>
                <a:gd name="connsiteY4" fmla="*/ 87630 h 1752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900" h="175260">
                  <a:moveTo>
                    <a:pt x="128270" y="0"/>
                  </a:moveTo>
                  <a:lnTo>
                    <a:pt x="215900" y="87630"/>
                  </a:lnTo>
                  <a:lnTo>
                    <a:pt x="128270" y="175260"/>
                  </a:lnTo>
                  <a:moveTo>
                    <a:pt x="0" y="87630"/>
                  </a:moveTo>
                  <a:lnTo>
                    <a:pt x="214630" y="87630"/>
                  </a:lnTo>
                </a:path>
              </a:pathLst>
            </a:custGeom>
            <a:noFill/>
            <a:ln w="12700" cap="flat">
              <a:solidFill>
                <a:srgbClr val="001E60"/>
              </a:solid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80ADFDA3-9342-3C3C-7FBC-FD9F167AEDF2}"/>
                </a:ext>
              </a:extLst>
            </p:cNvPr>
            <p:cNvSpPr/>
            <p:nvPr/>
          </p:nvSpPr>
          <p:spPr>
            <a:xfrm>
              <a:off x="2694939" y="3455670"/>
              <a:ext cx="161289" cy="180339"/>
            </a:xfrm>
            <a:custGeom>
              <a:avLst/>
              <a:gdLst>
                <a:gd name="connsiteX0" fmla="*/ 161290 w 161289"/>
                <a:gd name="connsiteY0" fmla="*/ 72390 h 180339"/>
                <a:gd name="connsiteX1" fmla="*/ 82550 w 161289"/>
                <a:gd name="connsiteY1" fmla="*/ 15240 h 180339"/>
                <a:gd name="connsiteX2" fmla="*/ 0 w 161289"/>
                <a:gd name="connsiteY2" fmla="*/ 97790 h 180339"/>
                <a:gd name="connsiteX3" fmla="*/ 82550 w 161289"/>
                <a:gd name="connsiteY3" fmla="*/ 180340 h 180339"/>
                <a:gd name="connsiteX4" fmla="*/ 161290 w 161289"/>
                <a:gd name="connsiteY4" fmla="*/ 123190 h 180339"/>
                <a:gd name="connsiteX5" fmla="*/ 161290 w 161289"/>
                <a:gd name="connsiteY5" fmla="*/ 0 h 180339"/>
                <a:gd name="connsiteX6" fmla="*/ 161290 w 161289"/>
                <a:gd name="connsiteY6" fmla="*/ 71120 h 180339"/>
                <a:gd name="connsiteX7" fmla="*/ 90170 w 161289"/>
                <a:gd name="connsiteY7" fmla="*/ 71120 h 180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289" h="180339">
                  <a:moveTo>
                    <a:pt x="161290" y="72390"/>
                  </a:moveTo>
                  <a:cubicBezTo>
                    <a:pt x="151130" y="39370"/>
                    <a:pt x="119380" y="15240"/>
                    <a:pt x="82550" y="15240"/>
                  </a:cubicBezTo>
                  <a:cubicBezTo>
                    <a:pt x="36830" y="15240"/>
                    <a:pt x="0" y="52070"/>
                    <a:pt x="0" y="97790"/>
                  </a:cubicBezTo>
                  <a:cubicBezTo>
                    <a:pt x="0" y="143510"/>
                    <a:pt x="36830" y="180340"/>
                    <a:pt x="82550" y="180340"/>
                  </a:cubicBezTo>
                  <a:cubicBezTo>
                    <a:pt x="119380" y="180340"/>
                    <a:pt x="151130" y="156210"/>
                    <a:pt x="161290" y="123190"/>
                  </a:cubicBezTo>
                  <a:moveTo>
                    <a:pt x="161290" y="0"/>
                  </a:moveTo>
                  <a:lnTo>
                    <a:pt x="161290" y="71120"/>
                  </a:lnTo>
                  <a:lnTo>
                    <a:pt x="90170" y="71120"/>
                  </a:lnTo>
                </a:path>
              </a:pathLst>
            </a:custGeom>
            <a:noFill/>
            <a:ln w="12700" cap="flat">
              <a:solidFill>
                <a:srgbClr val="001E60"/>
              </a:solidFill>
              <a:prstDash val="solid"/>
              <a:miter/>
            </a:ln>
          </p:spPr>
          <p:txBody>
            <a:bodyPr rtlCol="0" anchor="ctr"/>
            <a:lstStyle/>
            <a:p>
              <a:endParaRPr lang="en-US"/>
            </a:p>
          </p:txBody>
        </p:sp>
      </p:grpSp>
      <p:sp>
        <p:nvSpPr>
          <p:cNvPr id="42" name="Picture Placeholder 41">
            <a:extLst>
              <a:ext uri="{FF2B5EF4-FFF2-40B4-BE49-F238E27FC236}">
                <a16:creationId xmlns:a16="http://schemas.microsoft.com/office/drawing/2014/main" id="{E655A16D-67A7-5E71-1E7E-CC1ECFC245B7}"/>
              </a:ext>
            </a:extLst>
          </p:cNvPr>
          <p:cNvSpPr>
            <a:spLocks noGrp="1"/>
          </p:cNvSpPr>
          <p:nvPr>
            <p:ph type="pic" sz="quarter" idx="46"/>
          </p:nvPr>
        </p:nvSpPr>
        <p:spPr>
          <a:xfrm>
            <a:off x="13462000" y="3851983"/>
            <a:ext cx="3404870" cy="7194550"/>
          </a:xfrm>
          <a:custGeom>
            <a:avLst/>
            <a:gdLst>
              <a:gd name="connsiteX0" fmla="*/ 422911 w 3404870"/>
              <a:gd name="connsiteY0" fmla="*/ 0 h 7194550"/>
              <a:gd name="connsiteX1" fmla="*/ 1055370 w 3404870"/>
              <a:gd name="connsiteY1" fmla="*/ 0 h 7194550"/>
              <a:gd name="connsiteX2" fmla="*/ 1118870 w 3404870"/>
              <a:gd name="connsiteY2" fmla="*/ 63500 h 7194550"/>
              <a:gd name="connsiteX3" fmla="*/ 1118870 w 3404870"/>
              <a:gd name="connsiteY3" fmla="*/ 224790 h 7194550"/>
              <a:gd name="connsiteX4" fmla="*/ 1182370 w 3404870"/>
              <a:gd name="connsiteY4" fmla="*/ 288290 h 7194550"/>
              <a:gd name="connsiteX5" fmla="*/ 2222500 w 3404870"/>
              <a:gd name="connsiteY5" fmla="*/ 288290 h 7194550"/>
              <a:gd name="connsiteX6" fmla="*/ 2286000 w 3404870"/>
              <a:gd name="connsiteY6" fmla="*/ 224790 h 7194550"/>
              <a:gd name="connsiteX7" fmla="*/ 2286000 w 3404870"/>
              <a:gd name="connsiteY7" fmla="*/ 63500 h 7194550"/>
              <a:gd name="connsiteX8" fmla="*/ 2349500 w 3404870"/>
              <a:gd name="connsiteY8" fmla="*/ 0 h 7194550"/>
              <a:gd name="connsiteX9" fmla="*/ 2981961 w 3404870"/>
              <a:gd name="connsiteY9" fmla="*/ 0 h 7194550"/>
              <a:gd name="connsiteX10" fmla="*/ 3404870 w 3404870"/>
              <a:gd name="connsiteY10" fmla="*/ 422910 h 7194550"/>
              <a:gd name="connsiteX11" fmla="*/ 3404870 w 3404870"/>
              <a:gd name="connsiteY11" fmla="*/ 6771640 h 7194550"/>
              <a:gd name="connsiteX12" fmla="*/ 2981961 w 3404870"/>
              <a:gd name="connsiteY12" fmla="*/ 7194550 h 7194550"/>
              <a:gd name="connsiteX13" fmla="*/ 422911 w 3404870"/>
              <a:gd name="connsiteY13" fmla="*/ 7194550 h 7194550"/>
              <a:gd name="connsiteX14" fmla="*/ 0 w 3404870"/>
              <a:gd name="connsiteY14" fmla="*/ 6771640 h 7194550"/>
              <a:gd name="connsiteX15" fmla="*/ 0 w 3404870"/>
              <a:gd name="connsiteY15" fmla="*/ 422910 h 7194550"/>
              <a:gd name="connsiteX16" fmla="*/ 422911 w 3404870"/>
              <a:gd name="connsiteY16" fmla="*/ 0 h 7194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04870" h="7194550">
                <a:moveTo>
                  <a:pt x="422911" y="0"/>
                </a:moveTo>
                <a:lnTo>
                  <a:pt x="1055370" y="0"/>
                </a:lnTo>
                <a:cubicBezTo>
                  <a:pt x="1089661" y="0"/>
                  <a:pt x="1118870" y="27940"/>
                  <a:pt x="1118870" y="63500"/>
                </a:cubicBezTo>
                <a:lnTo>
                  <a:pt x="1118870" y="224790"/>
                </a:lnTo>
                <a:cubicBezTo>
                  <a:pt x="1118870" y="259080"/>
                  <a:pt x="1146811" y="288290"/>
                  <a:pt x="1182370" y="288290"/>
                </a:cubicBezTo>
                <a:lnTo>
                  <a:pt x="2222500" y="288290"/>
                </a:lnTo>
                <a:cubicBezTo>
                  <a:pt x="2256790" y="288290"/>
                  <a:pt x="2286000" y="260350"/>
                  <a:pt x="2286000" y="224790"/>
                </a:cubicBezTo>
                <a:lnTo>
                  <a:pt x="2286000" y="63500"/>
                </a:lnTo>
                <a:cubicBezTo>
                  <a:pt x="2286000" y="29210"/>
                  <a:pt x="2313940" y="0"/>
                  <a:pt x="2349500" y="0"/>
                </a:cubicBezTo>
                <a:lnTo>
                  <a:pt x="2981961" y="0"/>
                </a:lnTo>
                <a:cubicBezTo>
                  <a:pt x="3215640" y="0"/>
                  <a:pt x="3404870" y="189230"/>
                  <a:pt x="3404870" y="422910"/>
                </a:cubicBezTo>
                <a:lnTo>
                  <a:pt x="3404870" y="6771640"/>
                </a:lnTo>
                <a:cubicBezTo>
                  <a:pt x="3404870" y="7005320"/>
                  <a:pt x="3215640" y="7194550"/>
                  <a:pt x="2981961" y="7194550"/>
                </a:cubicBezTo>
                <a:lnTo>
                  <a:pt x="422911" y="7194550"/>
                </a:lnTo>
                <a:cubicBezTo>
                  <a:pt x="189230" y="7194550"/>
                  <a:pt x="0" y="7005320"/>
                  <a:pt x="0" y="6771640"/>
                </a:cubicBezTo>
                <a:lnTo>
                  <a:pt x="0" y="422910"/>
                </a:lnTo>
                <a:cubicBezTo>
                  <a:pt x="0" y="189230"/>
                  <a:pt x="189230" y="0"/>
                  <a:pt x="422911" y="0"/>
                </a:cubicBezTo>
                <a:close/>
              </a:path>
            </a:pathLst>
          </a:custGeom>
          <a:solidFill>
            <a:schemeClr val="bg1">
              <a:lumMod val="95000"/>
            </a:schemeClr>
          </a:solidFill>
        </p:spPr>
        <p:txBody>
          <a:bodyPr wrap="square">
            <a:noAutofit/>
          </a:bodyPr>
          <a:lstStyle>
            <a:lvl1pPr>
              <a:defRPr sz="2800"/>
            </a:lvl1pPr>
          </a:lstStyle>
          <a:p>
            <a:endParaRPr lang="en-US"/>
          </a:p>
        </p:txBody>
      </p:sp>
      <p:sp>
        <p:nvSpPr>
          <p:cNvPr id="45" name="Picture Placeholder 44">
            <a:extLst>
              <a:ext uri="{FF2B5EF4-FFF2-40B4-BE49-F238E27FC236}">
                <a16:creationId xmlns:a16="http://schemas.microsoft.com/office/drawing/2014/main" id="{E723A97E-E0D4-44BC-6ECE-666062AE7BCB}"/>
              </a:ext>
            </a:extLst>
          </p:cNvPr>
          <p:cNvSpPr>
            <a:spLocks noGrp="1"/>
          </p:cNvSpPr>
          <p:nvPr>
            <p:ph type="pic" sz="quarter" idx="47"/>
          </p:nvPr>
        </p:nvSpPr>
        <p:spPr>
          <a:xfrm>
            <a:off x="17359313" y="3725618"/>
            <a:ext cx="6334125" cy="1636713"/>
          </a:xfrm>
          <a:solidFill>
            <a:schemeClr val="bg1">
              <a:lumMod val="95000"/>
            </a:schemeClr>
          </a:solidFill>
        </p:spPr>
        <p:txBody>
          <a:bodyPr/>
          <a:lstStyle>
            <a:lvl1pPr>
              <a:defRPr sz="2800"/>
            </a:lvl1pPr>
          </a:lstStyle>
          <a:p>
            <a:endParaRPr lang="en-US"/>
          </a:p>
        </p:txBody>
      </p:sp>
      <p:sp>
        <p:nvSpPr>
          <p:cNvPr id="46" name="Picture Placeholder 44">
            <a:extLst>
              <a:ext uri="{FF2B5EF4-FFF2-40B4-BE49-F238E27FC236}">
                <a16:creationId xmlns:a16="http://schemas.microsoft.com/office/drawing/2014/main" id="{45E0F4C2-76D3-1617-0CFD-8AD1A4ED9E4D}"/>
              </a:ext>
            </a:extLst>
          </p:cNvPr>
          <p:cNvSpPr>
            <a:spLocks noGrp="1"/>
          </p:cNvSpPr>
          <p:nvPr>
            <p:ph type="pic" sz="quarter" idx="48"/>
          </p:nvPr>
        </p:nvSpPr>
        <p:spPr>
          <a:xfrm>
            <a:off x="17359313" y="5675442"/>
            <a:ext cx="2735685" cy="5509515"/>
          </a:xfrm>
          <a:solidFill>
            <a:schemeClr val="bg1">
              <a:lumMod val="95000"/>
            </a:schemeClr>
          </a:solidFill>
        </p:spPr>
        <p:txBody>
          <a:bodyPr/>
          <a:lstStyle>
            <a:lvl1pPr>
              <a:defRPr sz="2800"/>
            </a:lvl1pPr>
          </a:lstStyle>
          <a:p>
            <a:endParaRPr lang="en-US"/>
          </a:p>
        </p:txBody>
      </p:sp>
      <p:sp>
        <p:nvSpPr>
          <p:cNvPr id="50" name="Picture Placeholder 44">
            <a:extLst>
              <a:ext uri="{FF2B5EF4-FFF2-40B4-BE49-F238E27FC236}">
                <a16:creationId xmlns:a16="http://schemas.microsoft.com/office/drawing/2014/main" id="{3CD1EF81-B0A4-1C75-11F9-D04D841A23CD}"/>
              </a:ext>
            </a:extLst>
          </p:cNvPr>
          <p:cNvSpPr>
            <a:spLocks noGrp="1"/>
          </p:cNvSpPr>
          <p:nvPr>
            <p:ph type="pic" sz="quarter" idx="49"/>
          </p:nvPr>
        </p:nvSpPr>
        <p:spPr>
          <a:xfrm>
            <a:off x="20407313" y="5675442"/>
            <a:ext cx="3286125" cy="2767031"/>
          </a:xfrm>
          <a:solidFill>
            <a:schemeClr val="bg1">
              <a:lumMod val="95000"/>
            </a:schemeClr>
          </a:solidFill>
        </p:spPr>
        <p:txBody>
          <a:bodyPr/>
          <a:lstStyle>
            <a:lvl1pPr>
              <a:defRPr sz="2800"/>
            </a:lvl1pPr>
          </a:lstStyle>
          <a:p>
            <a:endParaRPr lang="en-US"/>
          </a:p>
        </p:txBody>
      </p:sp>
      <p:sp>
        <p:nvSpPr>
          <p:cNvPr id="51" name="Text Placeholder 12">
            <a:extLst>
              <a:ext uri="{FF2B5EF4-FFF2-40B4-BE49-F238E27FC236}">
                <a16:creationId xmlns:a16="http://schemas.microsoft.com/office/drawing/2014/main" id="{98220294-E16F-9BC2-60BF-29D45F761542}"/>
              </a:ext>
            </a:extLst>
          </p:cNvPr>
          <p:cNvSpPr>
            <a:spLocks noGrp="1"/>
          </p:cNvSpPr>
          <p:nvPr>
            <p:ph type="body" sz="quarter" idx="50" hasCustomPrompt="1"/>
          </p:nvPr>
        </p:nvSpPr>
        <p:spPr>
          <a:xfrm>
            <a:off x="13331825" y="11147032"/>
            <a:ext cx="3654426" cy="504508"/>
          </a:xfrm>
        </p:spPr>
        <p:txBody>
          <a:bodyPr lIns="0" tIns="0" rIns="0" bIns="0" anchor="b" anchorCtr="0">
            <a:noAutofit/>
          </a:bodyPr>
          <a:lstStyle>
            <a:lvl1pPr marL="0" indent="0" algn="l">
              <a:lnSpc>
                <a:spcPts val="22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
        <p:nvSpPr>
          <p:cNvPr id="52" name="Text Placeholder 12">
            <a:extLst>
              <a:ext uri="{FF2B5EF4-FFF2-40B4-BE49-F238E27FC236}">
                <a16:creationId xmlns:a16="http://schemas.microsoft.com/office/drawing/2014/main" id="{CADE8956-80EA-B9DB-AC40-B016675EBFC1}"/>
              </a:ext>
            </a:extLst>
          </p:cNvPr>
          <p:cNvSpPr>
            <a:spLocks noGrp="1"/>
          </p:cNvSpPr>
          <p:nvPr>
            <p:ph type="body" sz="quarter" idx="51" hasCustomPrompt="1"/>
          </p:nvPr>
        </p:nvSpPr>
        <p:spPr>
          <a:xfrm>
            <a:off x="17332325" y="11147032"/>
            <a:ext cx="4406900" cy="504508"/>
          </a:xfrm>
        </p:spPr>
        <p:txBody>
          <a:bodyPr lIns="0" tIns="0" rIns="0" bIns="0" anchor="b" anchorCtr="0">
            <a:noAutofit/>
          </a:bodyPr>
          <a:lstStyle>
            <a:lvl1pPr marL="0" indent="0" algn="l">
              <a:lnSpc>
                <a:spcPts val="22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Tree>
    <p:extLst>
      <p:ext uri="{BB962C8B-B14F-4D97-AF65-F5344CB8AC3E}">
        <p14:creationId xmlns:p14="http://schemas.microsoft.com/office/powerpoint/2010/main" val="292545466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_Ass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38" name="Text Placeholder 12">
            <a:extLst>
              <a:ext uri="{FF2B5EF4-FFF2-40B4-BE49-F238E27FC236}">
                <a16:creationId xmlns:a16="http://schemas.microsoft.com/office/drawing/2014/main" id="{00F4B7A1-10E5-AD1B-8A77-3C649AD9BA6C}"/>
              </a:ext>
            </a:extLst>
          </p:cNvPr>
          <p:cNvSpPr>
            <a:spLocks noGrp="1"/>
          </p:cNvSpPr>
          <p:nvPr>
            <p:ph type="body" sz="quarter" idx="44" hasCustomPrompt="1"/>
          </p:nvPr>
        </p:nvSpPr>
        <p:spPr>
          <a:xfrm>
            <a:off x="682625" y="5380311"/>
            <a:ext cx="5497514" cy="504508"/>
          </a:xfrm>
        </p:spPr>
        <p:txBody>
          <a:bodyPr lIns="0" tIns="0" rIns="0" bIns="0" anchor="b" anchorCtr="0">
            <a:noAutofit/>
          </a:bodyPr>
          <a:lstStyle>
            <a:lvl1pPr marL="0" indent="0" algn="l">
              <a:lnSpc>
                <a:spcPts val="2300"/>
              </a:lnSpc>
              <a:spcAft>
                <a:spcPts val="0"/>
              </a:spcAft>
              <a:buNone/>
              <a:defRPr lang="en-US" sz="20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
        <p:nvSpPr>
          <p:cNvPr id="51" name="Text Placeholder 12">
            <a:extLst>
              <a:ext uri="{FF2B5EF4-FFF2-40B4-BE49-F238E27FC236}">
                <a16:creationId xmlns:a16="http://schemas.microsoft.com/office/drawing/2014/main" id="{98220294-E16F-9BC2-60BF-29D45F761542}"/>
              </a:ext>
            </a:extLst>
          </p:cNvPr>
          <p:cNvSpPr>
            <a:spLocks noGrp="1"/>
          </p:cNvSpPr>
          <p:nvPr>
            <p:ph type="body" sz="quarter" idx="50" hasCustomPrompt="1"/>
          </p:nvPr>
        </p:nvSpPr>
        <p:spPr>
          <a:xfrm>
            <a:off x="682624" y="11375081"/>
            <a:ext cx="5497513" cy="504508"/>
          </a:xfrm>
        </p:spPr>
        <p:txBody>
          <a:bodyPr lIns="0" tIns="0" rIns="0" bIns="0" anchor="b" anchorCtr="0">
            <a:noAutofit/>
          </a:bodyPr>
          <a:lstStyle>
            <a:lvl1pPr marL="0" indent="0" algn="l">
              <a:lnSpc>
                <a:spcPts val="2300"/>
              </a:lnSpc>
              <a:spcAft>
                <a:spcPts val="0"/>
              </a:spcAft>
              <a:buNone/>
              <a:defRPr lang="en-US" sz="20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
        <p:nvSpPr>
          <p:cNvPr id="52" name="Text Placeholder 12">
            <a:extLst>
              <a:ext uri="{FF2B5EF4-FFF2-40B4-BE49-F238E27FC236}">
                <a16:creationId xmlns:a16="http://schemas.microsoft.com/office/drawing/2014/main" id="{CADE8956-80EA-B9DB-AC40-B016675EBFC1}"/>
              </a:ext>
            </a:extLst>
          </p:cNvPr>
          <p:cNvSpPr>
            <a:spLocks noGrp="1"/>
          </p:cNvSpPr>
          <p:nvPr>
            <p:ph type="body" sz="quarter" idx="51" hasCustomPrompt="1"/>
          </p:nvPr>
        </p:nvSpPr>
        <p:spPr>
          <a:xfrm>
            <a:off x="7543199" y="7400684"/>
            <a:ext cx="4474176" cy="504508"/>
          </a:xfrm>
        </p:spPr>
        <p:txBody>
          <a:bodyPr lIns="0" tIns="0" rIns="0" bIns="0" anchor="b" anchorCtr="0">
            <a:noAutofit/>
          </a:bodyPr>
          <a:lstStyle>
            <a:lvl1pPr marL="0" indent="0" algn="l">
              <a:lnSpc>
                <a:spcPts val="2300"/>
              </a:lnSpc>
              <a:spcAft>
                <a:spcPts val="0"/>
              </a:spcAft>
              <a:buNone/>
              <a:defRPr lang="en-US" sz="20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
        <p:nvSpPr>
          <p:cNvPr id="4" name="Text Placeholder 12">
            <a:extLst>
              <a:ext uri="{FF2B5EF4-FFF2-40B4-BE49-F238E27FC236}">
                <a16:creationId xmlns:a16="http://schemas.microsoft.com/office/drawing/2014/main" id="{3CF9F02A-883A-A516-AB45-839EE9F758BB}"/>
              </a:ext>
            </a:extLst>
          </p:cNvPr>
          <p:cNvSpPr>
            <a:spLocks noGrp="1"/>
          </p:cNvSpPr>
          <p:nvPr>
            <p:ph type="body" sz="quarter" idx="52" hasCustomPrompt="1"/>
          </p:nvPr>
        </p:nvSpPr>
        <p:spPr>
          <a:xfrm>
            <a:off x="7543199" y="9332457"/>
            <a:ext cx="4474176" cy="504508"/>
          </a:xfrm>
        </p:spPr>
        <p:txBody>
          <a:bodyPr lIns="0" tIns="0" rIns="0" bIns="0" anchor="b" anchorCtr="0">
            <a:noAutofit/>
          </a:bodyPr>
          <a:lstStyle>
            <a:lvl1pPr marL="0" indent="0" algn="l">
              <a:lnSpc>
                <a:spcPts val="2300"/>
              </a:lnSpc>
              <a:spcAft>
                <a:spcPts val="0"/>
              </a:spcAft>
              <a:buNone/>
              <a:defRPr lang="en-US" sz="20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
        <p:nvSpPr>
          <p:cNvPr id="5" name="Text Placeholder 12">
            <a:extLst>
              <a:ext uri="{FF2B5EF4-FFF2-40B4-BE49-F238E27FC236}">
                <a16:creationId xmlns:a16="http://schemas.microsoft.com/office/drawing/2014/main" id="{66F30715-8164-B9C7-8BE3-28ED480B028C}"/>
              </a:ext>
            </a:extLst>
          </p:cNvPr>
          <p:cNvSpPr>
            <a:spLocks noGrp="1"/>
          </p:cNvSpPr>
          <p:nvPr>
            <p:ph type="body" sz="quarter" idx="53" hasCustomPrompt="1"/>
          </p:nvPr>
        </p:nvSpPr>
        <p:spPr>
          <a:xfrm>
            <a:off x="14872254" y="12075657"/>
            <a:ext cx="2983946" cy="504508"/>
          </a:xfrm>
        </p:spPr>
        <p:txBody>
          <a:bodyPr lIns="0" tIns="0" rIns="0" bIns="0" anchor="b" anchorCtr="0">
            <a:noAutofit/>
          </a:bodyPr>
          <a:lstStyle>
            <a:lvl1pPr marL="0" indent="0" algn="l">
              <a:lnSpc>
                <a:spcPts val="2300"/>
              </a:lnSpc>
              <a:spcAft>
                <a:spcPts val="0"/>
              </a:spcAft>
              <a:buNone/>
              <a:defRPr lang="en-US" sz="20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
        <p:nvSpPr>
          <p:cNvPr id="6" name="Text Placeholder 12">
            <a:extLst>
              <a:ext uri="{FF2B5EF4-FFF2-40B4-BE49-F238E27FC236}">
                <a16:creationId xmlns:a16="http://schemas.microsoft.com/office/drawing/2014/main" id="{2CFF4DF2-0640-9C3C-D457-F1E695403D58}"/>
              </a:ext>
            </a:extLst>
          </p:cNvPr>
          <p:cNvSpPr>
            <a:spLocks noGrp="1"/>
          </p:cNvSpPr>
          <p:nvPr>
            <p:ph type="body" sz="quarter" idx="54" hasCustomPrompt="1"/>
          </p:nvPr>
        </p:nvSpPr>
        <p:spPr>
          <a:xfrm>
            <a:off x="18044944" y="12075657"/>
            <a:ext cx="4163891" cy="504508"/>
          </a:xfrm>
        </p:spPr>
        <p:txBody>
          <a:bodyPr lIns="0" tIns="0" rIns="0" bIns="0" anchor="b" anchorCtr="0">
            <a:noAutofit/>
          </a:bodyPr>
          <a:lstStyle>
            <a:lvl1pPr marL="0" indent="0" algn="l">
              <a:lnSpc>
                <a:spcPts val="2300"/>
              </a:lnSpc>
              <a:spcAft>
                <a:spcPts val="0"/>
              </a:spcAft>
              <a:buNone/>
              <a:defRPr lang="en-US" sz="20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
        <p:nvSpPr>
          <p:cNvPr id="11" name="Picture Placeholder 10">
            <a:extLst>
              <a:ext uri="{FF2B5EF4-FFF2-40B4-BE49-F238E27FC236}">
                <a16:creationId xmlns:a16="http://schemas.microsoft.com/office/drawing/2014/main" id="{9D931F4C-247D-C2D9-463A-6C99D50E7B82}"/>
              </a:ext>
            </a:extLst>
          </p:cNvPr>
          <p:cNvSpPr>
            <a:spLocks noGrp="1"/>
          </p:cNvSpPr>
          <p:nvPr>
            <p:ph type="pic" sz="quarter" idx="55"/>
          </p:nvPr>
        </p:nvSpPr>
        <p:spPr>
          <a:xfrm>
            <a:off x="682625" y="3738563"/>
            <a:ext cx="13274675" cy="1641475"/>
          </a:xfrm>
          <a:prstGeom prst="rect">
            <a:avLst/>
          </a:prstGeom>
          <a:solidFill>
            <a:schemeClr val="bg1">
              <a:lumMod val="95000"/>
            </a:schemeClr>
          </a:solidFill>
        </p:spPr>
        <p:txBody>
          <a:bodyPr/>
          <a:lstStyle>
            <a:lvl1pPr>
              <a:defRPr sz="2800"/>
            </a:lvl1pPr>
          </a:lstStyle>
          <a:p>
            <a:endParaRPr lang="en-US"/>
          </a:p>
        </p:txBody>
      </p:sp>
      <p:sp>
        <p:nvSpPr>
          <p:cNvPr id="12" name="Picture Placeholder 10">
            <a:extLst>
              <a:ext uri="{FF2B5EF4-FFF2-40B4-BE49-F238E27FC236}">
                <a16:creationId xmlns:a16="http://schemas.microsoft.com/office/drawing/2014/main" id="{577BDA4A-E0FC-0A4D-5092-00099189729A}"/>
              </a:ext>
            </a:extLst>
          </p:cNvPr>
          <p:cNvSpPr>
            <a:spLocks noGrp="1"/>
          </p:cNvSpPr>
          <p:nvPr>
            <p:ph type="pic" sz="quarter" idx="56"/>
          </p:nvPr>
        </p:nvSpPr>
        <p:spPr>
          <a:xfrm>
            <a:off x="682626" y="6370926"/>
            <a:ext cx="5953702" cy="5004155"/>
          </a:xfrm>
          <a:prstGeom prst="rect">
            <a:avLst/>
          </a:prstGeom>
          <a:solidFill>
            <a:schemeClr val="bg1">
              <a:lumMod val="95000"/>
            </a:schemeClr>
          </a:solidFill>
        </p:spPr>
        <p:txBody>
          <a:bodyPr/>
          <a:lstStyle>
            <a:lvl1pPr>
              <a:defRPr sz="2800"/>
            </a:lvl1pPr>
          </a:lstStyle>
          <a:p>
            <a:endParaRPr lang="en-US"/>
          </a:p>
        </p:txBody>
      </p:sp>
      <p:sp>
        <p:nvSpPr>
          <p:cNvPr id="14" name="Picture Placeholder 10">
            <a:extLst>
              <a:ext uri="{FF2B5EF4-FFF2-40B4-BE49-F238E27FC236}">
                <a16:creationId xmlns:a16="http://schemas.microsoft.com/office/drawing/2014/main" id="{7AAA8F1E-07E8-9E35-BB3B-BFBF23738E4E}"/>
              </a:ext>
            </a:extLst>
          </p:cNvPr>
          <p:cNvSpPr>
            <a:spLocks noGrp="1"/>
          </p:cNvSpPr>
          <p:nvPr>
            <p:ph type="pic" sz="quarter" idx="57"/>
          </p:nvPr>
        </p:nvSpPr>
        <p:spPr>
          <a:xfrm>
            <a:off x="7554479" y="6370927"/>
            <a:ext cx="6402822" cy="1029758"/>
          </a:xfrm>
          <a:prstGeom prst="rect">
            <a:avLst/>
          </a:prstGeom>
          <a:solidFill>
            <a:schemeClr val="bg1">
              <a:lumMod val="95000"/>
            </a:schemeClr>
          </a:solidFill>
        </p:spPr>
        <p:txBody>
          <a:bodyPr/>
          <a:lstStyle>
            <a:lvl1pPr>
              <a:defRPr sz="2800"/>
            </a:lvl1pPr>
          </a:lstStyle>
          <a:p>
            <a:endParaRPr lang="en-US"/>
          </a:p>
        </p:txBody>
      </p:sp>
      <p:sp>
        <p:nvSpPr>
          <p:cNvPr id="23" name="Picture Placeholder 10">
            <a:extLst>
              <a:ext uri="{FF2B5EF4-FFF2-40B4-BE49-F238E27FC236}">
                <a16:creationId xmlns:a16="http://schemas.microsoft.com/office/drawing/2014/main" id="{E0154B8F-3005-4A57-B7BA-FD7383745A74}"/>
              </a:ext>
            </a:extLst>
          </p:cNvPr>
          <p:cNvSpPr>
            <a:spLocks noGrp="1"/>
          </p:cNvSpPr>
          <p:nvPr>
            <p:ph type="pic" sz="quarter" idx="58"/>
          </p:nvPr>
        </p:nvSpPr>
        <p:spPr>
          <a:xfrm>
            <a:off x="7554479" y="8379837"/>
            <a:ext cx="5759739" cy="952620"/>
          </a:xfrm>
          <a:prstGeom prst="rect">
            <a:avLst/>
          </a:prstGeom>
          <a:solidFill>
            <a:schemeClr val="bg1">
              <a:lumMod val="95000"/>
            </a:schemeClr>
          </a:solidFill>
        </p:spPr>
        <p:txBody>
          <a:bodyPr/>
          <a:lstStyle>
            <a:lvl1pPr>
              <a:defRPr sz="2800"/>
            </a:lvl1pPr>
          </a:lstStyle>
          <a:p>
            <a:endParaRPr lang="en-US"/>
          </a:p>
        </p:txBody>
      </p:sp>
      <p:sp>
        <p:nvSpPr>
          <p:cNvPr id="27" name="Picture Placeholder 10">
            <a:extLst>
              <a:ext uri="{FF2B5EF4-FFF2-40B4-BE49-F238E27FC236}">
                <a16:creationId xmlns:a16="http://schemas.microsoft.com/office/drawing/2014/main" id="{0D13A46E-84FC-2111-D3CC-A3DDD8138872}"/>
              </a:ext>
            </a:extLst>
          </p:cNvPr>
          <p:cNvSpPr>
            <a:spLocks noGrp="1"/>
          </p:cNvSpPr>
          <p:nvPr>
            <p:ph type="pic" sz="quarter" idx="59"/>
          </p:nvPr>
        </p:nvSpPr>
        <p:spPr>
          <a:xfrm>
            <a:off x="14862585" y="3738563"/>
            <a:ext cx="2261634" cy="8357184"/>
          </a:xfrm>
          <a:prstGeom prst="rect">
            <a:avLst/>
          </a:prstGeom>
          <a:solidFill>
            <a:schemeClr val="bg1">
              <a:lumMod val="95000"/>
            </a:schemeClr>
          </a:solidFill>
        </p:spPr>
        <p:txBody>
          <a:bodyPr/>
          <a:lstStyle>
            <a:lvl1pPr>
              <a:defRPr sz="2800"/>
            </a:lvl1pPr>
          </a:lstStyle>
          <a:p>
            <a:endParaRPr lang="en-US"/>
          </a:p>
        </p:txBody>
      </p:sp>
      <p:sp>
        <p:nvSpPr>
          <p:cNvPr id="28" name="Picture Placeholder 10">
            <a:extLst>
              <a:ext uri="{FF2B5EF4-FFF2-40B4-BE49-F238E27FC236}">
                <a16:creationId xmlns:a16="http://schemas.microsoft.com/office/drawing/2014/main" id="{3057DC91-16CE-8FCE-727E-B78225FBD6BC}"/>
              </a:ext>
            </a:extLst>
          </p:cNvPr>
          <p:cNvSpPr>
            <a:spLocks noGrp="1"/>
          </p:cNvSpPr>
          <p:nvPr>
            <p:ph type="pic" sz="quarter" idx="60"/>
          </p:nvPr>
        </p:nvSpPr>
        <p:spPr>
          <a:xfrm>
            <a:off x="18042933" y="3738563"/>
            <a:ext cx="4163890" cy="8357184"/>
          </a:xfrm>
          <a:prstGeom prst="rect">
            <a:avLst/>
          </a:prstGeom>
          <a:solidFill>
            <a:schemeClr val="bg1">
              <a:lumMod val="95000"/>
            </a:schemeClr>
          </a:solidFill>
        </p:spPr>
        <p:txBody>
          <a:bodyPr/>
          <a:lstStyle>
            <a:lvl1pPr>
              <a:defRPr sz="2800"/>
            </a:lvl1pPr>
          </a:lstStyle>
          <a:p>
            <a:endParaRPr lang="en-US"/>
          </a:p>
        </p:txBody>
      </p:sp>
    </p:spTree>
    <p:extLst>
      <p:ext uri="{BB962C8B-B14F-4D97-AF65-F5344CB8AC3E}">
        <p14:creationId xmlns:p14="http://schemas.microsoft.com/office/powerpoint/2010/main" val="363210968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5_Assets">
    <p:spTree>
      <p:nvGrpSpPr>
        <p:cNvPr id="1" name=""/>
        <p:cNvGrpSpPr/>
        <p:nvPr/>
      </p:nvGrpSpPr>
      <p:grpSpPr>
        <a:xfrm>
          <a:off x="0" y="0"/>
          <a:ext cx="0" cy="0"/>
          <a:chOff x="0" y="0"/>
          <a:chExt cx="0" cy="0"/>
        </a:xfrm>
      </p:grpSpPr>
      <p:sp>
        <p:nvSpPr>
          <p:cNvPr id="29" name="Picture Placeholder 28">
            <a:extLst>
              <a:ext uri="{FF2B5EF4-FFF2-40B4-BE49-F238E27FC236}">
                <a16:creationId xmlns:a16="http://schemas.microsoft.com/office/drawing/2014/main" id="{9DEB1A74-A2BC-BD73-9CA4-A0990B68CF86}"/>
              </a:ext>
            </a:extLst>
          </p:cNvPr>
          <p:cNvSpPr>
            <a:spLocks noGrp="1"/>
          </p:cNvSpPr>
          <p:nvPr>
            <p:ph type="pic" sz="quarter" idx="19"/>
          </p:nvPr>
        </p:nvSpPr>
        <p:spPr>
          <a:xfrm>
            <a:off x="835737" y="3870642"/>
            <a:ext cx="3745229" cy="7917180"/>
          </a:xfrm>
          <a:custGeom>
            <a:avLst/>
            <a:gdLst>
              <a:gd name="connsiteX0" fmla="*/ 466090 w 3745229"/>
              <a:gd name="connsiteY0" fmla="*/ 0 h 7917180"/>
              <a:gd name="connsiteX1" fmla="*/ 1160779 w 3745229"/>
              <a:gd name="connsiteY1" fmla="*/ 0 h 7917180"/>
              <a:gd name="connsiteX2" fmla="*/ 1230629 w 3745229"/>
              <a:gd name="connsiteY2" fmla="*/ 69850 h 7917180"/>
              <a:gd name="connsiteX3" fmla="*/ 1230629 w 3745229"/>
              <a:gd name="connsiteY3" fmla="*/ 246380 h 7917180"/>
              <a:gd name="connsiteX4" fmla="*/ 1300479 w 3745229"/>
              <a:gd name="connsiteY4" fmla="*/ 316230 h 7917180"/>
              <a:gd name="connsiteX5" fmla="*/ 1301750 w 3745229"/>
              <a:gd name="connsiteY5" fmla="*/ 316230 h 7917180"/>
              <a:gd name="connsiteX6" fmla="*/ 2444750 w 3745229"/>
              <a:gd name="connsiteY6" fmla="*/ 316230 h 7917180"/>
              <a:gd name="connsiteX7" fmla="*/ 2446020 w 3745229"/>
              <a:gd name="connsiteY7" fmla="*/ 316230 h 7917180"/>
              <a:gd name="connsiteX8" fmla="*/ 2515870 w 3745229"/>
              <a:gd name="connsiteY8" fmla="*/ 246381 h 7917180"/>
              <a:gd name="connsiteX9" fmla="*/ 2515870 w 3745229"/>
              <a:gd name="connsiteY9" fmla="*/ 69850 h 7917180"/>
              <a:gd name="connsiteX10" fmla="*/ 2585720 w 3745229"/>
              <a:gd name="connsiteY10" fmla="*/ 0 h 7917180"/>
              <a:gd name="connsiteX11" fmla="*/ 3279140 w 3745229"/>
              <a:gd name="connsiteY11" fmla="*/ 0 h 7917180"/>
              <a:gd name="connsiteX12" fmla="*/ 3745229 w 3745229"/>
              <a:gd name="connsiteY12" fmla="*/ 466090 h 7917180"/>
              <a:gd name="connsiteX13" fmla="*/ 3745229 w 3745229"/>
              <a:gd name="connsiteY13" fmla="*/ 7451091 h 7917180"/>
              <a:gd name="connsiteX14" fmla="*/ 3376104 w 3745229"/>
              <a:gd name="connsiteY14" fmla="*/ 7907310 h 7917180"/>
              <a:gd name="connsiteX15" fmla="*/ 3306428 w 3745229"/>
              <a:gd name="connsiteY15" fmla="*/ 7914692 h 7917180"/>
              <a:gd name="connsiteX16" fmla="*/ 3281680 w 3745229"/>
              <a:gd name="connsiteY16" fmla="*/ 7917180 h 7917180"/>
              <a:gd name="connsiteX17" fmla="*/ 466090 w 3745229"/>
              <a:gd name="connsiteY17" fmla="*/ 7917180 h 7917180"/>
              <a:gd name="connsiteX18" fmla="*/ 406374 w 3745229"/>
              <a:gd name="connsiteY18" fmla="*/ 7911178 h 7917180"/>
              <a:gd name="connsiteX19" fmla="*/ 370438 w 3745229"/>
              <a:gd name="connsiteY19" fmla="*/ 7907230 h 7917180"/>
              <a:gd name="connsiteX20" fmla="*/ 304626 w 3745229"/>
              <a:gd name="connsiteY20" fmla="*/ 7886843 h 7917180"/>
              <a:gd name="connsiteX21" fmla="*/ 283767 w 3745229"/>
              <a:gd name="connsiteY21" fmla="*/ 7880211 h 7917180"/>
              <a:gd name="connsiteX22" fmla="*/ 205321 w 3745229"/>
              <a:gd name="connsiteY22" fmla="*/ 7837683 h 7917180"/>
              <a:gd name="connsiteX23" fmla="*/ 0 w 3745229"/>
              <a:gd name="connsiteY23" fmla="*/ 7451091 h 7917180"/>
              <a:gd name="connsiteX24" fmla="*/ 0 w 3745229"/>
              <a:gd name="connsiteY24" fmla="*/ 466090 h 7917180"/>
              <a:gd name="connsiteX25" fmla="*/ 466090 w 3745229"/>
              <a:gd name="connsiteY25" fmla="*/ 0 h 791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45229" h="7917180">
                <a:moveTo>
                  <a:pt x="466090" y="0"/>
                </a:moveTo>
                <a:lnTo>
                  <a:pt x="1160779" y="0"/>
                </a:lnTo>
                <a:cubicBezTo>
                  <a:pt x="1200150" y="0"/>
                  <a:pt x="1230629" y="31750"/>
                  <a:pt x="1230629" y="69850"/>
                </a:cubicBezTo>
                <a:lnTo>
                  <a:pt x="1230629" y="246380"/>
                </a:lnTo>
                <a:cubicBezTo>
                  <a:pt x="1230629" y="285750"/>
                  <a:pt x="1262379" y="316230"/>
                  <a:pt x="1300479" y="316230"/>
                </a:cubicBezTo>
                <a:lnTo>
                  <a:pt x="1301750" y="316230"/>
                </a:lnTo>
                <a:lnTo>
                  <a:pt x="2444750" y="316230"/>
                </a:lnTo>
                <a:lnTo>
                  <a:pt x="2446020" y="316230"/>
                </a:lnTo>
                <a:cubicBezTo>
                  <a:pt x="2484120" y="316230"/>
                  <a:pt x="2515870" y="285750"/>
                  <a:pt x="2515870" y="246381"/>
                </a:cubicBezTo>
                <a:lnTo>
                  <a:pt x="2515870" y="69850"/>
                </a:lnTo>
                <a:cubicBezTo>
                  <a:pt x="2515870" y="31751"/>
                  <a:pt x="2546350" y="0"/>
                  <a:pt x="2585720" y="0"/>
                </a:cubicBezTo>
                <a:lnTo>
                  <a:pt x="3279140" y="0"/>
                </a:lnTo>
                <a:cubicBezTo>
                  <a:pt x="3536950" y="0"/>
                  <a:pt x="3745229" y="208280"/>
                  <a:pt x="3745229" y="466090"/>
                </a:cubicBezTo>
                <a:lnTo>
                  <a:pt x="3745229" y="7451091"/>
                </a:lnTo>
                <a:cubicBezTo>
                  <a:pt x="3745229" y="7675563"/>
                  <a:pt x="3586737" y="7863086"/>
                  <a:pt x="3376104" y="7907310"/>
                </a:cubicBezTo>
                <a:lnTo>
                  <a:pt x="3306428" y="7914692"/>
                </a:lnTo>
                <a:lnTo>
                  <a:pt x="3281680" y="7917180"/>
                </a:lnTo>
                <a:lnTo>
                  <a:pt x="466090" y="7917180"/>
                </a:lnTo>
                <a:lnTo>
                  <a:pt x="406374" y="7911178"/>
                </a:lnTo>
                <a:lnTo>
                  <a:pt x="370438" y="7907230"/>
                </a:lnTo>
                <a:lnTo>
                  <a:pt x="304626" y="7886843"/>
                </a:lnTo>
                <a:lnTo>
                  <a:pt x="283767" y="7880211"/>
                </a:lnTo>
                <a:lnTo>
                  <a:pt x="205321" y="7837683"/>
                </a:lnTo>
                <a:cubicBezTo>
                  <a:pt x="81360" y="7754005"/>
                  <a:pt x="0" y="7612222"/>
                  <a:pt x="0" y="7451091"/>
                </a:cubicBezTo>
                <a:lnTo>
                  <a:pt x="0" y="466090"/>
                </a:lnTo>
                <a:cubicBezTo>
                  <a:pt x="0" y="208280"/>
                  <a:pt x="208280" y="0"/>
                  <a:pt x="466090" y="0"/>
                </a:cubicBezTo>
                <a:close/>
              </a:path>
            </a:pathLst>
          </a:custGeom>
          <a:solidFill>
            <a:schemeClr val="bg1">
              <a:lumMod val="95000"/>
            </a:schemeClr>
          </a:solidFill>
        </p:spPr>
        <p:txBody>
          <a:bodyPr wrap="square">
            <a:noAutofit/>
          </a:bodyPr>
          <a:lstStyle>
            <a:lvl1pPr>
              <a:defRPr sz="2800"/>
            </a:lvl1pPr>
          </a:lstStyle>
          <a:p>
            <a:endParaRPr lang="en-US"/>
          </a:p>
        </p:txBody>
      </p:sp>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23" name="Freeform 22">
            <a:extLst>
              <a:ext uri="{FF2B5EF4-FFF2-40B4-BE49-F238E27FC236}">
                <a16:creationId xmlns:a16="http://schemas.microsoft.com/office/drawing/2014/main" id="{6EC949CB-E273-277C-5107-F8ADF667F17F}"/>
              </a:ext>
            </a:extLst>
          </p:cNvPr>
          <p:cNvSpPr/>
          <p:nvPr/>
        </p:nvSpPr>
        <p:spPr>
          <a:xfrm>
            <a:off x="703656" y="3738563"/>
            <a:ext cx="4010659" cy="8181339"/>
          </a:xfrm>
          <a:custGeom>
            <a:avLst/>
            <a:gdLst>
              <a:gd name="connsiteX0" fmla="*/ 598170 w 4010659"/>
              <a:gd name="connsiteY0" fmla="*/ 8181340 h 8181339"/>
              <a:gd name="connsiteX1" fmla="*/ 0 w 4010659"/>
              <a:gd name="connsiteY1" fmla="*/ 7583171 h 8181339"/>
              <a:gd name="connsiteX2" fmla="*/ 0 w 4010659"/>
              <a:gd name="connsiteY2" fmla="*/ 598170 h 8181339"/>
              <a:gd name="connsiteX3" fmla="*/ 598170 w 4010659"/>
              <a:gd name="connsiteY3" fmla="*/ 0 h 8181339"/>
              <a:gd name="connsiteX4" fmla="*/ 3412490 w 4010659"/>
              <a:gd name="connsiteY4" fmla="*/ 0 h 8181339"/>
              <a:gd name="connsiteX5" fmla="*/ 4010660 w 4010659"/>
              <a:gd name="connsiteY5" fmla="*/ 598170 h 8181339"/>
              <a:gd name="connsiteX6" fmla="*/ 4010660 w 4010659"/>
              <a:gd name="connsiteY6" fmla="*/ 7583171 h 8181339"/>
              <a:gd name="connsiteX7" fmla="*/ 3412490 w 4010659"/>
              <a:gd name="connsiteY7" fmla="*/ 8181340 h 8181339"/>
              <a:gd name="connsiteX8" fmla="*/ 598170 w 4010659"/>
              <a:gd name="connsiteY8" fmla="*/ 8181340 h 8181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0659" h="8181339">
                <a:moveTo>
                  <a:pt x="598170" y="8181340"/>
                </a:moveTo>
                <a:cubicBezTo>
                  <a:pt x="267970" y="8181340"/>
                  <a:pt x="0" y="7913371"/>
                  <a:pt x="0" y="7583171"/>
                </a:cubicBezTo>
                <a:lnTo>
                  <a:pt x="0" y="598170"/>
                </a:lnTo>
                <a:cubicBezTo>
                  <a:pt x="0" y="267970"/>
                  <a:pt x="267970" y="0"/>
                  <a:pt x="598170" y="0"/>
                </a:cubicBezTo>
                <a:lnTo>
                  <a:pt x="3412490" y="0"/>
                </a:lnTo>
                <a:cubicBezTo>
                  <a:pt x="3742690" y="0"/>
                  <a:pt x="4010660" y="267970"/>
                  <a:pt x="4010660" y="598170"/>
                </a:cubicBezTo>
                <a:lnTo>
                  <a:pt x="4010660" y="7583171"/>
                </a:lnTo>
                <a:cubicBezTo>
                  <a:pt x="4010660" y="7913371"/>
                  <a:pt x="3742690" y="8181340"/>
                  <a:pt x="3412490" y="8181340"/>
                </a:cubicBezTo>
                <a:lnTo>
                  <a:pt x="598170" y="8181340"/>
                </a:lnTo>
                <a:close/>
              </a:path>
            </a:pathLst>
          </a:custGeom>
          <a:noFill/>
          <a:ln w="12700" cap="flat">
            <a:solidFill>
              <a:srgbClr val="000000"/>
            </a:solidFill>
            <a:prstDash val="solid"/>
            <a:miter/>
          </a:ln>
        </p:spPr>
        <p:txBody>
          <a:bodyPr rtlCol="0" anchor="ctr"/>
          <a:lstStyle/>
          <a:p>
            <a:endParaRPr lang="en-US"/>
          </a:p>
        </p:txBody>
      </p:sp>
      <p:sp>
        <p:nvSpPr>
          <p:cNvPr id="30" name="Picture Placeholder 29">
            <a:extLst>
              <a:ext uri="{FF2B5EF4-FFF2-40B4-BE49-F238E27FC236}">
                <a16:creationId xmlns:a16="http://schemas.microsoft.com/office/drawing/2014/main" id="{3A1F509D-F92A-56A2-4A6E-B6C5DE0C1BC9}"/>
              </a:ext>
            </a:extLst>
          </p:cNvPr>
          <p:cNvSpPr>
            <a:spLocks noGrp="1"/>
          </p:cNvSpPr>
          <p:nvPr>
            <p:ph type="pic" sz="quarter" idx="20"/>
          </p:nvPr>
        </p:nvSpPr>
        <p:spPr>
          <a:xfrm>
            <a:off x="5569662" y="3870642"/>
            <a:ext cx="3745229" cy="7917180"/>
          </a:xfrm>
          <a:custGeom>
            <a:avLst/>
            <a:gdLst>
              <a:gd name="connsiteX0" fmla="*/ 466090 w 3745229"/>
              <a:gd name="connsiteY0" fmla="*/ 0 h 7917180"/>
              <a:gd name="connsiteX1" fmla="*/ 1160779 w 3745229"/>
              <a:gd name="connsiteY1" fmla="*/ 0 h 7917180"/>
              <a:gd name="connsiteX2" fmla="*/ 1230629 w 3745229"/>
              <a:gd name="connsiteY2" fmla="*/ 69850 h 7917180"/>
              <a:gd name="connsiteX3" fmla="*/ 1230629 w 3745229"/>
              <a:gd name="connsiteY3" fmla="*/ 246380 h 7917180"/>
              <a:gd name="connsiteX4" fmla="*/ 1300479 w 3745229"/>
              <a:gd name="connsiteY4" fmla="*/ 316230 h 7917180"/>
              <a:gd name="connsiteX5" fmla="*/ 1301750 w 3745229"/>
              <a:gd name="connsiteY5" fmla="*/ 316230 h 7917180"/>
              <a:gd name="connsiteX6" fmla="*/ 2444750 w 3745229"/>
              <a:gd name="connsiteY6" fmla="*/ 316230 h 7917180"/>
              <a:gd name="connsiteX7" fmla="*/ 2446020 w 3745229"/>
              <a:gd name="connsiteY7" fmla="*/ 316230 h 7917180"/>
              <a:gd name="connsiteX8" fmla="*/ 2515870 w 3745229"/>
              <a:gd name="connsiteY8" fmla="*/ 246381 h 7917180"/>
              <a:gd name="connsiteX9" fmla="*/ 2515870 w 3745229"/>
              <a:gd name="connsiteY9" fmla="*/ 69850 h 7917180"/>
              <a:gd name="connsiteX10" fmla="*/ 2585720 w 3745229"/>
              <a:gd name="connsiteY10" fmla="*/ 0 h 7917180"/>
              <a:gd name="connsiteX11" fmla="*/ 3279140 w 3745229"/>
              <a:gd name="connsiteY11" fmla="*/ 0 h 7917180"/>
              <a:gd name="connsiteX12" fmla="*/ 3745229 w 3745229"/>
              <a:gd name="connsiteY12" fmla="*/ 466090 h 7917180"/>
              <a:gd name="connsiteX13" fmla="*/ 3745229 w 3745229"/>
              <a:gd name="connsiteY13" fmla="*/ 7451091 h 7917180"/>
              <a:gd name="connsiteX14" fmla="*/ 3376104 w 3745229"/>
              <a:gd name="connsiteY14" fmla="*/ 7907310 h 7917180"/>
              <a:gd name="connsiteX15" fmla="*/ 3306428 w 3745229"/>
              <a:gd name="connsiteY15" fmla="*/ 7914692 h 7917180"/>
              <a:gd name="connsiteX16" fmla="*/ 3281680 w 3745229"/>
              <a:gd name="connsiteY16" fmla="*/ 7917180 h 7917180"/>
              <a:gd name="connsiteX17" fmla="*/ 466090 w 3745229"/>
              <a:gd name="connsiteY17" fmla="*/ 7917180 h 7917180"/>
              <a:gd name="connsiteX18" fmla="*/ 406374 w 3745229"/>
              <a:gd name="connsiteY18" fmla="*/ 7911178 h 7917180"/>
              <a:gd name="connsiteX19" fmla="*/ 370438 w 3745229"/>
              <a:gd name="connsiteY19" fmla="*/ 7907230 h 7917180"/>
              <a:gd name="connsiteX20" fmla="*/ 304626 w 3745229"/>
              <a:gd name="connsiteY20" fmla="*/ 7886843 h 7917180"/>
              <a:gd name="connsiteX21" fmla="*/ 283767 w 3745229"/>
              <a:gd name="connsiteY21" fmla="*/ 7880211 h 7917180"/>
              <a:gd name="connsiteX22" fmla="*/ 205321 w 3745229"/>
              <a:gd name="connsiteY22" fmla="*/ 7837683 h 7917180"/>
              <a:gd name="connsiteX23" fmla="*/ 0 w 3745229"/>
              <a:gd name="connsiteY23" fmla="*/ 7451091 h 7917180"/>
              <a:gd name="connsiteX24" fmla="*/ 0 w 3745229"/>
              <a:gd name="connsiteY24" fmla="*/ 466090 h 7917180"/>
              <a:gd name="connsiteX25" fmla="*/ 466090 w 3745229"/>
              <a:gd name="connsiteY25" fmla="*/ 0 h 791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45229" h="7917180">
                <a:moveTo>
                  <a:pt x="466090" y="0"/>
                </a:moveTo>
                <a:lnTo>
                  <a:pt x="1160779" y="0"/>
                </a:lnTo>
                <a:cubicBezTo>
                  <a:pt x="1200150" y="0"/>
                  <a:pt x="1230629" y="31750"/>
                  <a:pt x="1230629" y="69850"/>
                </a:cubicBezTo>
                <a:lnTo>
                  <a:pt x="1230629" y="246380"/>
                </a:lnTo>
                <a:cubicBezTo>
                  <a:pt x="1230629" y="285750"/>
                  <a:pt x="1262379" y="316230"/>
                  <a:pt x="1300479" y="316230"/>
                </a:cubicBezTo>
                <a:lnTo>
                  <a:pt x="1301750" y="316230"/>
                </a:lnTo>
                <a:lnTo>
                  <a:pt x="2444750" y="316230"/>
                </a:lnTo>
                <a:lnTo>
                  <a:pt x="2446020" y="316230"/>
                </a:lnTo>
                <a:cubicBezTo>
                  <a:pt x="2484120" y="316230"/>
                  <a:pt x="2515870" y="285750"/>
                  <a:pt x="2515870" y="246381"/>
                </a:cubicBezTo>
                <a:lnTo>
                  <a:pt x="2515870" y="69850"/>
                </a:lnTo>
                <a:cubicBezTo>
                  <a:pt x="2515870" y="31751"/>
                  <a:pt x="2546350" y="0"/>
                  <a:pt x="2585720" y="0"/>
                </a:cubicBezTo>
                <a:lnTo>
                  <a:pt x="3279140" y="0"/>
                </a:lnTo>
                <a:cubicBezTo>
                  <a:pt x="3536950" y="0"/>
                  <a:pt x="3745229" y="208280"/>
                  <a:pt x="3745229" y="466090"/>
                </a:cubicBezTo>
                <a:lnTo>
                  <a:pt x="3745229" y="7451091"/>
                </a:lnTo>
                <a:cubicBezTo>
                  <a:pt x="3745229" y="7675563"/>
                  <a:pt x="3586737" y="7863086"/>
                  <a:pt x="3376104" y="7907310"/>
                </a:cubicBezTo>
                <a:lnTo>
                  <a:pt x="3306428" y="7914692"/>
                </a:lnTo>
                <a:lnTo>
                  <a:pt x="3281680" y="7917180"/>
                </a:lnTo>
                <a:lnTo>
                  <a:pt x="466090" y="7917180"/>
                </a:lnTo>
                <a:lnTo>
                  <a:pt x="406374" y="7911178"/>
                </a:lnTo>
                <a:lnTo>
                  <a:pt x="370438" y="7907230"/>
                </a:lnTo>
                <a:lnTo>
                  <a:pt x="304626" y="7886843"/>
                </a:lnTo>
                <a:lnTo>
                  <a:pt x="283767" y="7880211"/>
                </a:lnTo>
                <a:lnTo>
                  <a:pt x="205321" y="7837683"/>
                </a:lnTo>
                <a:cubicBezTo>
                  <a:pt x="81360" y="7754005"/>
                  <a:pt x="0" y="7612222"/>
                  <a:pt x="0" y="7451091"/>
                </a:cubicBezTo>
                <a:lnTo>
                  <a:pt x="0" y="466090"/>
                </a:lnTo>
                <a:cubicBezTo>
                  <a:pt x="0" y="208280"/>
                  <a:pt x="208280" y="0"/>
                  <a:pt x="466090" y="0"/>
                </a:cubicBezTo>
                <a:close/>
              </a:path>
            </a:pathLst>
          </a:custGeom>
          <a:solidFill>
            <a:schemeClr val="bg1">
              <a:lumMod val="95000"/>
            </a:schemeClr>
          </a:solidFill>
        </p:spPr>
        <p:txBody>
          <a:bodyPr wrap="square">
            <a:noAutofit/>
          </a:bodyPr>
          <a:lstStyle>
            <a:lvl1pPr>
              <a:defRPr sz="2800"/>
            </a:lvl1pPr>
          </a:lstStyle>
          <a:p>
            <a:endParaRPr lang="en-US"/>
          </a:p>
        </p:txBody>
      </p:sp>
      <p:sp>
        <p:nvSpPr>
          <p:cNvPr id="31" name="Freeform 30">
            <a:extLst>
              <a:ext uri="{FF2B5EF4-FFF2-40B4-BE49-F238E27FC236}">
                <a16:creationId xmlns:a16="http://schemas.microsoft.com/office/drawing/2014/main" id="{5441327C-5FD6-1DD8-E9FC-2FE1BF265652}"/>
              </a:ext>
            </a:extLst>
          </p:cNvPr>
          <p:cNvSpPr/>
          <p:nvPr userDrawn="1"/>
        </p:nvSpPr>
        <p:spPr>
          <a:xfrm>
            <a:off x="5437581" y="3738563"/>
            <a:ext cx="4010659" cy="8181339"/>
          </a:xfrm>
          <a:custGeom>
            <a:avLst/>
            <a:gdLst>
              <a:gd name="connsiteX0" fmla="*/ 598170 w 4010659"/>
              <a:gd name="connsiteY0" fmla="*/ 8181340 h 8181339"/>
              <a:gd name="connsiteX1" fmla="*/ 0 w 4010659"/>
              <a:gd name="connsiteY1" fmla="*/ 7583171 h 8181339"/>
              <a:gd name="connsiteX2" fmla="*/ 0 w 4010659"/>
              <a:gd name="connsiteY2" fmla="*/ 598170 h 8181339"/>
              <a:gd name="connsiteX3" fmla="*/ 598170 w 4010659"/>
              <a:gd name="connsiteY3" fmla="*/ 0 h 8181339"/>
              <a:gd name="connsiteX4" fmla="*/ 3412490 w 4010659"/>
              <a:gd name="connsiteY4" fmla="*/ 0 h 8181339"/>
              <a:gd name="connsiteX5" fmla="*/ 4010660 w 4010659"/>
              <a:gd name="connsiteY5" fmla="*/ 598170 h 8181339"/>
              <a:gd name="connsiteX6" fmla="*/ 4010660 w 4010659"/>
              <a:gd name="connsiteY6" fmla="*/ 7583171 h 8181339"/>
              <a:gd name="connsiteX7" fmla="*/ 3412490 w 4010659"/>
              <a:gd name="connsiteY7" fmla="*/ 8181340 h 8181339"/>
              <a:gd name="connsiteX8" fmla="*/ 598170 w 4010659"/>
              <a:gd name="connsiteY8" fmla="*/ 8181340 h 8181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0659" h="8181339">
                <a:moveTo>
                  <a:pt x="598170" y="8181340"/>
                </a:moveTo>
                <a:cubicBezTo>
                  <a:pt x="267970" y="8181340"/>
                  <a:pt x="0" y="7913371"/>
                  <a:pt x="0" y="7583171"/>
                </a:cubicBezTo>
                <a:lnTo>
                  <a:pt x="0" y="598170"/>
                </a:lnTo>
                <a:cubicBezTo>
                  <a:pt x="0" y="267970"/>
                  <a:pt x="267970" y="0"/>
                  <a:pt x="598170" y="0"/>
                </a:cubicBezTo>
                <a:lnTo>
                  <a:pt x="3412490" y="0"/>
                </a:lnTo>
                <a:cubicBezTo>
                  <a:pt x="3742690" y="0"/>
                  <a:pt x="4010660" y="267970"/>
                  <a:pt x="4010660" y="598170"/>
                </a:cubicBezTo>
                <a:lnTo>
                  <a:pt x="4010660" y="7583171"/>
                </a:lnTo>
                <a:cubicBezTo>
                  <a:pt x="4010660" y="7913371"/>
                  <a:pt x="3742690" y="8181340"/>
                  <a:pt x="3412490" y="8181340"/>
                </a:cubicBezTo>
                <a:lnTo>
                  <a:pt x="598170" y="8181340"/>
                </a:lnTo>
                <a:close/>
              </a:path>
            </a:pathLst>
          </a:custGeom>
          <a:noFill/>
          <a:ln w="12700" cap="flat">
            <a:solidFill>
              <a:srgbClr val="000000"/>
            </a:solidFill>
            <a:prstDash val="solid"/>
            <a:miter/>
          </a:ln>
        </p:spPr>
        <p:txBody>
          <a:bodyPr rtlCol="0" anchor="ctr"/>
          <a:lstStyle/>
          <a:p>
            <a:endParaRPr lang="en-US"/>
          </a:p>
        </p:txBody>
      </p:sp>
      <p:sp>
        <p:nvSpPr>
          <p:cNvPr id="32" name="Picture Placeholder 31">
            <a:extLst>
              <a:ext uri="{FF2B5EF4-FFF2-40B4-BE49-F238E27FC236}">
                <a16:creationId xmlns:a16="http://schemas.microsoft.com/office/drawing/2014/main" id="{679543B7-4C26-FFEB-3EC2-D935EC07BFF5}"/>
              </a:ext>
            </a:extLst>
          </p:cNvPr>
          <p:cNvSpPr>
            <a:spLocks noGrp="1"/>
          </p:cNvSpPr>
          <p:nvPr>
            <p:ph type="pic" sz="quarter" idx="21"/>
          </p:nvPr>
        </p:nvSpPr>
        <p:spPr>
          <a:xfrm>
            <a:off x="10318827" y="3870642"/>
            <a:ext cx="3745229" cy="7917180"/>
          </a:xfrm>
          <a:custGeom>
            <a:avLst/>
            <a:gdLst>
              <a:gd name="connsiteX0" fmla="*/ 466090 w 3745229"/>
              <a:gd name="connsiteY0" fmla="*/ 0 h 7917180"/>
              <a:gd name="connsiteX1" fmla="*/ 1160779 w 3745229"/>
              <a:gd name="connsiteY1" fmla="*/ 0 h 7917180"/>
              <a:gd name="connsiteX2" fmla="*/ 1230629 w 3745229"/>
              <a:gd name="connsiteY2" fmla="*/ 69850 h 7917180"/>
              <a:gd name="connsiteX3" fmla="*/ 1230629 w 3745229"/>
              <a:gd name="connsiteY3" fmla="*/ 246380 h 7917180"/>
              <a:gd name="connsiteX4" fmla="*/ 1300479 w 3745229"/>
              <a:gd name="connsiteY4" fmla="*/ 316230 h 7917180"/>
              <a:gd name="connsiteX5" fmla="*/ 1301750 w 3745229"/>
              <a:gd name="connsiteY5" fmla="*/ 316230 h 7917180"/>
              <a:gd name="connsiteX6" fmla="*/ 2444750 w 3745229"/>
              <a:gd name="connsiteY6" fmla="*/ 316230 h 7917180"/>
              <a:gd name="connsiteX7" fmla="*/ 2446020 w 3745229"/>
              <a:gd name="connsiteY7" fmla="*/ 316230 h 7917180"/>
              <a:gd name="connsiteX8" fmla="*/ 2515870 w 3745229"/>
              <a:gd name="connsiteY8" fmla="*/ 246381 h 7917180"/>
              <a:gd name="connsiteX9" fmla="*/ 2515870 w 3745229"/>
              <a:gd name="connsiteY9" fmla="*/ 69850 h 7917180"/>
              <a:gd name="connsiteX10" fmla="*/ 2585720 w 3745229"/>
              <a:gd name="connsiteY10" fmla="*/ 0 h 7917180"/>
              <a:gd name="connsiteX11" fmla="*/ 3279140 w 3745229"/>
              <a:gd name="connsiteY11" fmla="*/ 0 h 7917180"/>
              <a:gd name="connsiteX12" fmla="*/ 3745229 w 3745229"/>
              <a:gd name="connsiteY12" fmla="*/ 466090 h 7917180"/>
              <a:gd name="connsiteX13" fmla="*/ 3745229 w 3745229"/>
              <a:gd name="connsiteY13" fmla="*/ 7451091 h 7917180"/>
              <a:gd name="connsiteX14" fmla="*/ 3376104 w 3745229"/>
              <a:gd name="connsiteY14" fmla="*/ 7907310 h 7917180"/>
              <a:gd name="connsiteX15" fmla="*/ 3306428 w 3745229"/>
              <a:gd name="connsiteY15" fmla="*/ 7914692 h 7917180"/>
              <a:gd name="connsiteX16" fmla="*/ 3281680 w 3745229"/>
              <a:gd name="connsiteY16" fmla="*/ 7917180 h 7917180"/>
              <a:gd name="connsiteX17" fmla="*/ 466090 w 3745229"/>
              <a:gd name="connsiteY17" fmla="*/ 7917180 h 7917180"/>
              <a:gd name="connsiteX18" fmla="*/ 406374 w 3745229"/>
              <a:gd name="connsiteY18" fmla="*/ 7911178 h 7917180"/>
              <a:gd name="connsiteX19" fmla="*/ 370438 w 3745229"/>
              <a:gd name="connsiteY19" fmla="*/ 7907230 h 7917180"/>
              <a:gd name="connsiteX20" fmla="*/ 304626 w 3745229"/>
              <a:gd name="connsiteY20" fmla="*/ 7886843 h 7917180"/>
              <a:gd name="connsiteX21" fmla="*/ 283767 w 3745229"/>
              <a:gd name="connsiteY21" fmla="*/ 7880211 h 7917180"/>
              <a:gd name="connsiteX22" fmla="*/ 205321 w 3745229"/>
              <a:gd name="connsiteY22" fmla="*/ 7837683 h 7917180"/>
              <a:gd name="connsiteX23" fmla="*/ 0 w 3745229"/>
              <a:gd name="connsiteY23" fmla="*/ 7451091 h 7917180"/>
              <a:gd name="connsiteX24" fmla="*/ 0 w 3745229"/>
              <a:gd name="connsiteY24" fmla="*/ 466090 h 7917180"/>
              <a:gd name="connsiteX25" fmla="*/ 466090 w 3745229"/>
              <a:gd name="connsiteY25" fmla="*/ 0 h 791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45229" h="7917180">
                <a:moveTo>
                  <a:pt x="466090" y="0"/>
                </a:moveTo>
                <a:lnTo>
                  <a:pt x="1160779" y="0"/>
                </a:lnTo>
                <a:cubicBezTo>
                  <a:pt x="1200150" y="0"/>
                  <a:pt x="1230629" y="31750"/>
                  <a:pt x="1230629" y="69850"/>
                </a:cubicBezTo>
                <a:lnTo>
                  <a:pt x="1230629" y="246380"/>
                </a:lnTo>
                <a:cubicBezTo>
                  <a:pt x="1230629" y="285750"/>
                  <a:pt x="1262379" y="316230"/>
                  <a:pt x="1300479" y="316230"/>
                </a:cubicBezTo>
                <a:lnTo>
                  <a:pt x="1301750" y="316230"/>
                </a:lnTo>
                <a:lnTo>
                  <a:pt x="2444750" y="316230"/>
                </a:lnTo>
                <a:lnTo>
                  <a:pt x="2446020" y="316230"/>
                </a:lnTo>
                <a:cubicBezTo>
                  <a:pt x="2484120" y="316230"/>
                  <a:pt x="2515870" y="285750"/>
                  <a:pt x="2515870" y="246381"/>
                </a:cubicBezTo>
                <a:lnTo>
                  <a:pt x="2515870" y="69850"/>
                </a:lnTo>
                <a:cubicBezTo>
                  <a:pt x="2515870" y="31751"/>
                  <a:pt x="2546350" y="0"/>
                  <a:pt x="2585720" y="0"/>
                </a:cubicBezTo>
                <a:lnTo>
                  <a:pt x="3279140" y="0"/>
                </a:lnTo>
                <a:cubicBezTo>
                  <a:pt x="3536950" y="0"/>
                  <a:pt x="3745229" y="208280"/>
                  <a:pt x="3745229" y="466090"/>
                </a:cubicBezTo>
                <a:lnTo>
                  <a:pt x="3745229" y="7451091"/>
                </a:lnTo>
                <a:cubicBezTo>
                  <a:pt x="3745229" y="7675563"/>
                  <a:pt x="3586737" y="7863086"/>
                  <a:pt x="3376104" y="7907310"/>
                </a:cubicBezTo>
                <a:lnTo>
                  <a:pt x="3306428" y="7914692"/>
                </a:lnTo>
                <a:lnTo>
                  <a:pt x="3281680" y="7917180"/>
                </a:lnTo>
                <a:lnTo>
                  <a:pt x="466090" y="7917180"/>
                </a:lnTo>
                <a:lnTo>
                  <a:pt x="406374" y="7911178"/>
                </a:lnTo>
                <a:lnTo>
                  <a:pt x="370438" y="7907230"/>
                </a:lnTo>
                <a:lnTo>
                  <a:pt x="304626" y="7886843"/>
                </a:lnTo>
                <a:lnTo>
                  <a:pt x="283767" y="7880211"/>
                </a:lnTo>
                <a:lnTo>
                  <a:pt x="205321" y="7837683"/>
                </a:lnTo>
                <a:cubicBezTo>
                  <a:pt x="81360" y="7754005"/>
                  <a:pt x="0" y="7612222"/>
                  <a:pt x="0" y="7451091"/>
                </a:cubicBezTo>
                <a:lnTo>
                  <a:pt x="0" y="466090"/>
                </a:lnTo>
                <a:cubicBezTo>
                  <a:pt x="0" y="208280"/>
                  <a:pt x="208280" y="0"/>
                  <a:pt x="466090" y="0"/>
                </a:cubicBezTo>
                <a:close/>
              </a:path>
            </a:pathLst>
          </a:custGeom>
          <a:solidFill>
            <a:schemeClr val="bg1">
              <a:lumMod val="95000"/>
            </a:schemeClr>
          </a:solidFill>
        </p:spPr>
        <p:txBody>
          <a:bodyPr wrap="square">
            <a:noAutofit/>
          </a:bodyPr>
          <a:lstStyle>
            <a:lvl1pPr>
              <a:defRPr sz="2800"/>
            </a:lvl1pPr>
          </a:lstStyle>
          <a:p>
            <a:endParaRPr lang="en-US"/>
          </a:p>
        </p:txBody>
      </p:sp>
      <p:sp>
        <p:nvSpPr>
          <p:cNvPr id="33" name="Freeform 32">
            <a:extLst>
              <a:ext uri="{FF2B5EF4-FFF2-40B4-BE49-F238E27FC236}">
                <a16:creationId xmlns:a16="http://schemas.microsoft.com/office/drawing/2014/main" id="{53C451A6-09DF-F421-D19A-10A3B7C85A67}"/>
              </a:ext>
            </a:extLst>
          </p:cNvPr>
          <p:cNvSpPr/>
          <p:nvPr userDrawn="1"/>
        </p:nvSpPr>
        <p:spPr>
          <a:xfrm>
            <a:off x="10186746" y="3738563"/>
            <a:ext cx="4010659" cy="8181339"/>
          </a:xfrm>
          <a:custGeom>
            <a:avLst/>
            <a:gdLst>
              <a:gd name="connsiteX0" fmla="*/ 598170 w 4010659"/>
              <a:gd name="connsiteY0" fmla="*/ 8181340 h 8181339"/>
              <a:gd name="connsiteX1" fmla="*/ 0 w 4010659"/>
              <a:gd name="connsiteY1" fmla="*/ 7583171 h 8181339"/>
              <a:gd name="connsiteX2" fmla="*/ 0 w 4010659"/>
              <a:gd name="connsiteY2" fmla="*/ 598170 h 8181339"/>
              <a:gd name="connsiteX3" fmla="*/ 598170 w 4010659"/>
              <a:gd name="connsiteY3" fmla="*/ 0 h 8181339"/>
              <a:gd name="connsiteX4" fmla="*/ 3412490 w 4010659"/>
              <a:gd name="connsiteY4" fmla="*/ 0 h 8181339"/>
              <a:gd name="connsiteX5" fmla="*/ 4010660 w 4010659"/>
              <a:gd name="connsiteY5" fmla="*/ 598170 h 8181339"/>
              <a:gd name="connsiteX6" fmla="*/ 4010660 w 4010659"/>
              <a:gd name="connsiteY6" fmla="*/ 7583171 h 8181339"/>
              <a:gd name="connsiteX7" fmla="*/ 3412490 w 4010659"/>
              <a:gd name="connsiteY7" fmla="*/ 8181340 h 8181339"/>
              <a:gd name="connsiteX8" fmla="*/ 598170 w 4010659"/>
              <a:gd name="connsiteY8" fmla="*/ 8181340 h 8181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0659" h="8181339">
                <a:moveTo>
                  <a:pt x="598170" y="8181340"/>
                </a:moveTo>
                <a:cubicBezTo>
                  <a:pt x="267970" y="8181340"/>
                  <a:pt x="0" y="7913371"/>
                  <a:pt x="0" y="7583171"/>
                </a:cubicBezTo>
                <a:lnTo>
                  <a:pt x="0" y="598170"/>
                </a:lnTo>
                <a:cubicBezTo>
                  <a:pt x="0" y="267970"/>
                  <a:pt x="267970" y="0"/>
                  <a:pt x="598170" y="0"/>
                </a:cubicBezTo>
                <a:lnTo>
                  <a:pt x="3412490" y="0"/>
                </a:lnTo>
                <a:cubicBezTo>
                  <a:pt x="3742690" y="0"/>
                  <a:pt x="4010660" y="267970"/>
                  <a:pt x="4010660" y="598170"/>
                </a:cubicBezTo>
                <a:lnTo>
                  <a:pt x="4010660" y="7583171"/>
                </a:lnTo>
                <a:cubicBezTo>
                  <a:pt x="4010660" y="7913371"/>
                  <a:pt x="3742690" y="8181340"/>
                  <a:pt x="3412490" y="8181340"/>
                </a:cubicBezTo>
                <a:lnTo>
                  <a:pt x="598170" y="8181340"/>
                </a:lnTo>
                <a:close/>
              </a:path>
            </a:pathLst>
          </a:custGeom>
          <a:noFill/>
          <a:ln w="12700" cap="flat">
            <a:solidFill>
              <a:srgbClr val="000000"/>
            </a:solidFill>
            <a:prstDash val="solid"/>
            <a:miter/>
          </a:ln>
        </p:spPr>
        <p:txBody>
          <a:bodyPr rtlCol="0" anchor="ctr"/>
          <a:lstStyle/>
          <a:p>
            <a:endParaRPr lang="en-US"/>
          </a:p>
        </p:txBody>
      </p:sp>
      <p:sp>
        <p:nvSpPr>
          <p:cNvPr id="34" name="Picture Placeholder 33">
            <a:extLst>
              <a:ext uri="{FF2B5EF4-FFF2-40B4-BE49-F238E27FC236}">
                <a16:creationId xmlns:a16="http://schemas.microsoft.com/office/drawing/2014/main" id="{37E4FB19-5090-EE30-7693-72C59C9FA13F}"/>
              </a:ext>
            </a:extLst>
          </p:cNvPr>
          <p:cNvSpPr>
            <a:spLocks noGrp="1"/>
          </p:cNvSpPr>
          <p:nvPr>
            <p:ph type="pic" sz="quarter" idx="22"/>
          </p:nvPr>
        </p:nvSpPr>
        <p:spPr>
          <a:xfrm>
            <a:off x="15062277" y="3870642"/>
            <a:ext cx="3745229" cy="7917180"/>
          </a:xfrm>
          <a:custGeom>
            <a:avLst/>
            <a:gdLst>
              <a:gd name="connsiteX0" fmla="*/ 466090 w 3745229"/>
              <a:gd name="connsiteY0" fmla="*/ 0 h 7917180"/>
              <a:gd name="connsiteX1" fmla="*/ 1160779 w 3745229"/>
              <a:gd name="connsiteY1" fmla="*/ 0 h 7917180"/>
              <a:gd name="connsiteX2" fmla="*/ 1230629 w 3745229"/>
              <a:gd name="connsiteY2" fmla="*/ 69850 h 7917180"/>
              <a:gd name="connsiteX3" fmla="*/ 1230629 w 3745229"/>
              <a:gd name="connsiteY3" fmla="*/ 246380 h 7917180"/>
              <a:gd name="connsiteX4" fmla="*/ 1300479 w 3745229"/>
              <a:gd name="connsiteY4" fmla="*/ 316230 h 7917180"/>
              <a:gd name="connsiteX5" fmla="*/ 1301750 w 3745229"/>
              <a:gd name="connsiteY5" fmla="*/ 316230 h 7917180"/>
              <a:gd name="connsiteX6" fmla="*/ 2444750 w 3745229"/>
              <a:gd name="connsiteY6" fmla="*/ 316230 h 7917180"/>
              <a:gd name="connsiteX7" fmla="*/ 2446020 w 3745229"/>
              <a:gd name="connsiteY7" fmla="*/ 316230 h 7917180"/>
              <a:gd name="connsiteX8" fmla="*/ 2515870 w 3745229"/>
              <a:gd name="connsiteY8" fmla="*/ 246381 h 7917180"/>
              <a:gd name="connsiteX9" fmla="*/ 2515870 w 3745229"/>
              <a:gd name="connsiteY9" fmla="*/ 69850 h 7917180"/>
              <a:gd name="connsiteX10" fmla="*/ 2585720 w 3745229"/>
              <a:gd name="connsiteY10" fmla="*/ 0 h 7917180"/>
              <a:gd name="connsiteX11" fmla="*/ 3279140 w 3745229"/>
              <a:gd name="connsiteY11" fmla="*/ 0 h 7917180"/>
              <a:gd name="connsiteX12" fmla="*/ 3745229 w 3745229"/>
              <a:gd name="connsiteY12" fmla="*/ 466090 h 7917180"/>
              <a:gd name="connsiteX13" fmla="*/ 3745229 w 3745229"/>
              <a:gd name="connsiteY13" fmla="*/ 7451091 h 7917180"/>
              <a:gd name="connsiteX14" fmla="*/ 3376104 w 3745229"/>
              <a:gd name="connsiteY14" fmla="*/ 7907310 h 7917180"/>
              <a:gd name="connsiteX15" fmla="*/ 3306428 w 3745229"/>
              <a:gd name="connsiteY15" fmla="*/ 7914692 h 7917180"/>
              <a:gd name="connsiteX16" fmla="*/ 3281680 w 3745229"/>
              <a:gd name="connsiteY16" fmla="*/ 7917180 h 7917180"/>
              <a:gd name="connsiteX17" fmla="*/ 466090 w 3745229"/>
              <a:gd name="connsiteY17" fmla="*/ 7917180 h 7917180"/>
              <a:gd name="connsiteX18" fmla="*/ 406374 w 3745229"/>
              <a:gd name="connsiteY18" fmla="*/ 7911178 h 7917180"/>
              <a:gd name="connsiteX19" fmla="*/ 370438 w 3745229"/>
              <a:gd name="connsiteY19" fmla="*/ 7907230 h 7917180"/>
              <a:gd name="connsiteX20" fmla="*/ 304626 w 3745229"/>
              <a:gd name="connsiteY20" fmla="*/ 7886843 h 7917180"/>
              <a:gd name="connsiteX21" fmla="*/ 283767 w 3745229"/>
              <a:gd name="connsiteY21" fmla="*/ 7880211 h 7917180"/>
              <a:gd name="connsiteX22" fmla="*/ 205321 w 3745229"/>
              <a:gd name="connsiteY22" fmla="*/ 7837683 h 7917180"/>
              <a:gd name="connsiteX23" fmla="*/ 0 w 3745229"/>
              <a:gd name="connsiteY23" fmla="*/ 7451091 h 7917180"/>
              <a:gd name="connsiteX24" fmla="*/ 0 w 3745229"/>
              <a:gd name="connsiteY24" fmla="*/ 466090 h 7917180"/>
              <a:gd name="connsiteX25" fmla="*/ 466090 w 3745229"/>
              <a:gd name="connsiteY25" fmla="*/ 0 h 791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45229" h="7917180">
                <a:moveTo>
                  <a:pt x="466090" y="0"/>
                </a:moveTo>
                <a:lnTo>
                  <a:pt x="1160779" y="0"/>
                </a:lnTo>
                <a:cubicBezTo>
                  <a:pt x="1200150" y="0"/>
                  <a:pt x="1230629" y="31750"/>
                  <a:pt x="1230629" y="69850"/>
                </a:cubicBezTo>
                <a:lnTo>
                  <a:pt x="1230629" y="246380"/>
                </a:lnTo>
                <a:cubicBezTo>
                  <a:pt x="1230629" y="285750"/>
                  <a:pt x="1262379" y="316230"/>
                  <a:pt x="1300479" y="316230"/>
                </a:cubicBezTo>
                <a:lnTo>
                  <a:pt x="1301750" y="316230"/>
                </a:lnTo>
                <a:lnTo>
                  <a:pt x="2444750" y="316230"/>
                </a:lnTo>
                <a:lnTo>
                  <a:pt x="2446020" y="316230"/>
                </a:lnTo>
                <a:cubicBezTo>
                  <a:pt x="2484120" y="316230"/>
                  <a:pt x="2515870" y="285750"/>
                  <a:pt x="2515870" y="246381"/>
                </a:cubicBezTo>
                <a:lnTo>
                  <a:pt x="2515870" y="69850"/>
                </a:lnTo>
                <a:cubicBezTo>
                  <a:pt x="2515870" y="31751"/>
                  <a:pt x="2546350" y="0"/>
                  <a:pt x="2585720" y="0"/>
                </a:cubicBezTo>
                <a:lnTo>
                  <a:pt x="3279140" y="0"/>
                </a:lnTo>
                <a:cubicBezTo>
                  <a:pt x="3536950" y="0"/>
                  <a:pt x="3745229" y="208280"/>
                  <a:pt x="3745229" y="466090"/>
                </a:cubicBezTo>
                <a:lnTo>
                  <a:pt x="3745229" y="7451091"/>
                </a:lnTo>
                <a:cubicBezTo>
                  <a:pt x="3745229" y="7675563"/>
                  <a:pt x="3586737" y="7863086"/>
                  <a:pt x="3376104" y="7907310"/>
                </a:cubicBezTo>
                <a:lnTo>
                  <a:pt x="3306428" y="7914692"/>
                </a:lnTo>
                <a:lnTo>
                  <a:pt x="3281680" y="7917180"/>
                </a:lnTo>
                <a:lnTo>
                  <a:pt x="466090" y="7917180"/>
                </a:lnTo>
                <a:lnTo>
                  <a:pt x="406374" y="7911178"/>
                </a:lnTo>
                <a:lnTo>
                  <a:pt x="370438" y="7907230"/>
                </a:lnTo>
                <a:lnTo>
                  <a:pt x="304626" y="7886843"/>
                </a:lnTo>
                <a:lnTo>
                  <a:pt x="283767" y="7880211"/>
                </a:lnTo>
                <a:lnTo>
                  <a:pt x="205321" y="7837683"/>
                </a:lnTo>
                <a:cubicBezTo>
                  <a:pt x="81360" y="7754005"/>
                  <a:pt x="0" y="7612222"/>
                  <a:pt x="0" y="7451091"/>
                </a:cubicBezTo>
                <a:lnTo>
                  <a:pt x="0" y="466090"/>
                </a:lnTo>
                <a:cubicBezTo>
                  <a:pt x="0" y="208280"/>
                  <a:pt x="208280" y="0"/>
                  <a:pt x="466090" y="0"/>
                </a:cubicBezTo>
                <a:close/>
              </a:path>
            </a:pathLst>
          </a:custGeom>
          <a:solidFill>
            <a:schemeClr val="bg1">
              <a:lumMod val="95000"/>
            </a:schemeClr>
          </a:solidFill>
        </p:spPr>
        <p:txBody>
          <a:bodyPr wrap="square">
            <a:noAutofit/>
          </a:bodyPr>
          <a:lstStyle>
            <a:lvl1pPr>
              <a:defRPr sz="2800"/>
            </a:lvl1pPr>
          </a:lstStyle>
          <a:p>
            <a:endParaRPr lang="en-US"/>
          </a:p>
        </p:txBody>
      </p:sp>
      <p:sp>
        <p:nvSpPr>
          <p:cNvPr id="35" name="Freeform 34">
            <a:extLst>
              <a:ext uri="{FF2B5EF4-FFF2-40B4-BE49-F238E27FC236}">
                <a16:creationId xmlns:a16="http://schemas.microsoft.com/office/drawing/2014/main" id="{27B5CD72-0DB0-7FD0-453C-EC34506DFF3C}"/>
              </a:ext>
            </a:extLst>
          </p:cNvPr>
          <p:cNvSpPr/>
          <p:nvPr userDrawn="1"/>
        </p:nvSpPr>
        <p:spPr>
          <a:xfrm>
            <a:off x="14930196" y="3738563"/>
            <a:ext cx="4010659" cy="8181339"/>
          </a:xfrm>
          <a:custGeom>
            <a:avLst/>
            <a:gdLst>
              <a:gd name="connsiteX0" fmla="*/ 598170 w 4010659"/>
              <a:gd name="connsiteY0" fmla="*/ 8181340 h 8181339"/>
              <a:gd name="connsiteX1" fmla="*/ 0 w 4010659"/>
              <a:gd name="connsiteY1" fmla="*/ 7583171 h 8181339"/>
              <a:gd name="connsiteX2" fmla="*/ 0 w 4010659"/>
              <a:gd name="connsiteY2" fmla="*/ 598170 h 8181339"/>
              <a:gd name="connsiteX3" fmla="*/ 598170 w 4010659"/>
              <a:gd name="connsiteY3" fmla="*/ 0 h 8181339"/>
              <a:gd name="connsiteX4" fmla="*/ 3412490 w 4010659"/>
              <a:gd name="connsiteY4" fmla="*/ 0 h 8181339"/>
              <a:gd name="connsiteX5" fmla="*/ 4010660 w 4010659"/>
              <a:gd name="connsiteY5" fmla="*/ 598170 h 8181339"/>
              <a:gd name="connsiteX6" fmla="*/ 4010660 w 4010659"/>
              <a:gd name="connsiteY6" fmla="*/ 7583171 h 8181339"/>
              <a:gd name="connsiteX7" fmla="*/ 3412490 w 4010659"/>
              <a:gd name="connsiteY7" fmla="*/ 8181340 h 8181339"/>
              <a:gd name="connsiteX8" fmla="*/ 598170 w 4010659"/>
              <a:gd name="connsiteY8" fmla="*/ 8181340 h 8181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0659" h="8181339">
                <a:moveTo>
                  <a:pt x="598170" y="8181340"/>
                </a:moveTo>
                <a:cubicBezTo>
                  <a:pt x="267970" y="8181340"/>
                  <a:pt x="0" y="7913371"/>
                  <a:pt x="0" y="7583171"/>
                </a:cubicBezTo>
                <a:lnTo>
                  <a:pt x="0" y="598170"/>
                </a:lnTo>
                <a:cubicBezTo>
                  <a:pt x="0" y="267970"/>
                  <a:pt x="267970" y="0"/>
                  <a:pt x="598170" y="0"/>
                </a:cubicBezTo>
                <a:lnTo>
                  <a:pt x="3412490" y="0"/>
                </a:lnTo>
                <a:cubicBezTo>
                  <a:pt x="3742690" y="0"/>
                  <a:pt x="4010660" y="267970"/>
                  <a:pt x="4010660" y="598170"/>
                </a:cubicBezTo>
                <a:lnTo>
                  <a:pt x="4010660" y="7583171"/>
                </a:lnTo>
                <a:cubicBezTo>
                  <a:pt x="4010660" y="7913371"/>
                  <a:pt x="3742690" y="8181340"/>
                  <a:pt x="3412490" y="8181340"/>
                </a:cubicBezTo>
                <a:lnTo>
                  <a:pt x="598170" y="8181340"/>
                </a:lnTo>
                <a:close/>
              </a:path>
            </a:pathLst>
          </a:custGeom>
          <a:noFill/>
          <a:ln w="12700" cap="flat">
            <a:solidFill>
              <a:srgbClr val="000000"/>
            </a:solidFill>
            <a:prstDash val="solid"/>
            <a:miter/>
          </a:ln>
        </p:spPr>
        <p:txBody>
          <a:bodyPr rtlCol="0" anchor="ctr"/>
          <a:lstStyle/>
          <a:p>
            <a:endParaRPr lang="en-US"/>
          </a:p>
        </p:txBody>
      </p:sp>
      <p:sp>
        <p:nvSpPr>
          <p:cNvPr id="36" name="Picture Placeholder 35">
            <a:extLst>
              <a:ext uri="{FF2B5EF4-FFF2-40B4-BE49-F238E27FC236}">
                <a16:creationId xmlns:a16="http://schemas.microsoft.com/office/drawing/2014/main" id="{561A178B-18E7-5540-C5B3-E864BF90A44F}"/>
              </a:ext>
            </a:extLst>
          </p:cNvPr>
          <p:cNvSpPr>
            <a:spLocks noGrp="1"/>
          </p:cNvSpPr>
          <p:nvPr>
            <p:ph type="pic" sz="quarter" idx="23"/>
          </p:nvPr>
        </p:nvSpPr>
        <p:spPr>
          <a:xfrm>
            <a:off x="19811442" y="3870642"/>
            <a:ext cx="3745229" cy="7917180"/>
          </a:xfrm>
          <a:custGeom>
            <a:avLst/>
            <a:gdLst>
              <a:gd name="connsiteX0" fmla="*/ 466090 w 3745229"/>
              <a:gd name="connsiteY0" fmla="*/ 0 h 7917180"/>
              <a:gd name="connsiteX1" fmla="*/ 1160779 w 3745229"/>
              <a:gd name="connsiteY1" fmla="*/ 0 h 7917180"/>
              <a:gd name="connsiteX2" fmla="*/ 1230629 w 3745229"/>
              <a:gd name="connsiteY2" fmla="*/ 69850 h 7917180"/>
              <a:gd name="connsiteX3" fmla="*/ 1230629 w 3745229"/>
              <a:gd name="connsiteY3" fmla="*/ 246380 h 7917180"/>
              <a:gd name="connsiteX4" fmla="*/ 1300479 w 3745229"/>
              <a:gd name="connsiteY4" fmla="*/ 316230 h 7917180"/>
              <a:gd name="connsiteX5" fmla="*/ 1301750 w 3745229"/>
              <a:gd name="connsiteY5" fmla="*/ 316230 h 7917180"/>
              <a:gd name="connsiteX6" fmla="*/ 2444750 w 3745229"/>
              <a:gd name="connsiteY6" fmla="*/ 316230 h 7917180"/>
              <a:gd name="connsiteX7" fmla="*/ 2446020 w 3745229"/>
              <a:gd name="connsiteY7" fmla="*/ 316230 h 7917180"/>
              <a:gd name="connsiteX8" fmla="*/ 2515870 w 3745229"/>
              <a:gd name="connsiteY8" fmla="*/ 246381 h 7917180"/>
              <a:gd name="connsiteX9" fmla="*/ 2515870 w 3745229"/>
              <a:gd name="connsiteY9" fmla="*/ 69850 h 7917180"/>
              <a:gd name="connsiteX10" fmla="*/ 2585720 w 3745229"/>
              <a:gd name="connsiteY10" fmla="*/ 0 h 7917180"/>
              <a:gd name="connsiteX11" fmla="*/ 3279140 w 3745229"/>
              <a:gd name="connsiteY11" fmla="*/ 0 h 7917180"/>
              <a:gd name="connsiteX12" fmla="*/ 3745229 w 3745229"/>
              <a:gd name="connsiteY12" fmla="*/ 466090 h 7917180"/>
              <a:gd name="connsiteX13" fmla="*/ 3745229 w 3745229"/>
              <a:gd name="connsiteY13" fmla="*/ 7451091 h 7917180"/>
              <a:gd name="connsiteX14" fmla="*/ 3376104 w 3745229"/>
              <a:gd name="connsiteY14" fmla="*/ 7907310 h 7917180"/>
              <a:gd name="connsiteX15" fmla="*/ 3306428 w 3745229"/>
              <a:gd name="connsiteY15" fmla="*/ 7914692 h 7917180"/>
              <a:gd name="connsiteX16" fmla="*/ 3281680 w 3745229"/>
              <a:gd name="connsiteY16" fmla="*/ 7917180 h 7917180"/>
              <a:gd name="connsiteX17" fmla="*/ 466090 w 3745229"/>
              <a:gd name="connsiteY17" fmla="*/ 7917180 h 7917180"/>
              <a:gd name="connsiteX18" fmla="*/ 406374 w 3745229"/>
              <a:gd name="connsiteY18" fmla="*/ 7911178 h 7917180"/>
              <a:gd name="connsiteX19" fmla="*/ 370438 w 3745229"/>
              <a:gd name="connsiteY19" fmla="*/ 7907230 h 7917180"/>
              <a:gd name="connsiteX20" fmla="*/ 304626 w 3745229"/>
              <a:gd name="connsiteY20" fmla="*/ 7886843 h 7917180"/>
              <a:gd name="connsiteX21" fmla="*/ 283767 w 3745229"/>
              <a:gd name="connsiteY21" fmla="*/ 7880211 h 7917180"/>
              <a:gd name="connsiteX22" fmla="*/ 205321 w 3745229"/>
              <a:gd name="connsiteY22" fmla="*/ 7837683 h 7917180"/>
              <a:gd name="connsiteX23" fmla="*/ 0 w 3745229"/>
              <a:gd name="connsiteY23" fmla="*/ 7451091 h 7917180"/>
              <a:gd name="connsiteX24" fmla="*/ 0 w 3745229"/>
              <a:gd name="connsiteY24" fmla="*/ 466090 h 7917180"/>
              <a:gd name="connsiteX25" fmla="*/ 466090 w 3745229"/>
              <a:gd name="connsiteY25" fmla="*/ 0 h 7917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745229" h="7917180">
                <a:moveTo>
                  <a:pt x="466090" y="0"/>
                </a:moveTo>
                <a:lnTo>
                  <a:pt x="1160779" y="0"/>
                </a:lnTo>
                <a:cubicBezTo>
                  <a:pt x="1200150" y="0"/>
                  <a:pt x="1230629" y="31750"/>
                  <a:pt x="1230629" y="69850"/>
                </a:cubicBezTo>
                <a:lnTo>
                  <a:pt x="1230629" y="246380"/>
                </a:lnTo>
                <a:cubicBezTo>
                  <a:pt x="1230629" y="285750"/>
                  <a:pt x="1262379" y="316230"/>
                  <a:pt x="1300479" y="316230"/>
                </a:cubicBezTo>
                <a:lnTo>
                  <a:pt x="1301750" y="316230"/>
                </a:lnTo>
                <a:lnTo>
                  <a:pt x="2444750" y="316230"/>
                </a:lnTo>
                <a:lnTo>
                  <a:pt x="2446020" y="316230"/>
                </a:lnTo>
                <a:cubicBezTo>
                  <a:pt x="2484120" y="316230"/>
                  <a:pt x="2515870" y="285750"/>
                  <a:pt x="2515870" y="246381"/>
                </a:cubicBezTo>
                <a:lnTo>
                  <a:pt x="2515870" y="69850"/>
                </a:lnTo>
                <a:cubicBezTo>
                  <a:pt x="2515870" y="31751"/>
                  <a:pt x="2546350" y="0"/>
                  <a:pt x="2585720" y="0"/>
                </a:cubicBezTo>
                <a:lnTo>
                  <a:pt x="3279140" y="0"/>
                </a:lnTo>
                <a:cubicBezTo>
                  <a:pt x="3536950" y="0"/>
                  <a:pt x="3745229" y="208280"/>
                  <a:pt x="3745229" y="466090"/>
                </a:cubicBezTo>
                <a:lnTo>
                  <a:pt x="3745229" y="7451091"/>
                </a:lnTo>
                <a:cubicBezTo>
                  <a:pt x="3745229" y="7675563"/>
                  <a:pt x="3586737" y="7863086"/>
                  <a:pt x="3376104" y="7907310"/>
                </a:cubicBezTo>
                <a:lnTo>
                  <a:pt x="3306428" y="7914692"/>
                </a:lnTo>
                <a:lnTo>
                  <a:pt x="3281680" y="7917180"/>
                </a:lnTo>
                <a:lnTo>
                  <a:pt x="466090" y="7917180"/>
                </a:lnTo>
                <a:lnTo>
                  <a:pt x="406374" y="7911178"/>
                </a:lnTo>
                <a:lnTo>
                  <a:pt x="370438" y="7907230"/>
                </a:lnTo>
                <a:lnTo>
                  <a:pt x="304626" y="7886843"/>
                </a:lnTo>
                <a:lnTo>
                  <a:pt x="283767" y="7880211"/>
                </a:lnTo>
                <a:lnTo>
                  <a:pt x="205321" y="7837683"/>
                </a:lnTo>
                <a:cubicBezTo>
                  <a:pt x="81360" y="7754005"/>
                  <a:pt x="0" y="7612222"/>
                  <a:pt x="0" y="7451091"/>
                </a:cubicBezTo>
                <a:lnTo>
                  <a:pt x="0" y="466090"/>
                </a:lnTo>
                <a:cubicBezTo>
                  <a:pt x="0" y="208280"/>
                  <a:pt x="208280" y="0"/>
                  <a:pt x="466090" y="0"/>
                </a:cubicBezTo>
                <a:close/>
              </a:path>
            </a:pathLst>
          </a:custGeom>
          <a:solidFill>
            <a:schemeClr val="bg1">
              <a:lumMod val="95000"/>
            </a:schemeClr>
          </a:solidFill>
        </p:spPr>
        <p:txBody>
          <a:bodyPr wrap="square">
            <a:noAutofit/>
          </a:bodyPr>
          <a:lstStyle>
            <a:lvl1pPr>
              <a:defRPr sz="2800"/>
            </a:lvl1pPr>
          </a:lstStyle>
          <a:p>
            <a:endParaRPr lang="en-US"/>
          </a:p>
        </p:txBody>
      </p:sp>
      <p:sp>
        <p:nvSpPr>
          <p:cNvPr id="37" name="Freeform 36">
            <a:extLst>
              <a:ext uri="{FF2B5EF4-FFF2-40B4-BE49-F238E27FC236}">
                <a16:creationId xmlns:a16="http://schemas.microsoft.com/office/drawing/2014/main" id="{9CC2A71B-33D8-1396-367F-E6366D44C7D8}"/>
              </a:ext>
            </a:extLst>
          </p:cNvPr>
          <p:cNvSpPr/>
          <p:nvPr userDrawn="1"/>
        </p:nvSpPr>
        <p:spPr>
          <a:xfrm>
            <a:off x="19679361" y="3738563"/>
            <a:ext cx="4010659" cy="8181339"/>
          </a:xfrm>
          <a:custGeom>
            <a:avLst/>
            <a:gdLst>
              <a:gd name="connsiteX0" fmla="*/ 598170 w 4010659"/>
              <a:gd name="connsiteY0" fmla="*/ 8181340 h 8181339"/>
              <a:gd name="connsiteX1" fmla="*/ 0 w 4010659"/>
              <a:gd name="connsiteY1" fmla="*/ 7583171 h 8181339"/>
              <a:gd name="connsiteX2" fmla="*/ 0 w 4010659"/>
              <a:gd name="connsiteY2" fmla="*/ 598170 h 8181339"/>
              <a:gd name="connsiteX3" fmla="*/ 598170 w 4010659"/>
              <a:gd name="connsiteY3" fmla="*/ 0 h 8181339"/>
              <a:gd name="connsiteX4" fmla="*/ 3412490 w 4010659"/>
              <a:gd name="connsiteY4" fmla="*/ 0 h 8181339"/>
              <a:gd name="connsiteX5" fmla="*/ 4010660 w 4010659"/>
              <a:gd name="connsiteY5" fmla="*/ 598170 h 8181339"/>
              <a:gd name="connsiteX6" fmla="*/ 4010660 w 4010659"/>
              <a:gd name="connsiteY6" fmla="*/ 7583171 h 8181339"/>
              <a:gd name="connsiteX7" fmla="*/ 3412490 w 4010659"/>
              <a:gd name="connsiteY7" fmla="*/ 8181340 h 8181339"/>
              <a:gd name="connsiteX8" fmla="*/ 598170 w 4010659"/>
              <a:gd name="connsiteY8" fmla="*/ 8181340 h 81813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10659" h="8181339">
                <a:moveTo>
                  <a:pt x="598170" y="8181340"/>
                </a:moveTo>
                <a:cubicBezTo>
                  <a:pt x="267970" y="8181340"/>
                  <a:pt x="0" y="7913371"/>
                  <a:pt x="0" y="7583171"/>
                </a:cubicBezTo>
                <a:lnTo>
                  <a:pt x="0" y="598170"/>
                </a:lnTo>
                <a:cubicBezTo>
                  <a:pt x="0" y="267970"/>
                  <a:pt x="267970" y="0"/>
                  <a:pt x="598170" y="0"/>
                </a:cubicBezTo>
                <a:lnTo>
                  <a:pt x="3412490" y="0"/>
                </a:lnTo>
                <a:cubicBezTo>
                  <a:pt x="3742690" y="0"/>
                  <a:pt x="4010660" y="267970"/>
                  <a:pt x="4010660" y="598170"/>
                </a:cubicBezTo>
                <a:lnTo>
                  <a:pt x="4010660" y="7583171"/>
                </a:lnTo>
                <a:cubicBezTo>
                  <a:pt x="4010660" y="7913371"/>
                  <a:pt x="3742690" y="8181340"/>
                  <a:pt x="3412490" y="8181340"/>
                </a:cubicBezTo>
                <a:lnTo>
                  <a:pt x="598170" y="8181340"/>
                </a:lnTo>
                <a:close/>
              </a:path>
            </a:pathLst>
          </a:custGeom>
          <a:noFill/>
          <a:ln w="12700" cap="flat">
            <a:solidFill>
              <a:srgbClr val="000000"/>
            </a:solidFill>
            <a:prstDash val="solid"/>
            <a:miter/>
          </a:ln>
        </p:spPr>
        <p:txBody>
          <a:bodyPr rtlCol="0" anchor="ctr"/>
          <a:lstStyle/>
          <a:p>
            <a:endParaRPr lang="en-US"/>
          </a:p>
        </p:txBody>
      </p:sp>
      <p:sp>
        <p:nvSpPr>
          <p:cNvPr id="38" name="Text Placeholder 12">
            <a:extLst>
              <a:ext uri="{FF2B5EF4-FFF2-40B4-BE49-F238E27FC236}">
                <a16:creationId xmlns:a16="http://schemas.microsoft.com/office/drawing/2014/main" id="{00F4B7A1-10E5-AD1B-8A77-3C649AD9BA6C}"/>
              </a:ext>
            </a:extLst>
          </p:cNvPr>
          <p:cNvSpPr>
            <a:spLocks noGrp="1"/>
          </p:cNvSpPr>
          <p:nvPr>
            <p:ph type="body" sz="quarter" idx="44" hasCustomPrompt="1"/>
          </p:nvPr>
        </p:nvSpPr>
        <p:spPr>
          <a:xfrm>
            <a:off x="682624" y="12098018"/>
            <a:ext cx="5838825" cy="504508"/>
          </a:xfrm>
        </p:spPr>
        <p:txBody>
          <a:bodyPr lIns="0" tIns="0" rIns="0" bIns="0" anchor="b" anchorCtr="0">
            <a:noAutofit/>
          </a:bodyPr>
          <a:lstStyle>
            <a:lvl1pPr marL="0" indent="0" algn="l">
              <a:lnSpc>
                <a:spcPts val="22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Tree>
    <p:extLst>
      <p:ext uri="{BB962C8B-B14F-4D97-AF65-F5344CB8AC3E}">
        <p14:creationId xmlns:p14="http://schemas.microsoft.com/office/powerpoint/2010/main" val="18434083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6_Ass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38" name="Text Placeholder 12">
            <a:extLst>
              <a:ext uri="{FF2B5EF4-FFF2-40B4-BE49-F238E27FC236}">
                <a16:creationId xmlns:a16="http://schemas.microsoft.com/office/drawing/2014/main" id="{00F4B7A1-10E5-AD1B-8A77-3C649AD9BA6C}"/>
              </a:ext>
            </a:extLst>
          </p:cNvPr>
          <p:cNvSpPr>
            <a:spLocks noGrp="1"/>
          </p:cNvSpPr>
          <p:nvPr>
            <p:ph type="body" sz="quarter" idx="44" hasCustomPrompt="1"/>
          </p:nvPr>
        </p:nvSpPr>
        <p:spPr>
          <a:xfrm>
            <a:off x="702171" y="11090084"/>
            <a:ext cx="5838825" cy="504508"/>
          </a:xfrm>
        </p:spPr>
        <p:txBody>
          <a:bodyPr lIns="0" tIns="0" rIns="0" bIns="0" anchor="b" anchorCtr="0">
            <a:noAutofit/>
          </a:bodyPr>
          <a:lstStyle>
            <a:lvl1pPr marL="0" indent="0" algn="l">
              <a:lnSpc>
                <a:spcPts val="2300"/>
              </a:lnSpc>
              <a:spcAft>
                <a:spcPts val="0"/>
              </a:spcAft>
              <a:buNone/>
              <a:defRPr lang="en-US" sz="20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Text here</a:t>
            </a:r>
          </a:p>
        </p:txBody>
      </p:sp>
      <p:sp>
        <p:nvSpPr>
          <p:cNvPr id="51" name="Freeform 50">
            <a:extLst>
              <a:ext uri="{FF2B5EF4-FFF2-40B4-BE49-F238E27FC236}">
                <a16:creationId xmlns:a16="http://schemas.microsoft.com/office/drawing/2014/main" id="{1E6DFC16-2A7D-6684-1682-4B696D14AD8D}"/>
              </a:ext>
            </a:extLst>
          </p:cNvPr>
          <p:cNvSpPr/>
          <p:nvPr/>
        </p:nvSpPr>
        <p:spPr>
          <a:xfrm>
            <a:off x="8513543" y="3753319"/>
            <a:ext cx="2736433" cy="5583391"/>
          </a:xfrm>
          <a:custGeom>
            <a:avLst/>
            <a:gdLst>
              <a:gd name="connsiteX0" fmla="*/ 407798 w 2736433"/>
              <a:gd name="connsiteY0" fmla="*/ 5582122 h 5583391"/>
              <a:gd name="connsiteX1" fmla="*/ 0 w 2736433"/>
              <a:gd name="connsiteY1" fmla="*/ 5174324 h 5583391"/>
              <a:gd name="connsiteX2" fmla="*/ 0 w 2736433"/>
              <a:gd name="connsiteY2" fmla="*/ 407797 h 5583391"/>
              <a:gd name="connsiteX3" fmla="*/ 407798 w 2736433"/>
              <a:gd name="connsiteY3" fmla="*/ 0 h 5583391"/>
              <a:gd name="connsiteX4" fmla="*/ 2328636 w 2736433"/>
              <a:gd name="connsiteY4" fmla="*/ 0 h 5583391"/>
              <a:gd name="connsiteX5" fmla="*/ 2736434 w 2736433"/>
              <a:gd name="connsiteY5" fmla="*/ 407797 h 5583391"/>
              <a:gd name="connsiteX6" fmla="*/ 2736434 w 2736433"/>
              <a:gd name="connsiteY6" fmla="*/ 5175595 h 5583391"/>
              <a:gd name="connsiteX7" fmla="*/ 2328636 w 2736433"/>
              <a:gd name="connsiteY7" fmla="*/ 5583392 h 5583391"/>
              <a:gd name="connsiteX8" fmla="*/ 407798 w 2736433"/>
              <a:gd name="connsiteY8" fmla="*/ 5583392 h 558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6433" h="5583391">
                <a:moveTo>
                  <a:pt x="407798" y="5582122"/>
                </a:moveTo>
                <a:cubicBezTo>
                  <a:pt x="182937" y="5582122"/>
                  <a:pt x="0" y="5399185"/>
                  <a:pt x="0" y="5174324"/>
                </a:cubicBezTo>
                <a:lnTo>
                  <a:pt x="0" y="407797"/>
                </a:lnTo>
                <a:cubicBezTo>
                  <a:pt x="0" y="182937"/>
                  <a:pt x="182937" y="0"/>
                  <a:pt x="407798" y="0"/>
                </a:cubicBezTo>
                <a:lnTo>
                  <a:pt x="2328636" y="0"/>
                </a:lnTo>
                <a:cubicBezTo>
                  <a:pt x="2553497" y="0"/>
                  <a:pt x="2736434" y="182937"/>
                  <a:pt x="2736434" y="407797"/>
                </a:cubicBezTo>
                <a:lnTo>
                  <a:pt x="2736434" y="5175595"/>
                </a:lnTo>
                <a:cubicBezTo>
                  <a:pt x="2736434" y="5400455"/>
                  <a:pt x="2553497" y="5583392"/>
                  <a:pt x="2328636" y="5583392"/>
                </a:cubicBezTo>
                <a:lnTo>
                  <a:pt x="407798" y="5583392"/>
                </a:lnTo>
                <a:close/>
              </a:path>
            </a:pathLst>
          </a:custGeom>
          <a:noFill/>
          <a:ln w="12700" cap="flat">
            <a:solidFill>
              <a:srgbClr val="001E60"/>
            </a:solidFill>
            <a:prstDash val="solid"/>
            <a:miter/>
          </a:ln>
        </p:spPr>
        <p:txBody>
          <a:bodyPr rtlCol="0" anchor="ctr"/>
          <a:lstStyle/>
          <a:p>
            <a:endParaRPr lang="en-US"/>
          </a:p>
        </p:txBody>
      </p:sp>
      <p:sp>
        <p:nvSpPr>
          <p:cNvPr id="55" name="Picture Placeholder 54">
            <a:extLst>
              <a:ext uri="{FF2B5EF4-FFF2-40B4-BE49-F238E27FC236}">
                <a16:creationId xmlns:a16="http://schemas.microsoft.com/office/drawing/2014/main" id="{6CD83B5D-DBAE-D25F-55BB-FEDFEAF94449}"/>
              </a:ext>
            </a:extLst>
          </p:cNvPr>
          <p:cNvSpPr>
            <a:spLocks noGrp="1"/>
          </p:cNvSpPr>
          <p:nvPr>
            <p:ph type="pic" sz="quarter" idx="51"/>
          </p:nvPr>
        </p:nvSpPr>
        <p:spPr>
          <a:xfrm>
            <a:off x="8603742" y="3843517"/>
            <a:ext cx="2554767" cy="5402996"/>
          </a:xfrm>
          <a:custGeom>
            <a:avLst/>
            <a:gdLst>
              <a:gd name="connsiteX0" fmla="*/ 317599 w 2554767"/>
              <a:gd name="connsiteY0" fmla="*/ 0 h 5402996"/>
              <a:gd name="connsiteX1" fmla="*/ 792727 w 2554767"/>
              <a:gd name="connsiteY1" fmla="*/ 0 h 5402996"/>
              <a:gd name="connsiteX2" fmla="*/ 839732 w 2554767"/>
              <a:gd name="connsiteY2" fmla="*/ 47005 h 5402996"/>
              <a:gd name="connsiteX3" fmla="*/ 839732 w 2554767"/>
              <a:gd name="connsiteY3" fmla="*/ 167692 h 5402996"/>
              <a:gd name="connsiteX4" fmla="*/ 886736 w 2554767"/>
              <a:gd name="connsiteY4" fmla="*/ 214697 h 5402996"/>
              <a:gd name="connsiteX5" fmla="*/ 1668030 w 2554767"/>
              <a:gd name="connsiteY5" fmla="*/ 214697 h 5402996"/>
              <a:gd name="connsiteX6" fmla="*/ 1715035 w 2554767"/>
              <a:gd name="connsiteY6" fmla="*/ 167692 h 5402996"/>
              <a:gd name="connsiteX7" fmla="*/ 1715035 w 2554767"/>
              <a:gd name="connsiteY7" fmla="*/ 47005 h 5402996"/>
              <a:gd name="connsiteX8" fmla="*/ 1762039 w 2554767"/>
              <a:gd name="connsiteY8" fmla="*/ 0 h 5402996"/>
              <a:gd name="connsiteX9" fmla="*/ 2237168 w 2554767"/>
              <a:gd name="connsiteY9" fmla="*/ 0 h 5402996"/>
              <a:gd name="connsiteX10" fmla="*/ 2554767 w 2554767"/>
              <a:gd name="connsiteY10" fmla="*/ 317599 h 5402996"/>
              <a:gd name="connsiteX11" fmla="*/ 2554767 w 2554767"/>
              <a:gd name="connsiteY11" fmla="*/ 5085397 h 5402996"/>
              <a:gd name="connsiteX12" fmla="*/ 2237168 w 2554767"/>
              <a:gd name="connsiteY12" fmla="*/ 5402996 h 5402996"/>
              <a:gd name="connsiteX13" fmla="*/ 317599 w 2554767"/>
              <a:gd name="connsiteY13" fmla="*/ 5402996 h 5402996"/>
              <a:gd name="connsiteX14" fmla="*/ 0 w 2554767"/>
              <a:gd name="connsiteY14" fmla="*/ 5085397 h 5402996"/>
              <a:gd name="connsiteX15" fmla="*/ 0 w 2554767"/>
              <a:gd name="connsiteY15" fmla="*/ 317599 h 5402996"/>
              <a:gd name="connsiteX16" fmla="*/ 317599 w 2554767"/>
              <a:gd name="connsiteY16" fmla="*/ 0 h 5402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54767" h="5402996">
                <a:moveTo>
                  <a:pt x="317599" y="0"/>
                </a:moveTo>
                <a:lnTo>
                  <a:pt x="792727" y="0"/>
                </a:lnTo>
                <a:cubicBezTo>
                  <a:pt x="819406" y="0"/>
                  <a:pt x="839732" y="21597"/>
                  <a:pt x="839732" y="47005"/>
                </a:cubicBezTo>
                <a:lnTo>
                  <a:pt x="839732" y="167692"/>
                </a:lnTo>
                <a:cubicBezTo>
                  <a:pt x="839732" y="194371"/>
                  <a:pt x="861329" y="214697"/>
                  <a:pt x="886736" y="214697"/>
                </a:cubicBezTo>
                <a:lnTo>
                  <a:pt x="1668030" y="214697"/>
                </a:lnTo>
                <a:cubicBezTo>
                  <a:pt x="1694708" y="214697"/>
                  <a:pt x="1715035" y="193100"/>
                  <a:pt x="1715035" y="167692"/>
                </a:cubicBezTo>
                <a:lnTo>
                  <a:pt x="1715035" y="47005"/>
                </a:lnTo>
                <a:cubicBezTo>
                  <a:pt x="1715035" y="20326"/>
                  <a:pt x="1736631" y="0"/>
                  <a:pt x="1762039" y="0"/>
                </a:cubicBezTo>
                <a:lnTo>
                  <a:pt x="2237168" y="0"/>
                </a:lnTo>
                <a:cubicBezTo>
                  <a:pt x="2412482" y="0"/>
                  <a:pt x="2554767" y="142285"/>
                  <a:pt x="2554767" y="317599"/>
                </a:cubicBezTo>
                <a:lnTo>
                  <a:pt x="2554767" y="5085397"/>
                </a:lnTo>
                <a:cubicBezTo>
                  <a:pt x="2554767" y="5260711"/>
                  <a:pt x="2412482" y="5402996"/>
                  <a:pt x="2237168" y="5402996"/>
                </a:cubicBezTo>
                <a:lnTo>
                  <a:pt x="317599" y="5402996"/>
                </a:lnTo>
                <a:cubicBezTo>
                  <a:pt x="142284" y="5402996"/>
                  <a:pt x="0" y="5260711"/>
                  <a:pt x="0" y="5085397"/>
                </a:cubicBezTo>
                <a:lnTo>
                  <a:pt x="0" y="317599"/>
                </a:lnTo>
                <a:cubicBezTo>
                  <a:pt x="0" y="142285"/>
                  <a:pt x="142284" y="0"/>
                  <a:pt x="317599" y="0"/>
                </a:cubicBezTo>
                <a:close/>
              </a:path>
            </a:pathLst>
          </a:custGeom>
          <a:solidFill>
            <a:schemeClr val="bg1">
              <a:lumMod val="95000"/>
            </a:schemeClr>
          </a:solidFill>
        </p:spPr>
        <p:txBody>
          <a:bodyPr vert="horz" wrap="square" lIns="0" tIns="0" rIns="0" bIns="0" rtlCol="0">
            <a:noAutofit/>
          </a:bodyPr>
          <a:lstStyle>
            <a:lvl1pPr>
              <a:defRPr lang="en-US" sz="2800"/>
            </a:lvl1pPr>
          </a:lstStyle>
          <a:p>
            <a:pPr lvl="0"/>
            <a:endParaRPr lang="en-US"/>
          </a:p>
        </p:txBody>
      </p:sp>
      <p:sp>
        <p:nvSpPr>
          <p:cNvPr id="58" name="Freeform 57">
            <a:extLst>
              <a:ext uri="{FF2B5EF4-FFF2-40B4-BE49-F238E27FC236}">
                <a16:creationId xmlns:a16="http://schemas.microsoft.com/office/drawing/2014/main" id="{4A456064-B113-E2BE-6C47-F3A62FF1FF07}"/>
              </a:ext>
            </a:extLst>
          </p:cNvPr>
          <p:cNvSpPr/>
          <p:nvPr userDrawn="1"/>
        </p:nvSpPr>
        <p:spPr>
          <a:xfrm>
            <a:off x="11623791" y="3753319"/>
            <a:ext cx="2736433" cy="5583391"/>
          </a:xfrm>
          <a:custGeom>
            <a:avLst/>
            <a:gdLst>
              <a:gd name="connsiteX0" fmla="*/ 407798 w 2736433"/>
              <a:gd name="connsiteY0" fmla="*/ 5582122 h 5583391"/>
              <a:gd name="connsiteX1" fmla="*/ 0 w 2736433"/>
              <a:gd name="connsiteY1" fmla="*/ 5174324 h 5583391"/>
              <a:gd name="connsiteX2" fmla="*/ 0 w 2736433"/>
              <a:gd name="connsiteY2" fmla="*/ 407797 h 5583391"/>
              <a:gd name="connsiteX3" fmla="*/ 407798 w 2736433"/>
              <a:gd name="connsiteY3" fmla="*/ 0 h 5583391"/>
              <a:gd name="connsiteX4" fmla="*/ 2328636 w 2736433"/>
              <a:gd name="connsiteY4" fmla="*/ 0 h 5583391"/>
              <a:gd name="connsiteX5" fmla="*/ 2736434 w 2736433"/>
              <a:gd name="connsiteY5" fmla="*/ 407797 h 5583391"/>
              <a:gd name="connsiteX6" fmla="*/ 2736434 w 2736433"/>
              <a:gd name="connsiteY6" fmla="*/ 5175595 h 5583391"/>
              <a:gd name="connsiteX7" fmla="*/ 2328636 w 2736433"/>
              <a:gd name="connsiteY7" fmla="*/ 5583392 h 5583391"/>
              <a:gd name="connsiteX8" fmla="*/ 407798 w 2736433"/>
              <a:gd name="connsiteY8" fmla="*/ 5583392 h 558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6433" h="5583391">
                <a:moveTo>
                  <a:pt x="407798" y="5582122"/>
                </a:moveTo>
                <a:cubicBezTo>
                  <a:pt x="182937" y="5582122"/>
                  <a:pt x="0" y="5399185"/>
                  <a:pt x="0" y="5174324"/>
                </a:cubicBezTo>
                <a:lnTo>
                  <a:pt x="0" y="407797"/>
                </a:lnTo>
                <a:cubicBezTo>
                  <a:pt x="0" y="182937"/>
                  <a:pt x="182937" y="0"/>
                  <a:pt x="407798" y="0"/>
                </a:cubicBezTo>
                <a:lnTo>
                  <a:pt x="2328636" y="0"/>
                </a:lnTo>
                <a:cubicBezTo>
                  <a:pt x="2553497" y="0"/>
                  <a:pt x="2736434" y="182937"/>
                  <a:pt x="2736434" y="407797"/>
                </a:cubicBezTo>
                <a:lnTo>
                  <a:pt x="2736434" y="5175595"/>
                </a:lnTo>
                <a:cubicBezTo>
                  <a:pt x="2736434" y="5400455"/>
                  <a:pt x="2553497" y="5583392"/>
                  <a:pt x="2328636" y="5583392"/>
                </a:cubicBezTo>
                <a:lnTo>
                  <a:pt x="407798" y="5583392"/>
                </a:lnTo>
                <a:close/>
              </a:path>
            </a:pathLst>
          </a:custGeom>
          <a:noFill/>
          <a:ln w="12700" cap="flat">
            <a:solidFill>
              <a:srgbClr val="001E60"/>
            </a:solidFill>
            <a:prstDash val="solid"/>
            <a:miter/>
          </a:ln>
        </p:spPr>
        <p:txBody>
          <a:bodyPr rtlCol="0" anchor="ctr"/>
          <a:lstStyle/>
          <a:p>
            <a:endParaRPr lang="en-US"/>
          </a:p>
        </p:txBody>
      </p:sp>
      <p:sp>
        <p:nvSpPr>
          <p:cNvPr id="59" name="Picture Placeholder 58">
            <a:extLst>
              <a:ext uri="{FF2B5EF4-FFF2-40B4-BE49-F238E27FC236}">
                <a16:creationId xmlns:a16="http://schemas.microsoft.com/office/drawing/2014/main" id="{82635703-1C88-FAD9-C3B1-43FD34E8567F}"/>
              </a:ext>
            </a:extLst>
          </p:cNvPr>
          <p:cNvSpPr>
            <a:spLocks noGrp="1"/>
          </p:cNvSpPr>
          <p:nvPr>
            <p:ph type="pic" sz="quarter" idx="52"/>
          </p:nvPr>
        </p:nvSpPr>
        <p:spPr>
          <a:xfrm>
            <a:off x="11713990" y="3843517"/>
            <a:ext cx="2554767" cy="5402996"/>
          </a:xfrm>
          <a:custGeom>
            <a:avLst/>
            <a:gdLst>
              <a:gd name="connsiteX0" fmla="*/ 317599 w 2554767"/>
              <a:gd name="connsiteY0" fmla="*/ 0 h 5402996"/>
              <a:gd name="connsiteX1" fmla="*/ 792727 w 2554767"/>
              <a:gd name="connsiteY1" fmla="*/ 0 h 5402996"/>
              <a:gd name="connsiteX2" fmla="*/ 839732 w 2554767"/>
              <a:gd name="connsiteY2" fmla="*/ 47005 h 5402996"/>
              <a:gd name="connsiteX3" fmla="*/ 839732 w 2554767"/>
              <a:gd name="connsiteY3" fmla="*/ 167692 h 5402996"/>
              <a:gd name="connsiteX4" fmla="*/ 886736 w 2554767"/>
              <a:gd name="connsiteY4" fmla="*/ 214697 h 5402996"/>
              <a:gd name="connsiteX5" fmla="*/ 1668030 w 2554767"/>
              <a:gd name="connsiteY5" fmla="*/ 214697 h 5402996"/>
              <a:gd name="connsiteX6" fmla="*/ 1715035 w 2554767"/>
              <a:gd name="connsiteY6" fmla="*/ 167692 h 5402996"/>
              <a:gd name="connsiteX7" fmla="*/ 1715035 w 2554767"/>
              <a:gd name="connsiteY7" fmla="*/ 47005 h 5402996"/>
              <a:gd name="connsiteX8" fmla="*/ 1762039 w 2554767"/>
              <a:gd name="connsiteY8" fmla="*/ 0 h 5402996"/>
              <a:gd name="connsiteX9" fmla="*/ 2237168 w 2554767"/>
              <a:gd name="connsiteY9" fmla="*/ 0 h 5402996"/>
              <a:gd name="connsiteX10" fmla="*/ 2554767 w 2554767"/>
              <a:gd name="connsiteY10" fmla="*/ 317599 h 5402996"/>
              <a:gd name="connsiteX11" fmla="*/ 2554767 w 2554767"/>
              <a:gd name="connsiteY11" fmla="*/ 5085397 h 5402996"/>
              <a:gd name="connsiteX12" fmla="*/ 2237168 w 2554767"/>
              <a:gd name="connsiteY12" fmla="*/ 5402996 h 5402996"/>
              <a:gd name="connsiteX13" fmla="*/ 317599 w 2554767"/>
              <a:gd name="connsiteY13" fmla="*/ 5402996 h 5402996"/>
              <a:gd name="connsiteX14" fmla="*/ 0 w 2554767"/>
              <a:gd name="connsiteY14" fmla="*/ 5085397 h 5402996"/>
              <a:gd name="connsiteX15" fmla="*/ 0 w 2554767"/>
              <a:gd name="connsiteY15" fmla="*/ 317599 h 5402996"/>
              <a:gd name="connsiteX16" fmla="*/ 317599 w 2554767"/>
              <a:gd name="connsiteY16" fmla="*/ 0 h 5402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54767" h="5402996">
                <a:moveTo>
                  <a:pt x="317599" y="0"/>
                </a:moveTo>
                <a:lnTo>
                  <a:pt x="792727" y="0"/>
                </a:lnTo>
                <a:cubicBezTo>
                  <a:pt x="819406" y="0"/>
                  <a:pt x="839732" y="21597"/>
                  <a:pt x="839732" y="47005"/>
                </a:cubicBezTo>
                <a:lnTo>
                  <a:pt x="839732" y="167692"/>
                </a:lnTo>
                <a:cubicBezTo>
                  <a:pt x="839732" y="194371"/>
                  <a:pt x="861329" y="214697"/>
                  <a:pt x="886736" y="214697"/>
                </a:cubicBezTo>
                <a:lnTo>
                  <a:pt x="1668030" y="214697"/>
                </a:lnTo>
                <a:cubicBezTo>
                  <a:pt x="1694708" y="214697"/>
                  <a:pt x="1715035" y="193100"/>
                  <a:pt x="1715035" y="167692"/>
                </a:cubicBezTo>
                <a:lnTo>
                  <a:pt x="1715035" y="47005"/>
                </a:lnTo>
                <a:cubicBezTo>
                  <a:pt x="1715035" y="20326"/>
                  <a:pt x="1736631" y="0"/>
                  <a:pt x="1762039" y="0"/>
                </a:cubicBezTo>
                <a:lnTo>
                  <a:pt x="2237168" y="0"/>
                </a:lnTo>
                <a:cubicBezTo>
                  <a:pt x="2412482" y="0"/>
                  <a:pt x="2554767" y="142285"/>
                  <a:pt x="2554767" y="317599"/>
                </a:cubicBezTo>
                <a:lnTo>
                  <a:pt x="2554767" y="5085397"/>
                </a:lnTo>
                <a:cubicBezTo>
                  <a:pt x="2554767" y="5260711"/>
                  <a:pt x="2412482" y="5402996"/>
                  <a:pt x="2237168" y="5402996"/>
                </a:cubicBezTo>
                <a:lnTo>
                  <a:pt x="317599" y="5402996"/>
                </a:lnTo>
                <a:cubicBezTo>
                  <a:pt x="142284" y="5402996"/>
                  <a:pt x="0" y="5260711"/>
                  <a:pt x="0" y="5085397"/>
                </a:cubicBezTo>
                <a:lnTo>
                  <a:pt x="0" y="317599"/>
                </a:lnTo>
                <a:cubicBezTo>
                  <a:pt x="0" y="142285"/>
                  <a:pt x="142284" y="0"/>
                  <a:pt x="317599" y="0"/>
                </a:cubicBezTo>
                <a:close/>
              </a:path>
            </a:pathLst>
          </a:custGeom>
          <a:solidFill>
            <a:schemeClr val="bg1">
              <a:lumMod val="95000"/>
            </a:schemeClr>
          </a:solidFill>
        </p:spPr>
        <p:txBody>
          <a:bodyPr vert="horz" wrap="square" lIns="0" tIns="0" rIns="0" bIns="0" rtlCol="0">
            <a:noAutofit/>
          </a:bodyPr>
          <a:lstStyle>
            <a:lvl1pPr>
              <a:defRPr lang="en-US" sz="2800"/>
            </a:lvl1pPr>
          </a:lstStyle>
          <a:p>
            <a:pPr lvl="0"/>
            <a:endParaRPr lang="en-US"/>
          </a:p>
        </p:txBody>
      </p:sp>
      <p:sp>
        <p:nvSpPr>
          <p:cNvPr id="60" name="Freeform 59">
            <a:extLst>
              <a:ext uri="{FF2B5EF4-FFF2-40B4-BE49-F238E27FC236}">
                <a16:creationId xmlns:a16="http://schemas.microsoft.com/office/drawing/2014/main" id="{8FD12831-6803-6FF5-D392-8D02E5002B8A}"/>
              </a:ext>
            </a:extLst>
          </p:cNvPr>
          <p:cNvSpPr/>
          <p:nvPr userDrawn="1"/>
        </p:nvSpPr>
        <p:spPr>
          <a:xfrm>
            <a:off x="14734039" y="3753319"/>
            <a:ext cx="2736433" cy="5583391"/>
          </a:xfrm>
          <a:custGeom>
            <a:avLst/>
            <a:gdLst>
              <a:gd name="connsiteX0" fmla="*/ 407798 w 2736433"/>
              <a:gd name="connsiteY0" fmla="*/ 5582122 h 5583391"/>
              <a:gd name="connsiteX1" fmla="*/ 0 w 2736433"/>
              <a:gd name="connsiteY1" fmla="*/ 5174324 h 5583391"/>
              <a:gd name="connsiteX2" fmla="*/ 0 w 2736433"/>
              <a:gd name="connsiteY2" fmla="*/ 407797 h 5583391"/>
              <a:gd name="connsiteX3" fmla="*/ 407798 w 2736433"/>
              <a:gd name="connsiteY3" fmla="*/ 0 h 5583391"/>
              <a:gd name="connsiteX4" fmla="*/ 2328636 w 2736433"/>
              <a:gd name="connsiteY4" fmla="*/ 0 h 5583391"/>
              <a:gd name="connsiteX5" fmla="*/ 2736434 w 2736433"/>
              <a:gd name="connsiteY5" fmla="*/ 407797 h 5583391"/>
              <a:gd name="connsiteX6" fmla="*/ 2736434 w 2736433"/>
              <a:gd name="connsiteY6" fmla="*/ 5175595 h 5583391"/>
              <a:gd name="connsiteX7" fmla="*/ 2328636 w 2736433"/>
              <a:gd name="connsiteY7" fmla="*/ 5583392 h 5583391"/>
              <a:gd name="connsiteX8" fmla="*/ 407798 w 2736433"/>
              <a:gd name="connsiteY8" fmla="*/ 5583392 h 558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6433" h="5583391">
                <a:moveTo>
                  <a:pt x="407798" y="5582122"/>
                </a:moveTo>
                <a:cubicBezTo>
                  <a:pt x="182937" y="5582122"/>
                  <a:pt x="0" y="5399185"/>
                  <a:pt x="0" y="5174324"/>
                </a:cubicBezTo>
                <a:lnTo>
                  <a:pt x="0" y="407797"/>
                </a:lnTo>
                <a:cubicBezTo>
                  <a:pt x="0" y="182937"/>
                  <a:pt x="182937" y="0"/>
                  <a:pt x="407798" y="0"/>
                </a:cubicBezTo>
                <a:lnTo>
                  <a:pt x="2328636" y="0"/>
                </a:lnTo>
                <a:cubicBezTo>
                  <a:pt x="2553497" y="0"/>
                  <a:pt x="2736434" y="182937"/>
                  <a:pt x="2736434" y="407797"/>
                </a:cubicBezTo>
                <a:lnTo>
                  <a:pt x="2736434" y="5175595"/>
                </a:lnTo>
                <a:cubicBezTo>
                  <a:pt x="2736434" y="5400455"/>
                  <a:pt x="2553497" y="5583392"/>
                  <a:pt x="2328636" y="5583392"/>
                </a:cubicBezTo>
                <a:lnTo>
                  <a:pt x="407798" y="5583392"/>
                </a:lnTo>
                <a:close/>
              </a:path>
            </a:pathLst>
          </a:custGeom>
          <a:noFill/>
          <a:ln w="12700" cap="flat">
            <a:solidFill>
              <a:srgbClr val="001E60"/>
            </a:solidFill>
            <a:prstDash val="solid"/>
            <a:miter/>
          </a:ln>
        </p:spPr>
        <p:txBody>
          <a:bodyPr rtlCol="0" anchor="ctr"/>
          <a:lstStyle/>
          <a:p>
            <a:endParaRPr lang="en-US"/>
          </a:p>
        </p:txBody>
      </p:sp>
      <p:sp>
        <p:nvSpPr>
          <p:cNvPr id="61" name="Picture Placeholder 60">
            <a:extLst>
              <a:ext uri="{FF2B5EF4-FFF2-40B4-BE49-F238E27FC236}">
                <a16:creationId xmlns:a16="http://schemas.microsoft.com/office/drawing/2014/main" id="{DE738FCA-FC94-01FE-2B23-7B95C6B9EA06}"/>
              </a:ext>
            </a:extLst>
          </p:cNvPr>
          <p:cNvSpPr>
            <a:spLocks noGrp="1"/>
          </p:cNvSpPr>
          <p:nvPr>
            <p:ph type="pic" sz="quarter" idx="53"/>
          </p:nvPr>
        </p:nvSpPr>
        <p:spPr>
          <a:xfrm>
            <a:off x="14824238" y="3843517"/>
            <a:ext cx="2554767" cy="5402996"/>
          </a:xfrm>
          <a:custGeom>
            <a:avLst/>
            <a:gdLst>
              <a:gd name="connsiteX0" fmla="*/ 317599 w 2554767"/>
              <a:gd name="connsiteY0" fmla="*/ 0 h 5402996"/>
              <a:gd name="connsiteX1" fmla="*/ 792727 w 2554767"/>
              <a:gd name="connsiteY1" fmla="*/ 0 h 5402996"/>
              <a:gd name="connsiteX2" fmla="*/ 839732 w 2554767"/>
              <a:gd name="connsiteY2" fmla="*/ 47005 h 5402996"/>
              <a:gd name="connsiteX3" fmla="*/ 839732 w 2554767"/>
              <a:gd name="connsiteY3" fmla="*/ 167692 h 5402996"/>
              <a:gd name="connsiteX4" fmla="*/ 886736 w 2554767"/>
              <a:gd name="connsiteY4" fmla="*/ 214697 h 5402996"/>
              <a:gd name="connsiteX5" fmla="*/ 1668030 w 2554767"/>
              <a:gd name="connsiteY5" fmla="*/ 214697 h 5402996"/>
              <a:gd name="connsiteX6" fmla="*/ 1715035 w 2554767"/>
              <a:gd name="connsiteY6" fmla="*/ 167692 h 5402996"/>
              <a:gd name="connsiteX7" fmla="*/ 1715035 w 2554767"/>
              <a:gd name="connsiteY7" fmla="*/ 47005 h 5402996"/>
              <a:gd name="connsiteX8" fmla="*/ 1762039 w 2554767"/>
              <a:gd name="connsiteY8" fmla="*/ 0 h 5402996"/>
              <a:gd name="connsiteX9" fmla="*/ 2237168 w 2554767"/>
              <a:gd name="connsiteY9" fmla="*/ 0 h 5402996"/>
              <a:gd name="connsiteX10" fmla="*/ 2554767 w 2554767"/>
              <a:gd name="connsiteY10" fmla="*/ 317599 h 5402996"/>
              <a:gd name="connsiteX11" fmla="*/ 2554767 w 2554767"/>
              <a:gd name="connsiteY11" fmla="*/ 5085397 h 5402996"/>
              <a:gd name="connsiteX12" fmla="*/ 2237168 w 2554767"/>
              <a:gd name="connsiteY12" fmla="*/ 5402996 h 5402996"/>
              <a:gd name="connsiteX13" fmla="*/ 317599 w 2554767"/>
              <a:gd name="connsiteY13" fmla="*/ 5402996 h 5402996"/>
              <a:gd name="connsiteX14" fmla="*/ 0 w 2554767"/>
              <a:gd name="connsiteY14" fmla="*/ 5085397 h 5402996"/>
              <a:gd name="connsiteX15" fmla="*/ 0 w 2554767"/>
              <a:gd name="connsiteY15" fmla="*/ 317599 h 5402996"/>
              <a:gd name="connsiteX16" fmla="*/ 317599 w 2554767"/>
              <a:gd name="connsiteY16" fmla="*/ 0 h 5402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54767" h="5402996">
                <a:moveTo>
                  <a:pt x="317599" y="0"/>
                </a:moveTo>
                <a:lnTo>
                  <a:pt x="792727" y="0"/>
                </a:lnTo>
                <a:cubicBezTo>
                  <a:pt x="819406" y="0"/>
                  <a:pt x="839732" y="21597"/>
                  <a:pt x="839732" y="47005"/>
                </a:cubicBezTo>
                <a:lnTo>
                  <a:pt x="839732" y="167692"/>
                </a:lnTo>
                <a:cubicBezTo>
                  <a:pt x="839732" y="194371"/>
                  <a:pt x="861329" y="214697"/>
                  <a:pt x="886736" y="214697"/>
                </a:cubicBezTo>
                <a:lnTo>
                  <a:pt x="1668030" y="214697"/>
                </a:lnTo>
                <a:cubicBezTo>
                  <a:pt x="1694708" y="214697"/>
                  <a:pt x="1715035" y="193100"/>
                  <a:pt x="1715035" y="167692"/>
                </a:cubicBezTo>
                <a:lnTo>
                  <a:pt x="1715035" y="47005"/>
                </a:lnTo>
                <a:cubicBezTo>
                  <a:pt x="1715035" y="20326"/>
                  <a:pt x="1736631" y="0"/>
                  <a:pt x="1762039" y="0"/>
                </a:cubicBezTo>
                <a:lnTo>
                  <a:pt x="2237168" y="0"/>
                </a:lnTo>
                <a:cubicBezTo>
                  <a:pt x="2412482" y="0"/>
                  <a:pt x="2554767" y="142285"/>
                  <a:pt x="2554767" y="317599"/>
                </a:cubicBezTo>
                <a:lnTo>
                  <a:pt x="2554767" y="5085397"/>
                </a:lnTo>
                <a:cubicBezTo>
                  <a:pt x="2554767" y="5260711"/>
                  <a:pt x="2412482" y="5402996"/>
                  <a:pt x="2237168" y="5402996"/>
                </a:cubicBezTo>
                <a:lnTo>
                  <a:pt x="317599" y="5402996"/>
                </a:lnTo>
                <a:cubicBezTo>
                  <a:pt x="142284" y="5402996"/>
                  <a:pt x="0" y="5260711"/>
                  <a:pt x="0" y="5085397"/>
                </a:cubicBezTo>
                <a:lnTo>
                  <a:pt x="0" y="317599"/>
                </a:lnTo>
                <a:cubicBezTo>
                  <a:pt x="0" y="142285"/>
                  <a:pt x="142284" y="0"/>
                  <a:pt x="317599" y="0"/>
                </a:cubicBezTo>
                <a:close/>
              </a:path>
            </a:pathLst>
          </a:custGeom>
          <a:solidFill>
            <a:schemeClr val="bg1">
              <a:lumMod val="95000"/>
            </a:schemeClr>
          </a:solidFill>
        </p:spPr>
        <p:txBody>
          <a:bodyPr vert="horz" wrap="square" lIns="0" tIns="0" rIns="0" bIns="0" rtlCol="0">
            <a:noAutofit/>
          </a:bodyPr>
          <a:lstStyle>
            <a:lvl1pPr>
              <a:defRPr lang="en-US" sz="2800"/>
            </a:lvl1pPr>
          </a:lstStyle>
          <a:p>
            <a:pPr lvl="0"/>
            <a:endParaRPr lang="en-US"/>
          </a:p>
        </p:txBody>
      </p:sp>
      <p:sp>
        <p:nvSpPr>
          <p:cNvPr id="62" name="Freeform 61">
            <a:extLst>
              <a:ext uri="{FF2B5EF4-FFF2-40B4-BE49-F238E27FC236}">
                <a16:creationId xmlns:a16="http://schemas.microsoft.com/office/drawing/2014/main" id="{37CF9C99-77A0-5D57-4231-65D47E883EEA}"/>
              </a:ext>
            </a:extLst>
          </p:cNvPr>
          <p:cNvSpPr/>
          <p:nvPr userDrawn="1"/>
        </p:nvSpPr>
        <p:spPr>
          <a:xfrm>
            <a:off x="17844287" y="3753319"/>
            <a:ext cx="2736433" cy="5583391"/>
          </a:xfrm>
          <a:custGeom>
            <a:avLst/>
            <a:gdLst>
              <a:gd name="connsiteX0" fmla="*/ 407798 w 2736433"/>
              <a:gd name="connsiteY0" fmla="*/ 5582122 h 5583391"/>
              <a:gd name="connsiteX1" fmla="*/ 0 w 2736433"/>
              <a:gd name="connsiteY1" fmla="*/ 5174324 h 5583391"/>
              <a:gd name="connsiteX2" fmla="*/ 0 w 2736433"/>
              <a:gd name="connsiteY2" fmla="*/ 407797 h 5583391"/>
              <a:gd name="connsiteX3" fmla="*/ 407798 w 2736433"/>
              <a:gd name="connsiteY3" fmla="*/ 0 h 5583391"/>
              <a:gd name="connsiteX4" fmla="*/ 2328636 w 2736433"/>
              <a:gd name="connsiteY4" fmla="*/ 0 h 5583391"/>
              <a:gd name="connsiteX5" fmla="*/ 2736434 w 2736433"/>
              <a:gd name="connsiteY5" fmla="*/ 407797 h 5583391"/>
              <a:gd name="connsiteX6" fmla="*/ 2736434 w 2736433"/>
              <a:gd name="connsiteY6" fmla="*/ 5175595 h 5583391"/>
              <a:gd name="connsiteX7" fmla="*/ 2328636 w 2736433"/>
              <a:gd name="connsiteY7" fmla="*/ 5583392 h 5583391"/>
              <a:gd name="connsiteX8" fmla="*/ 407798 w 2736433"/>
              <a:gd name="connsiteY8" fmla="*/ 5583392 h 558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6433" h="5583391">
                <a:moveTo>
                  <a:pt x="407798" y="5582122"/>
                </a:moveTo>
                <a:cubicBezTo>
                  <a:pt x="182937" y="5582122"/>
                  <a:pt x="0" y="5399185"/>
                  <a:pt x="0" y="5174324"/>
                </a:cubicBezTo>
                <a:lnTo>
                  <a:pt x="0" y="407797"/>
                </a:lnTo>
                <a:cubicBezTo>
                  <a:pt x="0" y="182937"/>
                  <a:pt x="182937" y="0"/>
                  <a:pt x="407798" y="0"/>
                </a:cubicBezTo>
                <a:lnTo>
                  <a:pt x="2328636" y="0"/>
                </a:lnTo>
                <a:cubicBezTo>
                  <a:pt x="2553497" y="0"/>
                  <a:pt x="2736434" y="182937"/>
                  <a:pt x="2736434" y="407797"/>
                </a:cubicBezTo>
                <a:lnTo>
                  <a:pt x="2736434" y="5175595"/>
                </a:lnTo>
                <a:cubicBezTo>
                  <a:pt x="2736434" y="5400455"/>
                  <a:pt x="2553497" y="5583392"/>
                  <a:pt x="2328636" y="5583392"/>
                </a:cubicBezTo>
                <a:lnTo>
                  <a:pt x="407798" y="5583392"/>
                </a:lnTo>
                <a:close/>
              </a:path>
            </a:pathLst>
          </a:custGeom>
          <a:noFill/>
          <a:ln w="12700" cap="flat">
            <a:solidFill>
              <a:srgbClr val="001E60"/>
            </a:solidFill>
            <a:prstDash val="solid"/>
            <a:miter/>
          </a:ln>
        </p:spPr>
        <p:txBody>
          <a:bodyPr rtlCol="0" anchor="ctr"/>
          <a:lstStyle/>
          <a:p>
            <a:endParaRPr lang="en-US"/>
          </a:p>
        </p:txBody>
      </p:sp>
      <p:sp>
        <p:nvSpPr>
          <p:cNvPr id="63" name="Picture Placeholder 62">
            <a:extLst>
              <a:ext uri="{FF2B5EF4-FFF2-40B4-BE49-F238E27FC236}">
                <a16:creationId xmlns:a16="http://schemas.microsoft.com/office/drawing/2014/main" id="{92D50B31-0A41-90B5-B746-CF7286941C32}"/>
              </a:ext>
            </a:extLst>
          </p:cNvPr>
          <p:cNvSpPr>
            <a:spLocks noGrp="1"/>
          </p:cNvSpPr>
          <p:nvPr>
            <p:ph type="pic" sz="quarter" idx="54"/>
          </p:nvPr>
        </p:nvSpPr>
        <p:spPr>
          <a:xfrm>
            <a:off x="17934486" y="3843517"/>
            <a:ext cx="2554767" cy="5402996"/>
          </a:xfrm>
          <a:custGeom>
            <a:avLst/>
            <a:gdLst>
              <a:gd name="connsiteX0" fmla="*/ 317599 w 2554767"/>
              <a:gd name="connsiteY0" fmla="*/ 0 h 5402996"/>
              <a:gd name="connsiteX1" fmla="*/ 792727 w 2554767"/>
              <a:gd name="connsiteY1" fmla="*/ 0 h 5402996"/>
              <a:gd name="connsiteX2" fmla="*/ 839732 w 2554767"/>
              <a:gd name="connsiteY2" fmla="*/ 47005 h 5402996"/>
              <a:gd name="connsiteX3" fmla="*/ 839732 w 2554767"/>
              <a:gd name="connsiteY3" fmla="*/ 167692 h 5402996"/>
              <a:gd name="connsiteX4" fmla="*/ 886736 w 2554767"/>
              <a:gd name="connsiteY4" fmla="*/ 214697 h 5402996"/>
              <a:gd name="connsiteX5" fmla="*/ 1668030 w 2554767"/>
              <a:gd name="connsiteY5" fmla="*/ 214697 h 5402996"/>
              <a:gd name="connsiteX6" fmla="*/ 1715035 w 2554767"/>
              <a:gd name="connsiteY6" fmla="*/ 167692 h 5402996"/>
              <a:gd name="connsiteX7" fmla="*/ 1715035 w 2554767"/>
              <a:gd name="connsiteY7" fmla="*/ 47005 h 5402996"/>
              <a:gd name="connsiteX8" fmla="*/ 1762039 w 2554767"/>
              <a:gd name="connsiteY8" fmla="*/ 0 h 5402996"/>
              <a:gd name="connsiteX9" fmla="*/ 2237168 w 2554767"/>
              <a:gd name="connsiteY9" fmla="*/ 0 h 5402996"/>
              <a:gd name="connsiteX10" fmla="*/ 2554767 w 2554767"/>
              <a:gd name="connsiteY10" fmla="*/ 317599 h 5402996"/>
              <a:gd name="connsiteX11" fmla="*/ 2554767 w 2554767"/>
              <a:gd name="connsiteY11" fmla="*/ 5085397 h 5402996"/>
              <a:gd name="connsiteX12" fmla="*/ 2237168 w 2554767"/>
              <a:gd name="connsiteY12" fmla="*/ 5402996 h 5402996"/>
              <a:gd name="connsiteX13" fmla="*/ 317599 w 2554767"/>
              <a:gd name="connsiteY13" fmla="*/ 5402996 h 5402996"/>
              <a:gd name="connsiteX14" fmla="*/ 0 w 2554767"/>
              <a:gd name="connsiteY14" fmla="*/ 5085397 h 5402996"/>
              <a:gd name="connsiteX15" fmla="*/ 0 w 2554767"/>
              <a:gd name="connsiteY15" fmla="*/ 317599 h 5402996"/>
              <a:gd name="connsiteX16" fmla="*/ 317599 w 2554767"/>
              <a:gd name="connsiteY16" fmla="*/ 0 h 5402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54767" h="5402996">
                <a:moveTo>
                  <a:pt x="317599" y="0"/>
                </a:moveTo>
                <a:lnTo>
                  <a:pt x="792727" y="0"/>
                </a:lnTo>
                <a:cubicBezTo>
                  <a:pt x="819406" y="0"/>
                  <a:pt x="839732" y="21597"/>
                  <a:pt x="839732" y="47005"/>
                </a:cubicBezTo>
                <a:lnTo>
                  <a:pt x="839732" y="167692"/>
                </a:lnTo>
                <a:cubicBezTo>
                  <a:pt x="839732" y="194371"/>
                  <a:pt x="861329" y="214697"/>
                  <a:pt x="886736" y="214697"/>
                </a:cubicBezTo>
                <a:lnTo>
                  <a:pt x="1668030" y="214697"/>
                </a:lnTo>
                <a:cubicBezTo>
                  <a:pt x="1694708" y="214697"/>
                  <a:pt x="1715035" y="193100"/>
                  <a:pt x="1715035" y="167692"/>
                </a:cubicBezTo>
                <a:lnTo>
                  <a:pt x="1715035" y="47005"/>
                </a:lnTo>
                <a:cubicBezTo>
                  <a:pt x="1715035" y="20326"/>
                  <a:pt x="1736631" y="0"/>
                  <a:pt x="1762039" y="0"/>
                </a:cubicBezTo>
                <a:lnTo>
                  <a:pt x="2237168" y="0"/>
                </a:lnTo>
                <a:cubicBezTo>
                  <a:pt x="2412482" y="0"/>
                  <a:pt x="2554767" y="142285"/>
                  <a:pt x="2554767" y="317599"/>
                </a:cubicBezTo>
                <a:lnTo>
                  <a:pt x="2554767" y="5085397"/>
                </a:lnTo>
                <a:cubicBezTo>
                  <a:pt x="2554767" y="5260711"/>
                  <a:pt x="2412482" y="5402996"/>
                  <a:pt x="2237168" y="5402996"/>
                </a:cubicBezTo>
                <a:lnTo>
                  <a:pt x="317599" y="5402996"/>
                </a:lnTo>
                <a:cubicBezTo>
                  <a:pt x="142284" y="5402996"/>
                  <a:pt x="0" y="5260711"/>
                  <a:pt x="0" y="5085397"/>
                </a:cubicBezTo>
                <a:lnTo>
                  <a:pt x="0" y="317599"/>
                </a:lnTo>
                <a:cubicBezTo>
                  <a:pt x="0" y="142285"/>
                  <a:pt x="142284" y="0"/>
                  <a:pt x="317599" y="0"/>
                </a:cubicBezTo>
                <a:close/>
              </a:path>
            </a:pathLst>
          </a:custGeom>
          <a:solidFill>
            <a:schemeClr val="bg1">
              <a:lumMod val="95000"/>
            </a:schemeClr>
          </a:solidFill>
        </p:spPr>
        <p:txBody>
          <a:bodyPr vert="horz" wrap="square" lIns="0" tIns="0" rIns="0" bIns="0" rtlCol="0">
            <a:noAutofit/>
          </a:bodyPr>
          <a:lstStyle>
            <a:lvl1pPr>
              <a:defRPr lang="en-US" sz="2800"/>
            </a:lvl1pPr>
          </a:lstStyle>
          <a:p>
            <a:pPr lvl="0"/>
            <a:endParaRPr lang="en-US"/>
          </a:p>
        </p:txBody>
      </p:sp>
      <p:sp>
        <p:nvSpPr>
          <p:cNvPr id="64" name="Freeform 63">
            <a:extLst>
              <a:ext uri="{FF2B5EF4-FFF2-40B4-BE49-F238E27FC236}">
                <a16:creationId xmlns:a16="http://schemas.microsoft.com/office/drawing/2014/main" id="{82ADA9AD-974B-0453-827B-5DCAAFB34E5F}"/>
              </a:ext>
            </a:extLst>
          </p:cNvPr>
          <p:cNvSpPr/>
          <p:nvPr userDrawn="1"/>
        </p:nvSpPr>
        <p:spPr>
          <a:xfrm>
            <a:off x="20954535" y="3753319"/>
            <a:ext cx="2736433" cy="5583391"/>
          </a:xfrm>
          <a:custGeom>
            <a:avLst/>
            <a:gdLst>
              <a:gd name="connsiteX0" fmla="*/ 407798 w 2736433"/>
              <a:gd name="connsiteY0" fmla="*/ 5582122 h 5583391"/>
              <a:gd name="connsiteX1" fmla="*/ 0 w 2736433"/>
              <a:gd name="connsiteY1" fmla="*/ 5174324 h 5583391"/>
              <a:gd name="connsiteX2" fmla="*/ 0 w 2736433"/>
              <a:gd name="connsiteY2" fmla="*/ 407797 h 5583391"/>
              <a:gd name="connsiteX3" fmla="*/ 407798 w 2736433"/>
              <a:gd name="connsiteY3" fmla="*/ 0 h 5583391"/>
              <a:gd name="connsiteX4" fmla="*/ 2328636 w 2736433"/>
              <a:gd name="connsiteY4" fmla="*/ 0 h 5583391"/>
              <a:gd name="connsiteX5" fmla="*/ 2736434 w 2736433"/>
              <a:gd name="connsiteY5" fmla="*/ 407797 h 5583391"/>
              <a:gd name="connsiteX6" fmla="*/ 2736434 w 2736433"/>
              <a:gd name="connsiteY6" fmla="*/ 5175595 h 5583391"/>
              <a:gd name="connsiteX7" fmla="*/ 2328636 w 2736433"/>
              <a:gd name="connsiteY7" fmla="*/ 5583392 h 5583391"/>
              <a:gd name="connsiteX8" fmla="*/ 407798 w 2736433"/>
              <a:gd name="connsiteY8" fmla="*/ 5583392 h 5583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36433" h="5583391">
                <a:moveTo>
                  <a:pt x="407798" y="5582122"/>
                </a:moveTo>
                <a:cubicBezTo>
                  <a:pt x="182937" y="5582122"/>
                  <a:pt x="0" y="5399185"/>
                  <a:pt x="0" y="5174324"/>
                </a:cubicBezTo>
                <a:lnTo>
                  <a:pt x="0" y="407797"/>
                </a:lnTo>
                <a:cubicBezTo>
                  <a:pt x="0" y="182937"/>
                  <a:pt x="182937" y="0"/>
                  <a:pt x="407798" y="0"/>
                </a:cubicBezTo>
                <a:lnTo>
                  <a:pt x="2328636" y="0"/>
                </a:lnTo>
                <a:cubicBezTo>
                  <a:pt x="2553497" y="0"/>
                  <a:pt x="2736434" y="182937"/>
                  <a:pt x="2736434" y="407797"/>
                </a:cubicBezTo>
                <a:lnTo>
                  <a:pt x="2736434" y="5175595"/>
                </a:lnTo>
                <a:cubicBezTo>
                  <a:pt x="2736434" y="5400455"/>
                  <a:pt x="2553497" y="5583392"/>
                  <a:pt x="2328636" y="5583392"/>
                </a:cubicBezTo>
                <a:lnTo>
                  <a:pt x="407798" y="5583392"/>
                </a:lnTo>
                <a:close/>
              </a:path>
            </a:pathLst>
          </a:custGeom>
          <a:noFill/>
          <a:ln w="12700" cap="flat">
            <a:solidFill>
              <a:srgbClr val="001E60"/>
            </a:solidFill>
            <a:prstDash val="solid"/>
            <a:miter/>
          </a:ln>
        </p:spPr>
        <p:txBody>
          <a:bodyPr rtlCol="0" anchor="ctr"/>
          <a:lstStyle/>
          <a:p>
            <a:endParaRPr lang="en-US"/>
          </a:p>
        </p:txBody>
      </p:sp>
      <p:sp>
        <p:nvSpPr>
          <p:cNvPr id="65" name="Picture Placeholder 64">
            <a:extLst>
              <a:ext uri="{FF2B5EF4-FFF2-40B4-BE49-F238E27FC236}">
                <a16:creationId xmlns:a16="http://schemas.microsoft.com/office/drawing/2014/main" id="{ED116A0D-C2A6-6E3E-8149-4E71D9E11054}"/>
              </a:ext>
            </a:extLst>
          </p:cNvPr>
          <p:cNvSpPr>
            <a:spLocks noGrp="1"/>
          </p:cNvSpPr>
          <p:nvPr>
            <p:ph type="pic" sz="quarter" idx="55"/>
          </p:nvPr>
        </p:nvSpPr>
        <p:spPr>
          <a:xfrm>
            <a:off x="21044734" y="3843517"/>
            <a:ext cx="2554767" cy="5402996"/>
          </a:xfrm>
          <a:custGeom>
            <a:avLst/>
            <a:gdLst>
              <a:gd name="connsiteX0" fmla="*/ 317599 w 2554767"/>
              <a:gd name="connsiteY0" fmla="*/ 0 h 5402996"/>
              <a:gd name="connsiteX1" fmla="*/ 792727 w 2554767"/>
              <a:gd name="connsiteY1" fmla="*/ 0 h 5402996"/>
              <a:gd name="connsiteX2" fmla="*/ 839732 w 2554767"/>
              <a:gd name="connsiteY2" fmla="*/ 47005 h 5402996"/>
              <a:gd name="connsiteX3" fmla="*/ 839732 w 2554767"/>
              <a:gd name="connsiteY3" fmla="*/ 167692 h 5402996"/>
              <a:gd name="connsiteX4" fmla="*/ 886736 w 2554767"/>
              <a:gd name="connsiteY4" fmla="*/ 214697 h 5402996"/>
              <a:gd name="connsiteX5" fmla="*/ 1668030 w 2554767"/>
              <a:gd name="connsiteY5" fmla="*/ 214697 h 5402996"/>
              <a:gd name="connsiteX6" fmla="*/ 1715035 w 2554767"/>
              <a:gd name="connsiteY6" fmla="*/ 167692 h 5402996"/>
              <a:gd name="connsiteX7" fmla="*/ 1715035 w 2554767"/>
              <a:gd name="connsiteY7" fmla="*/ 47005 h 5402996"/>
              <a:gd name="connsiteX8" fmla="*/ 1762039 w 2554767"/>
              <a:gd name="connsiteY8" fmla="*/ 0 h 5402996"/>
              <a:gd name="connsiteX9" fmla="*/ 2237168 w 2554767"/>
              <a:gd name="connsiteY9" fmla="*/ 0 h 5402996"/>
              <a:gd name="connsiteX10" fmla="*/ 2554767 w 2554767"/>
              <a:gd name="connsiteY10" fmla="*/ 317599 h 5402996"/>
              <a:gd name="connsiteX11" fmla="*/ 2554767 w 2554767"/>
              <a:gd name="connsiteY11" fmla="*/ 5085397 h 5402996"/>
              <a:gd name="connsiteX12" fmla="*/ 2237168 w 2554767"/>
              <a:gd name="connsiteY12" fmla="*/ 5402996 h 5402996"/>
              <a:gd name="connsiteX13" fmla="*/ 317599 w 2554767"/>
              <a:gd name="connsiteY13" fmla="*/ 5402996 h 5402996"/>
              <a:gd name="connsiteX14" fmla="*/ 0 w 2554767"/>
              <a:gd name="connsiteY14" fmla="*/ 5085397 h 5402996"/>
              <a:gd name="connsiteX15" fmla="*/ 0 w 2554767"/>
              <a:gd name="connsiteY15" fmla="*/ 317599 h 5402996"/>
              <a:gd name="connsiteX16" fmla="*/ 317599 w 2554767"/>
              <a:gd name="connsiteY16" fmla="*/ 0 h 5402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54767" h="5402996">
                <a:moveTo>
                  <a:pt x="317599" y="0"/>
                </a:moveTo>
                <a:lnTo>
                  <a:pt x="792727" y="0"/>
                </a:lnTo>
                <a:cubicBezTo>
                  <a:pt x="819406" y="0"/>
                  <a:pt x="839732" y="21597"/>
                  <a:pt x="839732" y="47005"/>
                </a:cubicBezTo>
                <a:lnTo>
                  <a:pt x="839732" y="167692"/>
                </a:lnTo>
                <a:cubicBezTo>
                  <a:pt x="839732" y="194371"/>
                  <a:pt x="861329" y="214697"/>
                  <a:pt x="886736" y="214697"/>
                </a:cubicBezTo>
                <a:lnTo>
                  <a:pt x="1668030" y="214697"/>
                </a:lnTo>
                <a:cubicBezTo>
                  <a:pt x="1694708" y="214697"/>
                  <a:pt x="1715035" y="193100"/>
                  <a:pt x="1715035" y="167692"/>
                </a:cubicBezTo>
                <a:lnTo>
                  <a:pt x="1715035" y="47005"/>
                </a:lnTo>
                <a:cubicBezTo>
                  <a:pt x="1715035" y="20326"/>
                  <a:pt x="1736631" y="0"/>
                  <a:pt x="1762039" y="0"/>
                </a:cubicBezTo>
                <a:lnTo>
                  <a:pt x="2237168" y="0"/>
                </a:lnTo>
                <a:cubicBezTo>
                  <a:pt x="2412482" y="0"/>
                  <a:pt x="2554767" y="142285"/>
                  <a:pt x="2554767" y="317599"/>
                </a:cubicBezTo>
                <a:lnTo>
                  <a:pt x="2554767" y="5085397"/>
                </a:lnTo>
                <a:cubicBezTo>
                  <a:pt x="2554767" y="5260711"/>
                  <a:pt x="2412482" y="5402996"/>
                  <a:pt x="2237168" y="5402996"/>
                </a:cubicBezTo>
                <a:lnTo>
                  <a:pt x="317599" y="5402996"/>
                </a:lnTo>
                <a:cubicBezTo>
                  <a:pt x="142284" y="5402996"/>
                  <a:pt x="0" y="5260711"/>
                  <a:pt x="0" y="5085397"/>
                </a:cubicBezTo>
                <a:lnTo>
                  <a:pt x="0" y="317599"/>
                </a:lnTo>
                <a:cubicBezTo>
                  <a:pt x="0" y="142285"/>
                  <a:pt x="142284" y="0"/>
                  <a:pt x="317599" y="0"/>
                </a:cubicBezTo>
                <a:close/>
              </a:path>
            </a:pathLst>
          </a:custGeom>
          <a:solidFill>
            <a:schemeClr val="bg1">
              <a:lumMod val="95000"/>
            </a:schemeClr>
          </a:solidFill>
        </p:spPr>
        <p:txBody>
          <a:bodyPr vert="horz" wrap="square" lIns="0" tIns="0" rIns="0" bIns="0" rtlCol="0">
            <a:noAutofit/>
          </a:bodyPr>
          <a:lstStyle>
            <a:lvl1pPr>
              <a:defRPr lang="en-US" sz="2800"/>
            </a:lvl1pPr>
          </a:lstStyle>
          <a:p>
            <a:pPr lvl="0"/>
            <a:endParaRPr lang="en-US"/>
          </a:p>
        </p:txBody>
      </p:sp>
      <p:sp>
        <p:nvSpPr>
          <p:cNvPr id="3" name="TextBox 2">
            <a:extLst>
              <a:ext uri="{FF2B5EF4-FFF2-40B4-BE49-F238E27FC236}">
                <a16:creationId xmlns:a16="http://schemas.microsoft.com/office/drawing/2014/main" id="{8FF77348-A101-4B71-0335-A0113DB1A0BD}"/>
              </a:ext>
            </a:extLst>
          </p:cNvPr>
          <p:cNvSpPr txBox="1"/>
          <p:nvPr userDrawn="1"/>
        </p:nvSpPr>
        <p:spPr>
          <a:xfrm>
            <a:off x="690373" y="372633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Handoff</a:t>
            </a:r>
          </a:p>
        </p:txBody>
      </p:sp>
      <p:sp>
        <p:nvSpPr>
          <p:cNvPr id="5" name="Text Placeholder 12">
            <a:extLst>
              <a:ext uri="{FF2B5EF4-FFF2-40B4-BE49-F238E27FC236}">
                <a16:creationId xmlns:a16="http://schemas.microsoft.com/office/drawing/2014/main" id="{F89BF0C6-BB18-DE6C-38CD-C0D7DDE4ADFE}"/>
              </a:ext>
            </a:extLst>
          </p:cNvPr>
          <p:cNvSpPr>
            <a:spLocks noGrp="1"/>
          </p:cNvSpPr>
          <p:nvPr>
            <p:ph type="body" sz="quarter" idx="38" hasCustomPrompt="1"/>
          </p:nvPr>
        </p:nvSpPr>
        <p:spPr>
          <a:xfrm>
            <a:off x="690374" y="4021290"/>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XX/XX/2024</a:t>
            </a:r>
          </a:p>
        </p:txBody>
      </p:sp>
      <p:sp>
        <p:nvSpPr>
          <p:cNvPr id="6" name="TextBox 5">
            <a:extLst>
              <a:ext uri="{FF2B5EF4-FFF2-40B4-BE49-F238E27FC236}">
                <a16:creationId xmlns:a16="http://schemas.microsoft.com/office/drawing/2014/main" id="{0C35570A-7DCB-80E1-393D-BCDBB7B01E09}"/>
              </a:ext>
            </a:extLst>
          </p:cNvPr>
          <p:cNvSpPr txBox="1"/>
          <p:nvPr userDrawn="1"/>
        </p:nvSpPr>
        <p:spPr>
          <a:xfrm>
            <a:off x="690373" y="4636094"/>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In Market</a:t>
            </a:r>
          </a:p>
        </p:txBody>
      </p:sp>
      <p:sp>
        <p:nvSpPr>
          <p:cNvPr id="7" name="Text Placeholder 12">
            <a:extLst>
              <a:ext uri="{FF2B5EF4-FFF2-40B4-BE49-F238E27FC236}">
                <a16:creationId xmlns:a16="http://schemas.microsoft.com/office/drawing/2014/main" id="{0F072388-04BA-A802-B9A0-8E91D1F79F6A}"/>
              </a:ext>
            </a:extLst>
          </p:cNvPr>
          <p:cNvSpPr>
            <a:spLocks noGrp="1"/>
          </p:cNvSpPr>
          <p:nvPr>
            <p:ph type="body" sz="quarter" idx="45" hasCustomPrompt="1"/>
          </p:nvPr>
        </p:nvSpPr>
        <p:spPr>
          <a:xfrm>
            <a:off x="690374" y="4931047"/>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XX/XX/2024</a:t>
            </a:r>
          </a:p>
        </p:txBody>
      </p:sp>
      <p:sp>
        <p:nvSpPr>
          <p:cNvPr id="10" name="TextBox 9">
            <a:extLst>
              <a:ext uri="{FF2B5EF4-FFF2-40B4-BE49-F238E27FC236}">
                <a16:creationId xmlns:a16="http://schemas.microsoft.com/office/drawing/2014/main" id="{CC8A5895-5B54-08EC-DD0C-737FC0B37CAC}"/>
              </a:ext>
            </a:extLst>
          </p:cNvPr>
          <p:cNvSpPr txBox="1"/>
          <p:nvPr userDrawn="1"/>
        </p:nvSpPr>
        <p:spPr>
          <a:xfrm>
            <a:off x="690373" y="5550642"/>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Out of Market</a:t>
            </a:r>
          </a:p>
        </p:txBody>
      </p:sp>
      <p:sp>
        <p:nvSpPr>
          <p:cNvPr id="11" name="Text Placeholder 12">
            <a:extLst>
              <a:ext uri="{FF2B5EF4-FFF2-40B4-BE49-F238E27FC236}">
                <a16:creationId xmlns:a16="http://schemas.microsoft.com/office/drawing/2014/main" id="{BB7F1179-8383-EBCF-EB6C-DFA1879492EB}"/>
              </a:ext>
            </a:extLst>
          </p:cNvPr>
          <p:cNvSpPr>
            <a:spLocks noGrp="1"/>
          </p:cNvSpPr>
          <p:nvPr>
            <p:ph type="body" sz="quarter" idx="46" hasCustomPrompt="1"/>
          </p:nvPr>
        </p:nvSpPr>
        <p:spPr>
          <a:xfrm>
            <a:off x="690374" y="5845595"/>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XX/XX/2024</a:t>
            </a:r>
          </a:p>
        </p:txBody>
      </p:sp>
      <p:sp>
        <p:nvSpPr>
          <p:cNvPr id="12" name="TextBox 11">
            <a:extLst>
              <a:ext uri="{FF2B5EF4-FFF2-40B4-BE49-F238E27FC236}">
                <a16:creationId xmlns:a16="http://schemas.microsoft.com/office/drawing/2014/main" id="{C1123F7E-34F3-B366-C918-A6B82060D623}"/>
              </a:ext>
            </a:extLst>
          </p:cNvPr>
          <p:cNvSpPr txBox="1"/>
          <p:nvPr userDrawn="1"/>
        </p:nvSpPr>
        <p:spPr>
          <a:xfrm>
            <a:off x="690373" y="646909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Consideration:</a:t>
            </a:r>
          </a:p>
        </p:txBody>
      </p:sp>
      <p:sp>
        <p:nvSpPr>
          <p:cNvPr id="13" name="Text Placeholder 12">
            <a:extLst>
              <a:ext uri="{FF2B5EF4-FFF2-40B4-BE49-F238E27FC236}">
                <a16:creationId xmlns:a16="http://schemas.microsoft.com/office/drawing/2014/main" id="{8A0330B9-6DA0-9667-1B95-5FF4F81DFF6B}"/>
              </a:ext>
            </a:extLst>
          </p:cNvPr>
          <p:cNvSpPr>
            <a:spLocks noGrp="1"/>
          </p:cNvSpPr>
          <p:nvPr>
            <p:ph type="body" sz="quarter" idx="47" hasCustomPrompt="1"/>
          </p:nvPr>
        </p:nvSpPr>
        <p:spPr>
          <a:xfrm>
            <a:off x="690374" y="6764050"/>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14" name="TextBox 13">
            <a:extLst>
              <a:ext uri="{FF2B5EF4-FFF2-40B4-BE49-F238E27FC236}">
                <a16:creationId xmlns:a16="http://schemas.microsoft.com/office/drawing/2014/main" id="{DFCA7FA6-1E87-DAEE-200C-4C65A7413C92}"/>
              </a:ext>
            </a:extLst>
          </p:cNvPr>
          <p:cNvSpPr txBox="1"/>
          <p:nvPr userDrawn="1"/>
        </p:nvSpPr>
        <p:spPr>
          <a:xfrm>
            <a:off x="690373" y="7383645"/>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Asset Type:</a:t>
            </a:r>
          </a:p>
        </p:txBody>
      </p:sp>
      <p:sp>
        <p:nvSpPr>
          <p:cNvPr id="15" name="Text Placeholder 12">
            <a:extLst>
              <a:ext uri="{FF2B5EF4-FFF2-40B4-BE49-F238E27FC236}">
                <a16:creationId xmlns:a16="http://schemas.microsoft.com/office/drawing/2014/main" id="{B41DFFF0-BDE5-0D92-7D0D-67D1F2FA040F}"/>
              </a:ext>
            </a:extLst>
          </p:cNvPr>
          <p:cNvSpPr>
            <a:spLocks noGrp="1"/>
          </p:cNvSpPr>
          <p:nvPr>
            <p:ph type="body" sz="quarter" idx="48" hasCustomPrompt="1"/>
          </p:nvPr>
        </p:nvSpPr>
        <p:spPr>
          <a:xfrm>
            <a:off x="690374" y="7678598"/>
            <a:ext cx="3535550" cy="294953"/>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16" name="TextBox 15">
            <a:extLst>
              <a:ext uri="{FF2B5EF4-FFF2-40B4-BE49-F238E27FC236}">
                <a16:creationId xmlns:a16="http://schemas.microsoft.com/office/drawing/2014/main" id="{62BB2FCE-A4BF-9085-4955-08076FF8D204}"/>
              </a:ext>
            </a:extLst>
          </p:cNvPr>
          <p:cNvSpPr txBox="1"/>
          <p:nvPr userDrawn="1"/>
        </p:nvSpPr>
        <p:spPr>
          <a:xfrm>
            <a:off x="4582811" y="372633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Mini Version</a:t>
            </a:r>
          </a:p>
        </p:txBody>
      </p:sp>
      <p:sp>
        <p:nvSpPr>
          <p:cNvPr id="17" name="Text Placeholder 12">
            <a:extLst>
              <a:ext uri="{FF2B5EF4-FFF2-40B4-BE49-F238E27FC236}">
                <a16:creationId xmlns:a16="http://schemas.microsoft.com/office/drawing/2014/main" id="{05F1EE23-B1AB-242E-AC21-4A12953C026C}"/>
              </a:ext>
            </a:extLst>
          </p:cNvPr>
          <p:cNvSpPr>
            <a:spLocks noGrp="1"/>
          </p:cNvSpPr>
          <p:nvPr>
            <p:ph type="body" sz="quarter" idx="49" hasCustomPrompt="1"/>
          </p:nvPr>
        </p:nvSpPr>
        <p:spPr>
          <a:xfrm>
            <a:off x="4582812" y="4021290"/>
            <a:ext cx="3535550" cy="915074"/>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18" name="TextBox 17">
            <a:extLst>
              <a:ext uri="{FF2B5EF4-FFF2-40B4-BE49-F238E27FC236}">
                <a16:creationId xmlns:a16="http://schemas.microsoft.com/office/drawing/2014/main" id="{CCBE910E-F49C-155B-9AB1-3FF9D4352B5A}"/>
              </a:ext>
            </a:extLst>
          </p:cNvPr>
          <p:cNvSpPr txBox="1"/>
          <p:nvPr userDrawn="1"/>
        </p:nvSpPr>
        <p:spPr>
          <a:xfrm>
            <a:off x="4582811" y="5246827"/>
            <a:ext cx="3535551" cy="280077"/>
          </a:xfrm>
          <a:prstGeom prst="rect">
            <a:avLst/>
          </a:prstGeom>
        </p:spPr>
        <p:txBody>
          <a:bodyPr vert="horz" wrap="square" lIns="0" tIns="0" rIns="0" bIns="0" rtlCol="0" anchor="t">
            <a:spAutoFit/>
          </a:bodyPr>
          <a:lstStyle/>
          <a:p>
            <a:pPr algn="l">
              <a:lnSpc>
                <a:spcPts val="2400"/>
              </a:lnSpc>
            </a:pPr>
            <a:r>
              <a:rPr lang="en-US" sz="1600" b="1" i="0">
                <a:solidFill>
                  <a:srgbClr val="041E42"/>
                </a:solidFill>
                <a:latin typeface="Everyday Sans Semibold" pitchFamily="2" charset="77"/>
              </a:rPr>
              <a:t>Large Version</a:t>
            </a:r>
          </a:p>
        </p:txBody>
      </p:sp>
      <p:sp>
        <p:nvSpPr>
          <p:cNvPr id="19" name="Text Placeholder 12">
            <a:extLst>
              <a:ext uri="{FF2B5EF4-FFF2-40B4-BE49-F238E27FC236}">
                <a16:creationId xmlns:a16="http://schemas.microsoft.com/office/drawing/2014/main" id="{A98AB794-B40C-836B-2A71-B4273885916B}"/>
              </a:ext>
            </a:extLst>
          </p:cNvPr>
          <p:cNvSpPr>
            <a:spLocks noGrp="1"/>
          </p:cNvSpPr>
          <p:nvPr>
            <p:ph type="body" sz="quarter" idx="50" hasCustomPrompt="1"/>
          </p:nvPr>
        </p:nvSpPr>
        <p:spPr>
          <a:xfrm>
            <a:off x="4582812" y="5541780"/>
            <a:ext cx="3535550" cy="1824468"/>
          </a:xfrm>
        </p:spPr>
        <p:txBody>
          <a:bodyPr lIns="0" tIns="0" rIns="0" bIns="0" anchor="t">
            <a:noAutofit/>
          </a:bodyPr>
          <a:lstStyle>
            <a:lvl1pPr marL="0" indent="0" algn="l">
              <a:lnSpc>
                <a:spcPts val="2400"/>
              </a:lnSpc>
              <a:spcAft>
                <a:spcPts val="0"/>
              </a:spcAft>
              <a:buNone/>
              <a:defRPr lang="en-US" sz="1600" b="0" i="0" kern="1200" dirty="0">
                <a:solidFill>
                  <a:srgbClr val="041E42"/>
                </a:solidFill>
                <a:latin typeface="+mn-lt"/>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Tree>
    <p:extLst>
      <p:ext uri="{BB962C8B-B14F-4D97-AF65-F5344CB8AC3E}">
        <p14:creationId xmlns:p14="http://schemas.microsoft.com/office/powerpoint/2010/main" val="42974619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7_Ass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2627" y="2121408"/>
            <a:ext cx="21405848" cy="1169989"/>
          </a:xfrm>
        </p:spPr>
        <p:txBody>
          <a:bodyPr/>
          <a:lstStyle/>
          <a:p>
            <a:r>
              <a:rPr lang="en-US"/>
              <a:t>Click to edit title</a:t>
            </a:r>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34" name="Freeform 33">
            <a:extLst>
              <a:ext uri="{FF2B5EF4-FFF2-40B4-BE49-F238E27FC236}">
                <a16:creationId xmlns:a16="http://schemas.microsoft.com/office/drawing/2014/main" id="{841FC5D5-EB6E-92CB-B8E7-174FEB19C644}"/>
              </a:ext>
            </a:extLst>
          </p:cNvPr>
          <p:cNvSpPr/>
          <p:nvPr/>
        </p:nvSpPr>
        <p:spPr>
          <a:xfrm>
            <a:off x="673099" y="3747550"/>
            <a:ext cx="14483080" cy="8825229"/>
          </a:xfrm>
          <a:custGeom>
            <a:avLst/>
            <a:gdLst>
              <a:gd name="connsiteX0" fmla="*/ 14199870 w 14483080"/>
              <a:gd name="connsiteY0" fmla="*/ 433070 h 8825229"/>
              <a:gd name="connsiteX1" fmla="*/ 14177010 w 14483080"/>
              <a:gd name="connsiteY1" fmla="*/ 441959 h 8825229"/>
              <a:gd name="connsiteX2" fmla="*/ 14168120 w 14483080"/>
              <a:gd name="connsiteY2" fmla="*/ 464820 h 8825229"/>
              <a:gd name="connsiteX3" fmla="*/ 14177010 w 14483080"/>
              <a:gd name="connsiteY3" fmla="*/ 487680 h 8825229"/>
              <a:gd name="connsiteX4" fmla="*/ 14199870 w 14483080"/>
              <a:gd name="connsiteY4" fmla="*/ 496569 h 8825229"/>
              <a:gd name="connsiteX5" fmla="*/ 14222730 w 14483080"/>
              <a:gd name="connsiteY5" fmla="*/ 487680 h 8825229"/>
              <a:gd name="connsiteX6" fmla="*/ 14231620 w 14483080"/>
              <a:gd name="connsiteY6" fmla="*/ 464820 h 8825229"/>
              <a:gd name="connsiteX7" fmla="*/ 14222730 w 14483080"/>
              <a:gd name="connsiteY7" fmla="*/ 441959 h 8825229"/>
              <a:gd name="connsiteX8" fmla="*/ 14199870 w 14483080"/>
              <a:gd name="connsiteY8" fmla="*/ 433070 h 8825229"/>
              <a:gd name="connsiteX9" fmla="*/ 14199870 w 14483080"/>
              <a:gd name="connsiteY9" fmla="*/ 339090 h 8825229"/>
              <a:gd name="connsiteX10" fmla="*/ 14177010 w 14483080"/>
              <a:gd name="connsiteY10" fmla="*/ 347979 h 8825229"/>
              <a:gd name="connsiteX11" fmla="*/ 14168120 w 14483080"/>
              <a:gd name="connsiteY11" fmla="*/ 370839 h 8825229"/>
              <a:gd name="connsiteX12" fmla="*/ 14177010 w 14483080"/>
              <a:gd name="connsiteY12" fmla="*/ 393699 h 8825229"/>
              <a:gd name="connsiteX13" fmla="*/ 14199870 w 14483080"/>
              <a:gd name="connsiteY13" fmla="*/ 402590 h 8825229"/>
              <a:gd name="connsiteX14" fmla="*/ 14222730 w 14483080"/>
              <a:gd name="connsiteY14" fmla="*/ 393699 h 8825229"/>
              <a:gd name="connsiteX15" fmla="*/ 14231620 w 14483080"/>
              <a:gd name="connsiteY15" fmla="*/ 370839 h 8825229"/>
              <a:gd name="connsiteX16" fmla="*/ 14222730 w 14483080"/>
              <a:gd name="connsiteY16" fmla="*/ 347979 h 8825229"/>
              <a:gd name="connsiteX17" fmla="*/ 14199870 w 14483080"/>
              <a:gd name="connsiteY17" fmla="*/ 339090 h 8825229"/>
              <a:gd name="connsiteX18" fmla="*/ 384287 w 14483080"/>
              <a:gd name="connsiteY18" fmla="*/ 272437 h 8825229"/>
              <a:gd name="connsiteX19" fmla="*/ 344462 w 14483080"/>
              <a:gd name="connsiteY19" fmla="*/ 273611 h 8825229"/>
              <a:gd name="connsiteX20" fmla="*/ 269485 w 14483080"/>
              <a:gd name="connsiteY20" fmla="*/ 394078 h 8825229"/>
              <a:gd name="connsiteX21" fmla="*/ 389951 w 14483080"/>
              <a:gd name="connsiteY21" fmla="*/ 469054 h 8825229"/>
              <a:gd name="connsiteX22" fmla="*/ 464927 w 14483080"/>
              <a:gd name="connsiteY22" fmla="*/ 348587 h 8825229"/>
              <a:gd name="connsiteX23" fmla="*/ 384287 w 14483080"/>
              <a:gd name="connsiteY23" fmla="*/ 272437 h 8825229"/>
              <a:gd name="connsiteX24" fmla="*/ 683903 w 14483080"/>
              <a:gd name="connsiteY24" fmla="*/ 272042 h 8825229"/>
              <a:gd name="connsiteX25" fmla="*/ 644077 w 14483080"/>
              <a:gd name="connsiteY25" fmla="*/ 273099 h 8825229"/>
              <a:gd name="connsiteX26" fmla="*/ 568751 w 14483080"/>
              <a:gd name="connsiteY26" fmla="*/ 393333 h 8825229"/>
              <a:gd name="connsiteX27" fmla="*/ 688985 w 14483080"/>
              <a:gd name="connsiteY27" fmla="*/ 468662 h 8825229"/>
              <a:gd name="connsiteX28" fmla="*/ 764313 w 14483080"/>
              <a:gd name="connsiteY28" fmla="*/ 348426 h 8825229"/>
              <a:gd name="connsiteX29" fmla="*/ 683903 w 14483080"/>
              <a:gd name="connsiteY29" fmla="*/ 272042 h 8825229"/>
              <a:gd name="connsiteX30" fmla="*/ 966470 w 14483080"/>
              <a:gd name="connsiteY30" fmla="*/ 270510 h 8825229"/>
              <a:gd name="connsiteX31" fmla="*/ 866140 w 14483080"/>
              <a:gd name="connsiteY31" fmla="*/ 370840 h 8825229"/>
              <a:gd name="connsiteX32" fmla="*/ 966470 w 14483080"/>
              <a:gd name="connsiteY32" fmla="*/ 471170 h 8825229"/>
              <a:gd name="connsiteX33" fmla="*/ 1066800 w 14483080"/>
              <a:gd name="connsiteY33" fmla="*/ 370840 h 8825229"/>
              <a:gd name="connsiteX34" fmla="*/ 966470 w 14483080"/>
              <a:gd name="connsiteY34" fmla="*/ 270510 h 8825229"/>
              <a:gd name="connsiteX35" fmla="*/ 14199870 w 14483080"/>
              <a:gd name="connsiteY35" fmla="*/ 243839 h 8825229"/>
              <a:gd name="connsiteX36" fmla="*/ 14177010 w 14483080"/>
              <a:gd name="connsiteY36" fmla="*/ 252729 h 8825229"/>
              <a:gd name="connsiteX37" fmla="*/ 14168120 w 14483080"/>
              <a:gd name="connsiteY37" fmla="*/ 275590 h 8825229"/>
              <a:gd name="connsiteX38" fmla="*/ 14177010 w 14483080"/>
              <a:gd name="connsiteY38" fmla="*/ 298450 h 8825229"/>
              <a:gd name="connsiteX39" fmla="*/ 14199870 w 14483080"/>
              <a:gd name="connsiteY39" fmla="*/ 307339 h 8825229"/>
              <a:gd name="connsiteX40" fmla="*/ 14222730 w 14483080"/>
              <a:gd name="connsiteY40" fmla="*/ 298450 h 8825229"/>
              <a:gd name="connsiteX41" fmla="*/ 14231620 w 14483080"/>
              <a:gd name="connsiteY41" fmla="*/ 275590 h 8825229"/>
              <a:gd name="connsiteX42" fmla="*/ 14222730 w 14483080"/>
              <a:gd name="connsiteY42" fmla="*/ 252729 h 8825229"/>
              <a:gd name="connsiteX43" fmla="*/ 14199870 w 14483080"/>
              <a:gd name="connsiteY43" fmla="*/ 243839 h 8825229"/>
              <a:gd name="connsiteX44" fmla="*/ 3068320 w 14483080"/>
              <a:gd name="connsiteY44" fmla="*/ 214631 h 8825229"/>
              <a:gd name="connsiteX45" fmla="*/ 2912110 w 14483080"/>
              <a:gd name="connsiteY45" fmla="*/ 370841 h 8825229"/>
              <a:gd name="connsiteX46" fmla="*/ 3068320 w 14483080"/>
              <a:gd name="connsiteY46" fmla="*/ 527051 h 8825229"/>
              <a:gd name="connsiteX47" fmla="*/ 13745210 w 14483080"/>
              <a:gd name="connsiteY47" fmla="*/ 527051 h 8825229"/>
              <a:gd name="connsiteX48" fmla="*/ 13901420 w 14483080"/>
              <a:gd name="connsiteY48" fmla="*/ 370841 h 8825229"/>
              <a:gd name="connsiteX49" fmla="*/ 13745210 w 14483080"/>
              <a:gd name="connsiteY49" fmla="*/ 214631 h 8825229"/>
              <a:gd name="connsiteX50" fmla="*/ 255269 w 14483080"/>
              <a:gd name="connsiteY50" fmla="*/ 0 h 8825229"/>
              <a:gd name="connsiteX51" fmla="*/ 14227808 w 14483080"/>
              <a:gd name="connsiteY51" fmla="*/ 0 h 8825229"/>
              <a:gd name="connsiteX52" fmla="*/ 14483080 w 14483080"/>
              <a:gd name="connsiteY52" fmla="*/ 255269 h 8825229"/>
              <a:gd name="connsiteX53" fmla="*/ 14483080 w 14483080"/>
              <a:gd name="connsiteY53" fmla="*/ 8569959 h 8825229"/>
              <a:gd name="connsiteX54" fmla="*/ 14227808 w 14483080"/>
              <a:gd name="connsiteY54" fmla="*/ 8825229 h 8825229"/>
              <a:gd name="connsiteX55" fmla="*/ 255269 w 14483080"/>
              <a:gd name="connsiteY55" fmla="*/ 8825229 h 8825229"/>
              <a:gd name="connsiteX56" fmla="*/ 0 w 14483080"/>
              <a:gd name="connsiteY56" fmla="*/ 8569959 h 8825229"/>
              <a:gd name="connsiteX57" fmla="*/ 0 w 14483080"/>
              <a:gd name="connsiteY57" fmla="*/ 256540 h 8825229"/>
              <a:gd name="connsiteX58" fmla="*/ 255269 w 14483080"/>
              <a:gd name="connsiteY58" fmla="*/ 1270 h 8825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4483080" h="8825229">
                <a:moveTo>
                  <a:pt x="14199870" y="433070"/>
                </a:moveTo>
                <a:cubicBezTo>
                  <a:pt x="14190982" y="433070"/>
                  <a:pt x="14183358" y="435610"/>
                  <a:pt x="14177010" y="441959"/>
                </a:cubicBezTo>
                <a:cubicBezTo>
                  <a:pt x="14170658" y="448309"/>
                  <a:pt x="14168120" y="455929"/>
                  <a:pt x="14168120" y="464820"/>
                </a:cubicBezTo>
                <a:cubicBezTo>
                  <a:pt x="14168120" y="473710"/>
                  <a:pt x="14170658" y="481329"/>
                  <a:pt x="14177010" y="487680"/>
                </a:cubicBezTo>
                <a:cubicBezTo>
                  <a:pt x="14183358" y="494029"/>
                  <a:pt x="14190982" y="496569"/>
                  <a:pt x="14199870" y="496569"/>
                </a:cubicBezTo>
                <a:cubicBezTo>
                  <a:pt x="14208758" y="496569"/>
                  <a:pt x="14215110" y="494029"/>
                  <a:pt x="14222730" y="487680"/>
                </a:cubicBezTo>
                <a:cubicBezTo>
                  <a:pt x="14229082" y="481329"/>
                  <a:pt x="14231620" y="473710"/>
                  <a:pt x="14231620" y="464820"/>
                </a:cubicBezTo>
                <a:cubicBezTo>
                  <a:pt x="14231620" y="455929"/>
                  <a:pt x="14229082" y="448309"/>
                  <a:pt x="14222730" y="441959"/>
                </a:cubicBezTo>
                <a:cubicBezTo>
                  <a:pt x="14216382" y="435610"/>
                  <a:pt x="14208758" y="433070"/>
                  <a:pt x="14199870" y="433070"/>
                </a:cubicBezTo>
                <a:close/>
                <a:moveTo>
                  <a:pt x="14199870" y="339090"/>
                </a:moveTo>
                <a:cubicBezTo>
                  <a:pt x="14190982" y="339090"/>
                  <a:pt x="14183358" y="341629"/>
                  <a:pt x="14177010" y="347979"/>
                </a:cubicBezTo>
                <a:cubicBezTo>
                  <a:pt x="14170658" y="354330"/>
                  <a:pt x="14168120" y="361950"/>
                  <a:pt x="14168120" y="370839"/>
                </a:cubicBezTo>
                <a:cubicBezTo>
                  <a:pt x="14168120" y="379730"/>
                  <a:pt x="14170658" y="387350"/>
                  <a:pt x="14177010" y="393699"/>
                </a:cubicBezTo>
                <a:cubicBezTo>
                  <a:pt x="14183358" y="400049"/>
                  <a:pt x="14190982" y="402590"/>
                  <a:pt x="14199870" y="402590"/>
                </a:cubicBezTo>
                <a:cubicBezTo>
                  <a:pt x="14208758" y="402590"/>
                  <a:pt x="14215110" y="398780"/>
                  <a:pt x="14222730" y="393699"/>
                </a:cubicBezTo>
                <a:cubicBezTo>
                  <a:pt x="14229082" y="387350"/>
                  <a:pt x="14231620" y="379730"/>
                  <a:pt x="14231620" y="370839"/>
                </a:cubicBezTo>
                <a:cubicBezTo>
                  <a:pt x="14231620" y="361950"/>
                  <a:pt x="14229082" y="354330"/>
                  <a:pt x="14222730" y="347979"/>
                </a:cubicBezTo>
                <a:cubicBezTo>
                  <a:pt x="14216382" y="341629"/>
                  <a:pt x="14208758" y="339090"/>
                  <a:pt x="14199870" y="339090"/>
                </a:cubicBezTo>
                <a:close/>
                <a:moveTo>
                  <a:pt x="384287" y="272437"/>
                </a:moveTo>
                <a:cubicBezTo>
                  <a:pt x="371444" y="270213"/>
                  <a:pt x="357955" y="270471"/>
                  <a:pt x="344462" y="273611"/>
                </a:cubicBezTo>
                <a:cubicBezTo>
                  <a:pt x="290492" y="286173"/>
                  <a:pt x="256923" y="340108"/>
                  <a:pt x="269485" y="394078"/>
                </a:cubicBezTo>
                <a:cubicBezTo>
                  <a:pt x="282046" y="448048"/>
                  <a:pt x="335981" y="481616"/>
                  <a:pt x="389951" y="469054"/>
                </a:cubicBezTo>
                <a:cubicBezTo>
                  <a:pt x="443921" y="456492"/>
                  <a:pt x="477489" y="402558"/>
                  <a:pt x="464927" y="348587"/>
                </a:cubicBezTo>
                <a:cubicBezTo>
                  <a:pt x="455506" y="308111"/>
                  <a:pt x="422813" y="279109"/>
                  <a:pt x="384287" y="272437"/>
                </a:cubicBezTo>
                <a:close/>
                <a:moveTo>
                  <a:pt x="683903" y="272042"/>
                </a:moveTo>
                <a:cubicBezTo>
                  <a:pt x="671068" y="269781"/>
                  <a:pt x="657579" y="269998"/>
                  <a:pt x="644077" y="273099"/>
                </a:cubicBezTo>
                <a:cubicBezTo>
                  <a:pt x="590075" y="285499"/>
                  <a:pt x="556349" y="339330"/>
                  <a:pt x="568751" y="393333"/>
                </a:cubicBezTo>
                <a:cubicBezTo>
                  <a:pt x="581151" y="447336"/>
                  <a:pt x="634983" y="481063"/>
                  <a:pt x="688985" y="468662"/>
                </a:cubicBezTo>
                <a:cubicBezTo>
                  <a:pt x="742989" y="456260"/>
                  <a:pt x="776715" y="402429"/>
                  <a:pt x="764313" y="348426"/>
                </a:cubicBezTo>
                <a:cubicBezTo>
                  <a:pt x="755013" y="307924"/>
                  <a:pt x="722408" y="278828"/>
                  <a:pt x="683903" y="272042"/>
                </a:cubicBezTo>
                <a:close/>
                <a:moveTo>
                  <a:pt x="966470" y="270510"/>
                </a:moveTo>
                <a:cubicBezTo>
                  <a:pt x="910590" y="270510"/>
                  <a:pt x="866140" y="314960"/>
                  <a:pt x="866140" y="370840"/>
                </a:cubicBezTo>
                <a:cubicBezTo>
                  <a:pt x="866140" y="426720"/>
                  <a:pt x="910590" y="471170"/>
                  <a:pt x="966470" y="471170"/>
                </a:cubicBezTo>
                <a:cubicBezTo>
                  <a:pt x="1022351" y="471170"/>
                  <a:pt x="1066800" y="426720"/>
                  <a:pt x="1066800" y="370840"/>
                </a:cubicBezTo>
                <a:cubicBezTo>
                  <a:pt x="1066800" y="314960"/>
                  <a:pt x="1022351" y="270510"/>
                  <a:pt x="966470" y="270510"/>
                </a:cubicBezTo>
                <a:close/>
                <a:moveTo>
                  <a:pt x="14199870" y="243839"/>
                </a:moveTo>
                <a:cubicBezTo>
                  <a:pt x="14190982" y="243839"/>
                  <a:pt x="14183358" y="246380"/>
                  <a:pt x="14177010" y="252729"/>
                </a:cubicBezTo>
                <a:cubicBezTo>
                  <a:pt x="14170658" y="259079"/>
                  <a:pt x="14168120" y="266699"/>
                  <a:pt x="14168120" y="275590"/>
                </a:cubicBezTo>
                <a:cubicBezTo>
                  <a:pt x="14168120" y="284480"/>
                  <a:pt x="14170658" y="292099"/>
                  <a:pt x="14177010" y="298450"/>
                </a:cubicBezTo>
                <a:cubicBezTo>
                  <a:pt x="14183358" y="304799"/>
                  <a:pt x="14190982" y="307339"/>
                  <a:pt x="14199870" y="307339"/>
                </a:cubicBezTo>
                <a:cubicBezTo>
                  <a:pt x="14208758" y="307339"/>
                  <a:pt x="14215110" y="304799"/>
                  <a:pt x="14222730" y="298450"/>
                </a:cubicBezTo>
                <a:cubicBezTo>
                  <a:pt x="14229082" y="292099"/>
                  <a:pt x="14231620" y="284480"/>
                  <a:pt x="14231620" y="275590"/>
                </a:cubicBezTo>
                <a:cubicBezTo>
                  <a:pt x="14231620" y="266699"/>
                  <a:pt x="14229082" y="259079"/>
                  <a:pt x="14222730" y="252729"/>
                </a:cubicBezTo>
                <a:cubicBezTo>
                  <a:pt x="14216382" y="246380"/>
                  <a:pt x="14208758" y="243839"/>
                  <a:pt x="14199870" y="243839"/>
                </a:cubicBezTo>
                <a:close/>
                <a:moveTo>
                  <a:pt x="3068320" y="214631"/>
                </a:moveTo>
                <a:cubicBezTo>
                  <a:pt x="2981960" y="214631"/>
                  <a:pt x="2912110" y="284481"/>
                  <a:pt x="2912110" y="370841"/>
                </a:cubicBezTo>
                <a:cubicBezTo>
                  <a:pt x="2912110" y="457201"/>
                  <a:pt x="2981960" y="527051"/>
                  <a:pt x="3068320" y="527051"/>
                </a:cubicBezTo>
                <a:lnTo>
                  <a:pt x="13745210" y="527051"/>
                </a:lnTo>
                <a:cubicBezTo>
                  <a:pt x="13830300" y="527051"/>
                  <a:pt x="13901420" y="457201"/>
                  <a:pt x="13901420" y="370841"/>
                </a:cubicBezTo>
                <a:cubicBezTo>
                  <a:pt x="13901420" y="284481"/>
                  <a:pt x="13831570" y="214631"/>
                  <a:pt x="13745210" y="214631"/>
                </a:cubicBezTo>
                <a:close/>
                <a:moveTo>
                  <a:pt x="255269" y="0"/>
                </a:moveTo>
                <a:lnTo>
                  <a:pt x="14227808" y="0"/>
                </a:lnTo>
                <a:cubicBezTo>
                  <a:pt x="14368780" y="0"/>
                  <a:pt x="14483080" y="114299"/>
                  <a:pt x="14483080" y="255269"/>
                </a:cubicBezTo>
                <a:lnTo>
                  <a:pt x="14483080" y="8569959"/>
                </a:lnTo>
                <a:cubicBezTo>
                  <a:pt x="14483080" y="8710929"/>
                  <a:pt x="14368780" y="8825229"/>
                  <a:pt x="14227808" y="8825229"/>
                </a:cubicBezTo>
                <a:lnTo>
                  <a:pt x="255269" y="8825229"/>
                </a:lnTo>
                <a:cubicBezTo>
                  <a:pt x="114300" y="8825229"/>
                  <a:pt x="0" y="8710929"/>
                  <a:pt x="0" y="8569959"/>
                </a:cubicBezTo>
                <a:lnTo>
                  <a:pt x="0" y="256540"/>
                </a:lnTo>
                <a:cubicBezTo>
                  <a:pt x="0" y="115570"/>
                  <a:pt x="114300" y="1270"/>
                  <a:pt x="255269" y="1270"/>
                </a:cubicBezTo>
                <a:close/>
              </a:path>
            </a:pathLst>
          </a:custGeom>
          <a:noFill/>
          <a:ln w="12700" cap="flat">
            <a:solidFill>
              <a:srgbClr val="001E60"/>
            </a:solidFill>
            <a:prstDash val="solid"/>
            <a:miter/>
          </a:ln>
        </p:spPr>
        <p:txBody>
          <a:bodyPr rtlCol="0" anchor="ctr"/>
          <a:lstStyle/>
          <a:p>
            <a:endParaRPr lang="en-US"/>
          </a:p>
        </p:txBody>
      </p:sp>
      <p:grpSp>
        <p:nvGrpSpPr>
          <p:cNvPr id="41" name="Group 40">
            <a:extLst>
              <a:ext uri="{FF2B5EF4-FFF2-40B4-BE49-F238E27FC236}">
                <a16:creationId xmlns:a16="http://schemas.microsoft.com/office/drawing/2014/main" id="{822AF6A4-5443-6CFE-E4FC-BE973DB9787C}"/>
              </a:ext>
            </a:extLst>
          </p:cNvPr>
          <p:cNvGrpSpPr/>
          <p:nvPr userDrawn="1"/>
        </p:nvGrpSpPr>
        <p:grpSpPr>
          <a:xfrm>
            <a:off x="2066288" y="4018279"/>
            <a:ext cx="1182369" cy="213360"/>
            <a:chOff x="9860915" y="4018279"/>
            <a:chExt cx="1182369" cy="213360"/>
          </a:xfrm>
        </p:grpSpPr>
        <p:sp>
          <p:nvSpPr>
            <p:cNvPr id="31" name="Freeform 30">
              <a:extLst>
                <a:ext uri="{FF2B5EF4-FFF2-40B4-BE49-F238E27FC236}">
                  <a16:creationId xmlns:a16="http://schemas.microsoft.com/office/drawing/2014/main" id="{E99ECB21-AA66-8C7A-7274-0C2ACDA510B2}"/>
                </a:ext>
              </a:extLst>
            </p:cNvPr>
            <p:cNvSpPr/>
            <p:nvPr userDrawn="1"/>
          </p:nvSpPr>
          <p:spPr>
            <a:xfrm>
              <a:off x="9860915" y="4022089"/>
              <a:ext cx="255269" cy="208280"/>
            </a:xfrm>
            <a:custGeom>
              <a:avLst/>
              <a:gdLst>
                <a:gd name="connsiteX0" fmla="*/ 104140 w 255269"/>
                <a:gd name="connsiteY0" fmla="*/ 208280 h 208280"/>
                <a:gd name="connsiteX1" fmla="*/ 0 w 255269"/>
                <a:gd name="connsiteY1" fmla="*/ 104140 h 208280"/>
                <a:gd name="connsiteX2" fmla="*/ 104140 w 255269"/>
                <a:gd name="connsiteY2" fmla="*/ 0 h 208280"/>
                <a:gd name="connsiteX3" fmla="*/ 255270 w 255269"/>
                <a:gd name="connsiteY3" fmla="*/ 104140 h 208280"/>
                <a:gd name="connsiteX4" fmla="*/ 1270 w 255269"/>
                <a:gd name="connsiteY4" fmla="*/ 104140 h 208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269" h="208280">
                  <a:moveTo>
                    <a:pt x="104140" y="208280"/>
                  </a:moveTo>
                  <a:lnTo>
                    <a:pt x="0" y="104140"/>
                  </a:lnTo>
                  <a:lnTo>
                    <a:pt x="104140" y="0"/>
                  </a:lnTo>
                  <a:moveTo>
                    <a:pt x="255270" y="104140"/>
                  </a:moveTo>
                  <a:lnTo>
                    <a:pt x="1270" y="104140"/>
                  </a:lnTo>
                </a:path>
              </a:pathLst>
            </a:custGeom>
            <a:noFill/>
            <a:ln w="12700" cap="flat">
              <a:solidFill>
                <a:srgbClr val="001E60"/>
              </a:solid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31721869-0B8D-F0A0-8559-008505D1BF4B}"/>
                </a:ext>
              </a:extLst>
            </p:cNvPr>
            <p:cNvSpPr/>
            <p:nvPr userDrawn="1"/>
          </p:nvSpPr>
          <p:spPr>
            <a:xfrm>
              <a:off x="10253344" y="4022089"/>
              <a:ext cx="254000" cy="208280"/>
            </a:xfrm>
            <a:custGeom>
              <a:avLst/>
              <a:gdLst>
                <a:gd name="connsiteX0" fmla="*/ 149861 w 254000"/>
                <a:gd name="connsiteY0" fmla="*/ 0 h 208280"/>
                <a:gd name="connsiteX1" fmla="*/ 254000 w 254000"/>
                <a:gd name="connsiteY1" fmla="*/ 104140 h 208280"/>
                <a:gd name="connsiteX2" fmla="*/ 149861 w 254000"/>
                <a:gd name="connsiteY2" fmla="*/ 208280 h 208280"/>
                <a:gd name="connsiteX3" fmla="*/ 0 w 254000"/>
                <a:gd name="connsiteY3" fmla="*/ 104140 h 208280"/>
                <a:gd name="connsiteX4" fmla="*/ 254000 w 254000"/>
                <a:gd name="connsiteY4" fmla="*/ 104140 h 208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000" h="208280">
                  <a:moveTo>
                    <a:pt x="149861" y="0"/>
                  </a:moveTo>
                  <a:lnTo>
                    <a:pt x="254000" y="104140"/>
                  </a:lnTo>
                  <a:lnTo>
                    <a:pt x="149861" y="208280"/>
                  </a:lnTo>
                  <a:moveTo>
                    <a:pt x="0" y="104140"/>
                  </a:moveTo>
                  <a:lnTo>
                    <a:pt x="254000" y="104140"/>
                  </a:lnTo>
                </a:path>
              </a:pathLst>
            </a:custGeom>
            <a:noFill/>
            <a:ln w="12700" cap="flat">
              <a:solidFill>
                <a:srgbClr val="001E60"/>
              </a:solid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877BB60D-FF4D-861F-368F-EC918AFD62BF}"/>
                </a:ext>
              </a:extLst>
            </p:cNvPr>
            <p:cNvSpPr/>
            <p:nvPr userDrawn="1"/>
          </p:nvSpPr>
          <p:spPr>
            <a:xfrm>
              <a:off x="10852784" y="4018279"/>
              <a:ext cx="190500" cy="213360"/>
            </a:xfrm>
            <a:custGeom>
              <a:avLst/>
              <a:gdLst>
                <a:gd name="connsiteX0" fmla="*/ 190500 w 190500"/>
                <a:gd name="connsiteY0" fmla="*/ 85090 h 213360"/>
                <a:gd name="connsiteX1" fmla="*/ 97790 w 190500"/>
                <a:gd name="connsiteY1" fmla="*/ 17780 h 213360"/>
                <a:gd name="connsiteX2" fmla="*/ 0 w 190500"/>
                <a:gd name="connsiteY2" fmla="*/ 115570 h 213360"/>
                <a:gd name="connsiteX3" fmla="*/ 97790 w 190500"/>
                <a:gd name="connsiteY3" fmla="*/ 213360 h 213360"/>
                <a:gd name="connsiteX4" fmla="*/ 190500 w 190500"/>
                <a:gd name="connsiteY4" fmla="*/ 146050 h 213360"/>
                <a:gd name="connsiteX5" fmla="*/ 190500 w 190500"/>
                <a:gd name="connsiteY5" fmla="*/ 0 h 213360"/>
                <a:gd name="connsiteX6" fmla="*/ 190500 w 190500"/>
                <a:gd name="connsiteY6" fmla="*/ 85090 h 213360"/>
                <a:gd name="connsiteX7" fmla="*/ 105410 w 190500"/>
                <a:gd name="connsiteY7" fmla="*/ 85090 h 213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500" h="213360">
                  <a:moveTo>
                    <a:pt x="190500" y="85090"/>
                  </a:moveTo>
                  <a:cubicBezTo>
                    <a:pt x="177800" y="45720"/>
                    <a:pt x="140970" y="17780"/>
                    <a:pt x="97790" y="17780"/>
                  </a:cubicBezTo>
                  <a:cubicBezTo>
                    <a:pt x="43180" y="17780"/>
                    <a:pt x="0" y="62230"/>
                    <a:pt x="0" y="115570"/>
                  </a:cubicBezTo>
                  <a:cubicBezTo>
                    <a:pt x="0" y="170180"/>
                    <a:pt x="44450" y="213360"/>
                    <a:pt x="97790" y="213360"/>
                  </a:cubicBezTo>
                  <a:cubicBezTo>
                    <a:pt x="140970" y="213360"/>
                    <a:pt x="177800" y="185420"/>
                    <a:pt x="190500" y="146050"/>
                  </a:cubicBezTo>
                  <a:moveTo>
                    <a:pt x="190500" y="0"/>
                  </a:moveTo>
                  <a:lnTo>
                    <a:pt x="190500" y="85090"/>
                  </a:lnTo>
                  <a:lnTo>
                    <a:pt x="105410" y="85090"/>
                  </a:lnTo>
                </a:path>
              </a:pathLst>
            </a:custGeom>
            <a:noFill/>
            <a:ln w="12700" cap="flat">
              <a:solidFill>
                <a:srgbClr val="001E60"/>
              </a:solidFill>
              <a:prstDash val="solid"/>
              <a:miter/>
            </a:ln>
          </p:spPr>
          <p:txBody>
            <a:bodyPr rtlCol="0" anchor="ctr"/>
            <a:lstStyle/>
            <a:p>
              <a:endParaRPr lang="en-US"/>
            </a:p>
          </p:txBody>
        </p:sp>
      </p:grpSp>
      <p:sp>
        <p:nvSpPr>
          <p:cNvPr id="37" name="Picture Placeholder 36">
            <a:extLst>
              <a:ext uri="{FF2B5EF4-FFF2-40B4-BE49-F238E27FC236}">
                <a16:creationId xmlns:a16="http://schemas.microsoft.com/office/drawing/2014/main" id="{15F27B37-974E-6F75-2158-F56505382AAE}"/>
              </a:ext>
            </a:extLst>
          </p:cNvPr>
          <p:cNvSpPr>
            <a:spLocks noGrp="1"/>
          </p:cNvSpPr>
          <p:nvPr>
            <p:ph type="pic" sz="quarter" idx="52"/>
          </p:nvPr>
        </p:nvSpPr>
        <p:spPr>
          <a:xfrm>
            <a:off x="682625" y="4482691"/>
            <a:ext cx="14464030" cy="8081833"/>
          </a:xfrm>
          <a:custGeom>
            <a:avLst/>
            <a:gdLst>
              <a:gd name="connsiteX0" fmla="*/ 0 w 14471649"/>
              <a:gd name="connsiteY0" fmla="*/ 0 h 8086090"/>
              <a:gd name="connsiteX1" fmla="*/ 14471649 w 14471649"/>
              <a:gd name="connsiteY1" fmla="*/ 0 h 8086090"/>
              <a:gd name="connsiteX2" fmla="*/ 14471649 w 14471649"/>
              <a:gd name="connsiteY2" fmla="*/ 7832090 h 8086090"/>
              <a:gd name="connsiteX3" fmla="*/ 14217649 w 14471649"/>
              <a:gd name="connsiteY3" fmla="*/ 8086090 h 8086090"/>
              <a:gd name="connsiteX4" fmla="*/ 254000 w 14471649"/>
              <a:gd name="connsiteY4" fmla="*/ 8086090 h 8086090"/>
              <a:gd name="connsiteX5" fmla="*/ 0 w 14471649"/>
              <a:gd name="connsiteY5" fmla="*/ 7832090 h 8086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71649" h="8086090">
                <a:moveTo>
                  <a:pt x="0" y="0"/>
                </a:moveTo>
                <a:lnTo>
                  <a:pt x="14471649" y="0"/>
                </a:lnTo>
                <a:lnTo>
                  <a:pt x="14471649" y="7832090"/>
                </a:lnTo>
                <a:cubicBezTo>
                  <a:pt x="14471649" y="7971790"/>
                  <a:pt x="14357349" y="8086090"/>
                  <a:pt x="14217649" y="8086090"/>
                </a:cubicBezTo>
                <a:lnTo>
                  <a:pt x="254000" y="8086090"/>
                </a:lnTo>
                <a:cubicBezTo>
                  <a:pt x="114300" y="8086090"/>
                  <a:pt x="0" y="7971790"/>
                  <a:pt x="0" y="7832090"/>
                </a:cubicBezTo>
                <a:close/>
              </a:path>
            </a:pathLst>
          </a:custGeom>
          <a:solidFill>
            <a:schemeClr val="bg1">
              <a:lumMod val="95000"/>
            </a:schemeClr>
          </a:solidFill>
        </p:spPr>
        <p:txBody>
          <a:bodyPr wrap="square">
            <a:noAutofit/>
          </a:bodyPr>
          <a:lstStyle>
            <a:lvl1pPr>
              <a:defRPr sz="2800"/>
            </a:lvl1pPr>
          </a:lstStyle>
          <a:p>
            <a:endParaRPr lang="en-US"/>
          </a:p>
        </p:txBody>
      </p:sp>
      <p:sp>
        <p:nvSpPr>
          <p:cNvPr id="44" name="Picture Placeholder 43">
            <a:extLst>
              <a:ext uri="{FF2B5EF4-FFF2-40B4-BE49-F238E27FC236}">
                <a16:creationId xmlns:a16="http://schemas.microsoft.com/office/drawing/2014/main" id="{729326EE-4BB3-C92C-2403-46A478BEE736}"/>
              </a:ext>
            </a:extLst>
          </p:cNvPr>
          <p:cNvSpPr>
            <a:spLocks noGrp="1"/>
          </p:cNvSpPr>
          <p:nvPr>
            <p:ph type="pic" sz="quarter" idx="53"/>
          </p:nvPr>
        </p:nvSpPr>
        <p:spPr>
          <a:xfrm>
            <a:off x="16269804" y="3738563"/>
            <a:ext cx="3127375" cy="8834216"/>
          </a:xfrm>
          <a:solidFill>
            <a:schemeClr val="bg1">
              <a:lumMod val="95000"/>
            </a:schemeClr>
          </a:solidFill>
          <a:ln>
            <a:noFill/>
          </a:ln>
        </p:spPr>
        <p:txBody>
          <a:bodyPr/>
          <a:lstStyle>
            <a:lvl1pPr>
              <a:defRPr sz="2800"/>
            </a:lvl1pPr>
          </a:lstStyle>
          <a:p>
            <a:endParaRPr lang="en-US"/>
          </a:p>
        </p:txBody>
      </p:sp>
    </p:spTree>
    <p:extLst>
      <p:ext uri="{BB962C8B-B14F-4D97-AF65-F5344CB8AC3E}">
        <p14:creationId xmlns:p14="http://schemas.microsoft.com/office/powerpoint/2010/main" val="340489140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2626" y="2121408"/>
            <a:ext cx="23010812" cy="1188720"/>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Add Team Name Here</a:t>
            </a:r>
          </a:p>
        </p:txBody>
      </p:sp>
      <p:sp>
        <p:nvSpPr>
          <p:cNvPr id="6" name="Slide Number Placeholder 5"/>
          <p:cNvSpPr>
            <a:spLocks noGrp="1"/>
          </p:cNvSpPr>
          <p:nvPr>
            <p:ph type="sldNum" sz="quarter" idx="12"/>
          </p:nvPr>
        </p:nvSpPr>
        <p:spPr/>
        <p:txBody>
          <a:bodyPr anchor="ctr" anchorCtr="0"/>
          <a:lstStyle/>
          <a:p>
            <a:fld id="{E7E83E8E-4C8F-494C-96FC-84A57D31552C}" type="slidenum">
              <a:rPr lang="en-US" smtClean="0"/>
              <a:t>‹#›</a:t>
            </a:fld>
            <a:endParaRPr lang="en-US"/>
          </a:p>
        </p:txBody>
      </p:sp>
    </p:spTree>
    <p:extLst>
      <p:ext uri="{BB962C8B-B14F-4D97-AF65-F5344CB8AC3E}">
        <p14:creationId xmlns:p14="http://schemas.microsoft.com/office/powerpoint/2010/main" val="399455728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2626" y="3651250"/>
            <a:ext cx="11353840"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1185" y="3651250"/>
            <a:ext cx="11352253"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Add Team Name Here</a:t>
            </a:r>
          </a:p>
        </p:txBody>
      </p:sp>
      <p:sp>
        <p:nvSpPr>
          <p:cNvPr id="7" name="Slide Number Placeholder 6"/>
          <p:cNvSpPr>
            <a:spLocks noGrp="1"/>
          </p:cNvSpPr>
          <p:nvPr>
            <p:ph type="sldNum" sz="quarter" idx="12"/>
          </p:nvPr>
        </p:nvSpPr>
        <p:spPr/>
        <p:txBody>
          <a:bodyPr/>
          <a:lstStyle/>
          <a:p>
            <a:fld id="{E7E83E8E-4C8F-494C-96FC-84A57D31552C}" type="slidenum">
              <a:rPr lang="en-US" smtClean="0"/>
              <a:t>‹#›</a:t>
            </a:fld>
            <a:endParaRPr lang="en-US"/>
          </a:p>
        </p:txBody>
      </p:sp>
    </p:spTree>
    <p:extLst>
      <p:ext uri="{BB962C8B-B14F-4D97-AF65-F5344CB8AC3E}">
        <p14:creationId xmlns:p14="http://schemas.microsoft.com/office/powerpoint/2010/main" val="399908864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 style</a:t>
            </a:r>
          </a:p>
        </p:txBody>
      </p:sp>
      <p:sp>
        <p:nvSpPr>
          <p:cNvPr id="4" name="Footer Placeholder 3"/>
          <p:cNvSpPr>
            <a:spLocks noGrp="1"/>
          </p:cNvSpPr>
          <p:nvPr>
            <p:ph type="ftr" sz="quarter" idx="11"/>
          </p:nvPr>
        </p:nvSpPr>
        <p:spPr/>
        <p:txBody>
          <a:bodyPr/>
          <a:lstStyle/>
          <a:p>
            <a:r>
              <a:rPr lang="en-US"/>
              <a:t>Add Team Name Here</a:t>
            </a:r>
          </a:p>
        </p:txBody>
      </p:sp>
      <p:sp>
        <p:nvSpPr>
          <p:cNvPr id="5" name="Slide Number Placeholder 4"/>
          <p:cNvSpPr>
            <a:spLocks noGrp="1"/>
          </p:cNvSpPr>
          <p:nvPr>
            <p:ph type="sldNum" sz="quarter" idx="12"/>
          </p:nvPr>
        </p:nvSpPr>
        <p:spPr/>
        <p:txBody>
          <a:bodyPr/>
          <a:lstStyle/>
          <a:p>
            <a:fld id="{E7E83E8E-4C8F-494C-96FC-84A57D31552C}" type="slidenum">
              <a:rPr lang="en-US" smtClean="0"/>
              <a:t>‹#›</a:t>
            </a:fld>
            <a:endParaRPr lang="en-US"/>
          </a:p>
        </p:txBody>
      </p:sp>
    </p:spTree>
    <p:extLst>
      <p:ext uri="{BB962C8B-B14F-4D97-AF65-F5344CB8AC3E}">
        <p14:creationId xmlns:p14="http://schemas.microsoft.com/office/powerpoint/2010/main" val="179175801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Add Team Name Here</a:t>
            </a:r>
          </a:p>
        </p:txBody>
      </p:sp>
      <p:sp>
        <p:nvSpPr>
          <p:cNvPr id="4" name="Slide Number Placeholder 3"/>
          <p:cNvSpPr>
            <a:spLocks noGrp="1"/>
          </p:cNvSpPr>
          <p:nvPr>
            <p:ph type="sldNum" sz="quarter" idx="12"/>
          </p:nvPr>
        </p:nvSpPr>
        <p:spPr/>
        <p:txBody>
          <a:bodyPr/>
          <a:lstStyle/>
          <a:p>
            <a:fld id="{E7E83E8E-4C8F-494C-96FC-84A57D31552C}" type="slidenum">
              <a:rPr lang="en-US" smtClean="0"/>
              <a:t>‹#›</a:t>
            </a:fld>
            <a:endParaRPr lang="en-US"/>
          </a:p>
        </p:txBody>
      </p:sp>
      <p:sp>
        <p:nvSpPr>
          <p:cNvPr id="6" name="TextBox 5">
            <a:extLst>
              <a:ext uri="{FF2B5EF4-FFF2-40B4-BE49-F238E27FC236}">
                <a16:creationId xmlns:a16="http://schemas.microsoft.com/office/drawing/2014/main" id="{40E39B94-1177-0BFF-94BD-AEA7EFD73446}"/>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Tree>
    <p:extLst>
      <p:ext uri="{BB962C8B-B14F-4D97-AF65-F5344CB8AC3E}">
        <p14:creationId xmlns:p14="http://schemas.microsoft.com/office/powerpoint/2010/main" val="19543837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Section Header">
    <p:bg>
      <p:bgPr>
        <a:solidFill>
          <a:schemeClr val="accent2"/>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nchor="ctr" anchorCtr="0"/>
          <a:lstStyle>
            <a:lvl1pPr>
              <a:defRPr>
                <a:solidFill>
                  <a:schemeClr val="bg1"/>
                </a:solidFill>
              </a:defRPr>
            </a:lvl1pPr>
          </a:lstStyle>
          <a:p>
            <a:fld id="{E7E83E8E-4C8F-494C-96FC-84A57D31552C}" type="slidenum">
              <a:rPr lang="en-US" smtClean="0"/>
              <a:pPr/>
              <a:t>‹#›</a:t>
            </a:fld>
            <a:endParaRPr lang="en-US"/>
          </a:p>
        </p:txBody>
      </p:sp>
      <p:sp>
        <p:nvSpPr>
          <p:cNvPr id="8" name="Title 1">
            <a:extLst>
              <a:ext uri="{FF2B5EF4-FFF2-40B4-BE49-F238E27FC236}">
                <a16:creationId xmlns:a16="http://schemas.microsoft.com/office/drawing/2014/main" id="{725569A4-52DC-1A78-1501-8F2BF63B7C9A}"/>
              </a:ext>
            </a:extLst>
          </p:cNvPr>
          <p:cNvSpPr>
            <a:spLocks noGrp="1"/>
          </p:cNvSpPr>
          <p:nvPr>
            <p:ph type="title" hasCustomPrompt="1"/>
          </p:nvPr>
        </p:nvSpPr>
        <p:spPr>
          <a:xfrm>
            <a:off x="581027" y="3723375"/>
            <a:ext cx="23235919" cy="7631697"/>
          </a:xfrm>
        </p:spPr>
        <p:txBody>
          <a:bodyPr anchor="t" anchorCtr="0"/>
          <a:lstStyle>
            <a:lvl1pPr>
              <a:lnSpc>
                <a:spcPts val="18000"/>
              </a:lnSpc>
              <a:defRPr sz="18000" b="0" i="0" spc="-140" baseline="0">
                <a:solidFill>
                  <a:schemeClr val="bg1"/>
                </a:solidFill>
                <a:latin typeface="Everyday Sans Light" pitchFamily="2" charset="77"/>
              </a:defRPr>
            </a:lvl1pPr>
          </a:lstStyle>
          <a:p>
            <a:r>
              <a:rPr lang="en-US"/>
              <a:t>Thank You</a:t>
            </a:r>
          </a:p>
        </p:txBody>
      </p:sp>
      <p:sp>
        <p:nvSpPr>
          <p:cNvPr id="5" name="Footer Placeholder 4">
            <a:extLst>
              <a:ext uri="{FF2B5EF4-FFF2-40B4-BE49-F238E27FC236}">
                <a16:creationId xmlns:a16="http://schemas.microsoft.com/office/drawing/2014/main" id="{798D1AF1-9BF4-7B60-4B41-90188FC01FB6}"/>
              </a:ext>
            </a:extLst>
          </p:cNvPr>
          <p:cNvSpPr>
            <a:spLocks noGrp="1"/>
          </p:cNvSpPr>
          <p:nvPr>
            <p:ph type="ftr" sz="quarter" idx="13"/>
          </p:nvPr>
        </p:nvSpPr>
        <p:spPr/>
        <p:txBody>
          <a:bodyPr/>
          <a:lstStyle>
            <a:lvl1pPr>
              <a:defRPr>
                <a:solidFill>
                  <a:schemeClr val="bg1"/>
                </a:solidFill>
              </a:defRPr>
            </a:lvl1pPr>
          </a:lstStyle>
          <a:p>
            <a:r>
              <a:rPr lang="en-US"/>
              <a:t>Add Team Name Here</a:t>
            </a:r>
          </a:p>
        </p:txBody>
      </p:sp>
    </p:spTree>
    <p:extLst>
      <p:ext uri="{BB962C8B-B14F-4D97-AF65-F5344CB8AC3E}">
        <p14:creationId xmlns:p14="http://schemas.microsoft.com/office/powerpoint/2010/main" val="81849330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Marketing Performance">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7597773" cy="1169989"/>
          </a:xfrm>
        </p:spPr>
        <p:txBody>
          <a:bodyPr/>
          <a:lstStyle/>
          <a:p>
            <a:r>
              <a:rPr lang="en-US"/>
              <a:t>Click to edit title</a:t>
            </a:r>
          </a:p>
        </p:txBody>
      </p:sp>
      <p:sp>
        <p:nvSpPr>
          <p:cNvPr id="3" name="Content Placeholder 3">
            <a:extLst>
              <a:ext uri="{FF2B5EF4-FFF2-40B4-BE49-F238E27FC236}">
                <a16:creationId xmlns:a16="http://schemas.microsoft.com/office/drawing/2014/main" id="{7408DDF9-52B5-2DA5-15E5-9180261F9E89}"/>
              </a:ext>
            </a:extLst>
          </p:cNvPr>
          <p:cNvSpPr>
            <a:spLocks noGrp="1"/>
          </p:cNvSpPr>
          <p:nvPr>
            <p:ph sz="half" idx="2" hasCustomPrompt="1"/>
          </p:nvPr>
        </p:nvSpPr>
        <p:spPr>
          <a:xfrm>
            <a:off x="682625" y="4547406"/>
            <a:ext cx="5943600" cy="8062170"/>
          </a:xfrm>
        </p:spPr>
        <p:txBody>
          <a:bodyPr/>
          <a:lstStyle>
            <a:lvl1pPr>
              <a:lnSpc>
                <a:spcPts val="2600"/>
              </a:lnSpc>
              <a:spcAft>
                <a:spcPts val="0"/>
              </a:spcAft>
              <a:defRPr sz="1800"/>
            </a:lvl1pPr>
            <a:lvl2pPr marL="458788" indent="-439738">
              <a:lnSpc>
                <a:spcPts val="2600"/>
              </a:lnSpc>
              <a:spcAft>
                <a:spcPts val="1200"/>
              </a:spcAft>
              <a:buFont typeface="+mj-lt"/>
              <a:buAutoNum type="arabicPeriod"/>
              <a:tabLst/>
              <a:defRPr sz="1800"/>
            </a:lvl2pPr>
            <a:lvl3pPr marL="917575" indent="-458788">
              <a:lnSpc>
                <a:spcPts val="2600"/>
              </a:lnSpc>
              <a:spcAft>
                <a:spcPts val="1200"/>
              </a:spcAft>
              <a:buFont typeface="+mj-lt"/>
              <a:buAutoNum type="arabicPeriod"/>
              <a:tabLst/>
              <a:defRPr sz="1800"/>
            </a:lvl3pPr>
            <a:lvl4pPr marL="1373188" indent="-436563">
              <a:lnSpc>
                <a:spcPts val="2600"/>
              </a:lnSpc>
              <a:spcAft>
                <a:spcPts val="1200"/>
              </a:spcAft>
              <a:buFont typeface="+mj-lt"/>
              <a:buAutoNum type="arabicPeriod"/>
              <a:tabLst/>
              <a:defRPr sz="1800"/>
            </a:lvl4pPr>
            <a:lvl5pPr marL="1822450" indent="-444500">
              <a:lnSpc>
                <a:spcPts val="2600"/>
              </a:lnSpc>
              <a:spcAft>
                <a:spcPts val="1200"/>
              </a:spcAft>
              <a:buFont typeface="+mj-lt"/>
              <a:buAutoNum type="arabicPeriod"/>
              <a:tabLst/>
              <a:defRPr sz="1800"/>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16">
            <a:extLst>
              <a:ext uri="{FF2B5EF4-FFF2-40B4-BE49-F238E27FC236}">
                <a16:creationId xmlns:a16="http://schemas.microsoft.com/office/drawing/2014/main" id="{8C36C26D-B149-8A05-04BC-CBF5FC7D8C6E}"/>
              </a:ext>
            </a:extLst>
          </p:cNvPr>
          <p:cNvSpPr/>
          <p:nvPr/>
        </p:nvSpPr>
        <p:spPr>
          <a:xfrm>
            <a:off x="8492963" y="717391"/>
            <a:ext cx="15884687" cy="5726679"/>
          </a:xfrm>
          <a:custGeom>
            <a:avLst/>
            <a:gdLst>
              <a:gd name="connsiteX0" fmla="*/ 0 w 15989342"/>
              <a:gd name="connsiteY0" fmla="*/ 0 h 5726679"/>
              <a:gd name="connsiteX1" fmla="*/ 15989343 w 15989342"/>
              <a:gd name="connsiteY1" fmla="*/ 0 h 5726679"/>
              <a:gd name="connsiteX2" fmla="*/ 15989343 w 15989342"/>
              <a:gd name="connsiteY2" fmla="*/ 5726680 h 5726679"/>
              <a:gd name="connsiteX3" fmla="*/ 1 w 15989342"/>
              <a:gd name="connsiteY3" fmla="*/ 5726680 h 5726679"/>
            </a:gdLst>
            <a:ahLst/>
            <a:cxnLst>
              <a:cxn ang="0">
                <a:pos x="connsiteX0" y="connsiteY0"/>
              </a:cxn>
              <a:cxn ang="0">
                <a:pos x="connsiteX1" y="connsiteY1"/>
              </a:cxn>
              <a:cxn ang="0">
                <a:pos x="connsiteX2" y="connsiteY2"/>
              </a:cxn>
              <a:cxn ang="0">
                <a:pos x="connsiteX3" y="connsiteY3"/>
              </a:cxn>
            </a:cxnLst>
            <a:rect l="l" t="t" r="r" b="b"/>
            <a:pathLst>
              <a:path w="15989342" h="5726679">
                <a:moveTo>
                  <a:pt x="0" y="0"/>
                </a:moveTo>
                <a:lnTo>
                  <a:pt x="15989343" y="0"/>
                </a:lnTo>
                <a:lnTo>
                  <a:pt x="15989343" y="5726680"/>
                </a:lnTo>
                <a:lnTo>
                  <a:pt x="1" y="5726680"/>
                </a:lnTo>
                <a:close/>
              </a:path>
            </a:pathLst>
          </a:custGeom>
          <a:solidFill>
            <a:schemeClr val="accent3">
              <a:lumMod val="20000"/>
              <a:lumOff val="80000"/>
            </a:schemeClr>
          </a:solidFill>
          <a:ln w="12596"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D753EE66-7319-5297-A305-9468F5D905EF}"/>
              </a:ext>
            </a:extLst>
          </p:cNvPr>
          <p:cNvSpPr/>
          <p:nvPr/>
        </p:nvSpPr>
        <p:spPr>
          <a:xfrm>
            <a:off x="8492963" y="6835069"/>
            <a:ext cx="15884686" cy="2693870"/>
          </a:xfrm>
          <a:custGeom>
            <a:avLst/>
            <a:gdLst>
              <a:gd name="connsiteX0" fmla="*/ 0 w 15989342"/>
              <a:gd name="connsiteY0" fmla="*/ 0 h 2693870"/>
              <a:gd name="connsiteX1" fmla="*/ 15989343 w 15989342"/>
              <a:gd name="connsiteY1" fmla="*/ 0 h 2693870"/>
              <a:gd name="connsiteX2" fmla="*/ 15989343 w 15989342"/>
              <a:gd name="connsiteY2" fmla="*/ 2693870 h 2693870"/>
              <a:gd name="connsiteX3" fmla="*/ 1 w 15989342"/>
              <a:gd name="connsiteY3" fmla="*/ 2693870 h 2693870"/>
            </a:gdLst>
            <a:ahLst/>
            <a:cxnLst>
              <a:cxn ang="0">
                <a:pos x="connsiteX0" y="connsiteY0"/>
              </a:cxn>
              <a:cxn ang="0">
                <a:pos x="connsiteX1" y="connsiteY1"/>
              </a:cxn>
              <a:cxn ang="0">
                <a:pos x="connsiteX2" y="connsiteY2"/>
              </a:cxn>
              <a:cxn ang="0">
                <a:pos x="connsiteX3" y="connsiteY3"/>
              </a:cxn>
            </a:cxnLst>
            <a:rect l="l" t="t" r="r" b="b"/>
            <a:pathLst>
              <a:path w="15989342" h="2693870">
                <a:moveTo>
                  <a:pt x="0" y="0"/>
                </a:moveTo>
                <a:lnTo>
                  <a:pt x="15989343" y="0"/>
                </a:lnTo>
                <a:lnTo>
                  <a:pt x="15989343" y="2693870"/>
                </a:lnTo>
                <a:lnTo>
                  <a:pt x="1" y="2693870"/>
                </a:lnTo>
                <a:close/>
              </a:path>
            </a:pathLst>
          </a:custGeom>
          <a:solidFill>
            <a:srgbClr val="B2CBF6"/>
          </a:solidFill>
          <a:ln w="12596" cap="flat">
            <a:noFill/>
            <a:prstDash val="solid"/>
            <a:miter/>
          </a:ln>
        </p:spPr>
        <p:txBody>
          <a:bodyPr rtlCol="0" anchor="ctr"/>
          <a:lstStyle/>
          <a:p>
            <a:endParaRPr lang="en-US"/>
          </a:p>
        </p:txBody>
      </p:sp>
      <p:sp>
        <p:nvSpPr>
          <p:cNvPr id="19" name="Freeform 18">
            <a:extLst>
              <a:ext uri="{FF2B5EF4-FFF2-40B4-BE49-F238E27FC236}">
                <a16:creationId xmlns:a16="http://schemas.microsoft.com/office/drawing/2014/main" id="{8856326F-D280-9202-8ADE-A5161E5D5969}"/>
              </a:ext>
            </a:extLst>
          </p:cNvPr>
          <p:cNvSpPr/>
          <p:nvPr/>
        </p:nvSpPr>
        <p:spPr>
          <a:xfrm>
            <a:off x="12377517" y="717391"/>
            <a:ext cx="8899347" cy="2958469"/>
          </a:xfrm>
          <a:custGeom>
            <a:avLst/>
            <a:gdLst>
              <a:gd name="connsiteX0" fmla="*/ 0 w 8899347"/>
              <a:gd name="connsiteY0" fmla="*/ 0 h 2958469"/>
              <a:gd name="connsiteX1" fmla="*/ 782458 w 8899347"/>
              <a:gd name="connsiteY1" fmla="*/ 2958469 h 2958469"/>
              <a:gd name="connsiteX2" fmla="*/ 8118151 w 8899347"/>
              <a:gd name="connsiteY2" fmla="*/ 2958469 h 2958469"/>
              <a:gd name="connsiteX3" fmla="*/ 8899348 w 8899347"/>
              <a:gd name="connsiteY3" fmla="*/ 0 h 2958469"/>
              <a:gd name="connsiteX4" fmla="*/ 0 w 8899347"/>
              <a:gd name="connsiteY4" fmla="*/ 0 h 2958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9347" h="2958469">
                <a:moveTo>
                  <a:pt x="0" y="0"/>
                </a:moveTo>
                <a:lnTo>
                  <a:pt x="782458" y="2958469"/>
                </a:lnTo>
                <a:lnTo>
                  <a:pt x="8118151" y="2958469"/>
                </a:lnTo>
                <a:lnTo>
                  <a:pt x="8899348" y="0"/>
                </a:lnTo>
                <a:lnTo>
                  <a:pt x="0" y="0"/>
                </a:lnTo>
                <a:close/>
              </a:path>
            </a:pathLst>
          </a:custGeom>
          <a:solidFill>
            <a:schemeClr val="accent4"/>
          </a:solidFill>
          <a:ln w="12596" cap="flat">
            <a:noFill/>
            <a:prstDash val="solid"/>
            <a:miter/>
          </a:ln>
        </p:spPr>
        <p:txBody>
          <a:bodyPr rtlCol="0" anchor="ctr"/>
          <a:lstStyle/>
          <a:p>
            <a:endParaRPr lang="en-US"/>
          </a:p>
        </p:txBody>
      </p:sp>
      <p:sp>
        <p:nvSpPr>
          <p:cNvPr id="20" name="Freeform 19">
            <a:extLst>
              <a:ext uri="{FF2B5EF4-FFF2-40B4-BE49-F238E27FC236}">
                <a16:creationId xmlns:a16="http://schemas.microsoft.com/office/drawing/2014/main" id="{2DBB0F58-24D4-EA24-E319-7C4A0F70909F}"/>
              </a:ext>
            </a:extLst>
          </p:cNvPr>
          <p:cNvSpPr/>
          <p:nvPr/>
        </p:nvSpPr>
        <p:spPr>
          <a:xfrm>
            <a:off x="13159344" y="3675860"/>
            <a:ext cx="7335693" cy="2768210"/>
          </a:xfrm>
          <a:custGeom>
            <a:avLst/>
            <a:gdLst>
              <a:gd name="connsiteX0" fmla="*/ 0 w 7335693"/>
              <a:gd name="connsiteY0" fmla="*/ 0 h 2768210"/>
              <a:gd name="connsiteX1" fmla="*/ 732057 w 7335693"/>
              <a:gd name="connsiteY1" fmla="*/ 2768210 h 2768210"/>
              <a:gd name="connsiteX2" fmla="*/ 6603636 w 7335693"/>
              <a:gd name="connsiteY2" fmla="*/ 2768210 h 2768210"/>
              <a:gd name="connsiteX3" fmla="*/ 7335693 w 7335693"/>
              <a:gd name="connsiteY3" fmla="*/ 0 h 2768210"/>
              <a:gd name="connsiteX4" fmla="*/ 0 w 7335693"/>
              <a:gd name="connsiteY4" fmla="*/ 0 h 27682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5693" h="2768210">
                <a:moveTo>
                  <a:pt x="0" y="0"/>
                </a:moveTo>
                <a:lnTo>
                  <a:pt x="732057" y="2768210"/>
                </a:lnTo>
                <a:lnTo>
                  <a:pt x="6603636" y="2768210"/>
                </a:lnTo>
                <a:lnTo>
                  <a:pt x="7335693" y="0"/>
                </a:lnTo>
                <a:lnTo>
                  <a:pt x="0" y="0"/>
                </a:lnTo>
                <a:close/>
              </a:path>
            </a:pathLst>
          </a:custGeom>
          <a:solidFill>
            <a:schemeClr val="accent3"/>
          </a:solidFill>
          <a:ln w="12596" cap="flat">
            <a:noFill/>
            <a:prstDash val="solid"/>
            <a:miter/>
          </a:ln>
        </p:spPr>
        <p:txBody>
          <a:bodyPr rtlCol="0" anchor="ctr"/>
          <a:lstStyle/>
          <a:p>
            <a:endParaRPr lang="en-US"/>
          </a:p>
        </p:txBody>
      </p:sp>
      <p:sp>
        <p:nvSpPr>
          <p:cNvPr id="21" name="Freeform 20">
            <a:extLst>
              <a:ext uri="{FF2B5EF4-FFF2-40B4-BE49-F238E27FC236}">
                <a16:creationId xmlns:a16="http://schemas.microsoft.com/office/drawing/2014/main" id="{C39BB483-3A83-BAFB-EDD2-AD07FD932637}"/>
              </a:ext>
            </a:extLst>
          </p:cNvPr>
          <p:cNvSpPr/>
          <p:nvPr/>
        </p:nvSpPr>
        <p:spPr>
          <a:xfrm>
            <a:off x="13971411" y="6835069"/>
            <a:ext cx="5711559" cy="2692610"/>
          </a:xfrm>
          <a:custGeom>
            <a:avLst/>
            <a:gdLst>
              <a:gd name="connsiteX0" fmla="*/ 0 w 5711559"/>
              <a:gd name="connsiteY0" fmla="*/ 0 h 2692610"/>
              <a:gd name="connsiteX1" fmla="*/ 711897 w 5711559"/>
              <a:gd name="connsiteY1" fmla="*/ 2692611 h 2692610"/>
              <a:gd name="connsiteX2" fmla="*/ 4999662 w 5711559"/>
              <a:gd name="connsiteY2" fmla="*/ 2692611 h 2692610"/>
              <a:gd name="connsiteX3" fmla="*/ 5711560 w 5711559"/>
              <a:gd name="connsiteY3" fmla="*/ 0 h 2692610"/>
              <a:gd name="connsiteX4" fmla="*/ 0 w 5711559"/>
              <a:gd name="connsiteY4" fmla="*/ 0 h 2692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11559" h="2692610">
                <a:moveTo>
                  <a:pt x="0" y="0"/>
                </a:moveTo>
                <a:lnTo>
                  <a:pt x="711897" y="2692611"/>
                </a:lnTo>
                <a:lnTo>
                  <a:pt x="4999662" y="2692611"/>
                </a:lnTo>
                <a:lnTo>
                  <a:pt x="5711560" y="0"/>
                </a:lnTo>
                <a:lnTo>
                  <a:pt x="0" y="0"/>
                </a:lnTo>
                <a:close/>
              </a:path>
            </a:pathLst>
          </a:custGeom>
          <a:solidFill>
            <a:srgbClr val="0053E2"/>
          </a:solidFill>
          <a:ln w="12596" cap="flat">
            <a:noFill/>
            <a:prstDash val="solid"/>
            <a:miter/>
          </a:ln>
        </p:spPr>
        <p:txBody>
          <a:bodyPr rtlCol="0" anchor="ctr"/>
          <a:lstStyle/>
          <a:p>
            <a:endParaRPr lang="en-US"/>
          </a:p>
        </p:txBody>
      </p:sp>
      <p:sp>
        <p:nvSpPr>
          <p:cNvPr id="22" name="Text Placeholder 2">
            <a:extLst>
              <a:ext uri="{FF2B5EF4-FFF2-40B4-BE49-F238E27FC236}">
                <a16:creationId xmlns:a16="http://schemas.microsoft.com/office/drawing/2014/main" id="{3120B5B9-6346-7D3C-B4A8-E0984741621A}"/>
              </a:ext>
            </a:extLst>
          </p:cNvPr>
          <p:cNvSpPr>
            <a:spLocks noGrp="1"/>
          </p:cNvSpPr>
          <p:nvPr>
            <p:ph type="body" idx="1" hasCustomPrompt="1"/>
          </p:nvPr>
        </p:nvSpPr>
        <p:spPr>
          <a:xfrm>
            <a:off x="13763950" y="1362250"/>
            <a:ext cx="6126480" cy="635027"/>
          </a:xfrm>
        </p:spPr>
        <p:txBody>
          <a:bodyPr anchor="ctr" anchorCtr="0"/>
          <a:lstStyle>
            <a:lvl1pPr marL="0" indent="0" algn="ctr">
              <a:lnSpc>
                <a:spcPts val="3400"/>
              </a:lnSpc>
              <a:spcBef>
                <a:spcPts val="0"/>
              </a:spcBef>
              <a:spcAft>
                <a:spcPts val="0"/>
              </a:spcAft>
              <a:buNone/>
              <a:defRPr sz="2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3" name="Text Placeholder 2">
            <a:extLst>
              <a:ext uri="{FF2B5EF4-FFF2-40B4-BE49-F238E27FC236}">
                <a16:creationId xmlns:a16="http://schemas.microsoft.com/office/drawing/2014/main" id="{49705D6D-345C-BB93-149B-BD2669F3076C}"/>
              </a:ext>
            </a:extLst>
          </p:cNvPr>
          <p:cNvSpPr>
            <a:spLocks noGrp="1"/>
          </p:cNvSpPr>
          <p:nvPr>
            <p:ph type="body" idx="30" hasCustomPrompt="1"/>
          </p:nvPr>
        </p:nvSpPr>
        <p:spPr>
          <a:xfrm>
            <a:off x="13763950" y="4264033"/>
            <a:ext cx="6126480" cy="635027"/>
          </a:xfrm>
        </p:spPr>
        <p:txBody>
          <a:bodyPr anchor="ctr" anchorCtr="0"/>
          <a:lstStyle>
            <a:lvl1pPr marL="0" indent="0" algn="ctr">
              <a:lnSpc>
                <a:spcPts val="3400"/>
              </a:lnSpc>
              <a:spcBef>
                <a:spcPts val="0"/>
              </a:spcBef>
              <a:spcAft>
                <a:spcPts val="0"/>
              </a:spcAft>
              <a:buNone/>
              <a:defRPr sz="2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4" name="Text Placeholder 2">
            <a:extLst>
              <a:ext uri="{FF2B5EF4-FFF2-40B4-BE49-F238E27FC236}">
                <a16:creationId xmlns:a16="http://schemas.microsoft.com/office/drawing/2014/main" id="{08D8F87D-8779-318E-29D2-2FCB89EA259D}"/>
              </a:ext>
            </a:extLst>
          </p:cNvPr>
          <p:cNvSpPr>
            <a:spLocks noGrp="1"/>
          </p:cNvSpPr>
          <p:nvPr>
            <p:ph type="body" idx="31" hasCustomPrompt="1"/>
          </p:nvPr>
        </p:nvSpPr>
        <p:spPr>
          <a:xfrm>
            <a:off x="13763950" y="7364715"/>
            <a:ext cx="6126480" cy="635027"/>
          </a:xfrm>
        </p:spPr>
        <p:txBody>
          <a:bodyPr anchor="ctr" anchorCtr="0"/>
          <a:lstStyle>
            <a:lvl1pPr marL="0" indent="0" algn="ctr">
              <a:lnSpc>
                <a:spcPts val="3400"/>
              </a:lnSpc>
              <a:spcBef>
                <a:spcPts val="0"/>
              </a:spcBef>
              <a:spcAft>
                <a:spcPts val="0"/>
              </a:spcAft>
              <a:buNone/>
              <a:defRPr sz="2600" b="0" i="0">
                <a:solidFill>
                  <a:schemeClr val="bg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5" name="Content Placeholder 3">
            <a:extLst>
              <a:ext uri="{FF2B5EF4-FFF2-40B4-BE49-F238E27FC236}">
                <a16:creationId xmlns:a16="http://schemas.microsoft.com/office/drawing/2014/main" id="{F2B0286D-5DFD-E492-3DD0-C905AFEBC48E}"/>
              </a:ext>
            </a:extLst>
          </p:cNvPr>
          <p:cNvSpPr>
            <a:spLocks noGrp="1"/>
          </p:cNvSpPr>
          <p:nvPr>
            <p:ph sz="half" idx="32" hasCustomPrompt="1"/>
          </p:nvPr>
        </p:nvSpPr>
        <p:spPr>
          <a:xfrm>
            <a:off x="14359264" y="2166352"/>
            <a:ext cx="4974844" cy="1371600"/>
          </a:xfrm>
        </p:spPr>
        <p:txBody>
          <a:bodyPr/>
          <a:lstStyle>
            <a:lvl1pPr algn="ctr">
              <a:lnSpc>
                <a:spcPts val="2200"/>
              </a:lnSpc>
              <a:spcAft>
                <a:spcPts val="0"/>
              </a:spcAft>
              <a:defRPr sz="1600">
                <a:solidFill>
                  <a:schemeClr val="accent1"/>
                </a:solidFill>
              </a:defRPr>
            </a:lvl1pPr>
            <a:lvl2pPr marL="465138" indent="-446088">
              <a:lnSpc>
                <a:spcPts val="2200"/>
              </a:lnSpc>
              <a:spcAft>
                <a:spcPts val="0"/>
              </a:spcAft>
              <a:tabLst/>
              <a:defRPr sz="1600">
                <a:solidFill>
                  <a:schemeClr val="accent1"/>
                </a:solidFill>
              </a:defRPr>
            </a:lvl2pPr>
            <a:lvl3pPr marL="915988" indent="-433388">
              <a:lnSpc>
                <a:spcPts val="2200"/>
              </a:lnSpc>
              <a:spcAft>
                <a:spcPts val="0"/>
              </a:spcAft>
              <a:tabLst/>
              <a:defRPr sz="1600">
                <a:solidFill>
                  <a:schemeClr val="accent1"/>
                </a:solidFill>
              </a:defRPr>
            </a:lvl3pPr>
            <a:lvl4pPr marL="1543050" indent="-474663">
              <a:lnSpc>
                <a:spcPts val="2200"/>
              </a:lnSpc>
              <a:spcAft>
                <a:spcPts val="0"/>
              </a:spcAft>
              <a:tabLst/>
              <a:defRPr sz="1600">
                <a:solidFill>
                  <a:schemeClr val="accent1"/>
                </a:solidFill>
              </a:defRPr>
            </a:lvl4pPr>
            <a:lvl5pPr marL="2008188" indent="-457200">
              <a:lnSpc>
                <a:spcPts val="2200"/>
              </a:lnSpc>
              <a:spcAft>
                <a:spcPts val="0"/>
              </a:spcAft>
              <a:tabLst/>
              <a:defRPr sz="1600">
                <a:solidFill>
                  <a:schemeClr val="accent1"/>
                </a:solidFill>
              </a:defRPr>
            </a:lvl5pPr>
          </a:lstStyle>
          <a:p>
            <a:pPr lvl="0"/>
            <a:r>
              <a:rPr lang="en-US"/>
              <a:t>Click to edit text</a:t>
            </a:r>
          </a:p>
        </p:txBody>
      </p:sp>
      <p:sp>
        <p:nvSpPr>
          <p:cNvPr id="26" name="Content Placeholder 5">
            <a:extLst>
              <a:ext uri="{FF2B5EF4-FFF2-40B4-BE49-F238E27FC236}">
                <a16:creationId xmlns:a16="http://schemas.microsoft.com/office/drawing/2014/main" id="{69D59D08-6681-2E5E-F3DE-686BACA8360D}"/>
              </a:ext>
            </a:extLst>
          </p:cNvPr>
          <p:cNvSpPr>
            <a:spLocks noGrp="1"/>
          </p:cNvSpPr>
          <p:nvPr>
            <p:ph sz="quarter" idx="4" hasCustomPrompt="1"/>
          </p:nvPr>
        </p:nvSpPr>
        <p:spPr>
          <a:xfrm>
            <a:off x="14379956" y="5055421"/>
            <a:ext cx="4974844" cy="1371600"/>
          </a:xfrm>
        </p:spPr>
        <p:txBody>
          <a:bodyPr/>
          <a:lstStyle>
            <a:lvl1pPr algn="ctr">
              <a:lnSpc>
                <a:spcPts val="2200"/>
              </a:lnSpc>
              <a:spcAft>
                <a:spcPts val="0"/>
              </a:spcAft>
              <a:defRPr sz="1600">
                <a:solidFill>
                  <a:schemeClr val="accent1"/>
                </a:solidFill>
              </a:defRPr>
            </a:lvl1pPr>
            <a:lvl2pPr marL="465138" indent="-446088">
              <a:lnSpc>
                <a:spcPts val="2200"/>
              </a:lnSpc>
              <a:spcAft>
                <a:spcPts val="0"/>
              </a:spcAft>
              <a:tabLst/>
              <a:defRPr sz="1600">
                <a:solidFill>
                  <a:schemeClr val="accent1"/>
                </a:solidFill>
              </a:defRPr>
            </a:lvl2pPr>
            <a:lvl3pPr marL="979488" indent="-496888">
              <a:lnSpc>
                <a:spcPts val="2200"/>
              </a:lnSpc>
              <a:spcAft>
                <a:spcPts val="0"/>
              </a:spcAft>
              <a:tabLst/>
              <a:defRPr sz="1600">
                <a:solidFill>
                  <a:schemeClr val="accent1"/>
                </a:solidFill>
              </a:defRPr>
            </a:lvl3pPr>
            <a:lvl4pPr marL="1543050" indent="-474663">
              <a:lnSpc>
                <a:spcPts val="2200"/>
              </a:lnSpc>
              <a:spcAft>
                <a:spcPts val="0"/>
              </a:spcAft>
              <a:tabLst/>
              <a:defRPr sz="1600">
                <a:solidFill>
                  <a:schemeClr val="accent1"/>
                </a:solidFill>
              </a:defRPr>
            </a:lvl4pPr>
            <a:lvl5pPr marL="2008188" indent="-457200">
              <a:lnSpc>
                <a:spcPts val="2200"/>
              </a:lnSpc>
              <a:spcAft>
                <a:spcPts val="0"/>
              </a:spcAft>
              <a:tabLst/>
              <a:defRPr sz="1600">
                <a:solidFill>
                  <a:schemeClr val="accent1"/>
                </a:solidFill>
              </a:defRPr>
            </a:lvl5pPr>
          </a:lstStyle>
          <a:p>
            <a:pPr lvl="0"/>
            <a:r>
              <a:rPr lang="en-US"/>
              <a:t>Click to edit text</a:t>
            </a:r>
          </a:p>
        </p:txBody>
      </p:sp>
      <p:sp>
        <p:nvSpPr>
          <p:cNvPr id="28" name="Content Placeholder 5">
            <a:extLst>
              <a:ext uri="{FF2B5EF4-FFF2-40B4-BE49-F238E27FC236}">
                <a16:creationId xmlns:a16="http://schemas.microsoft.com/office/drawing/2014/main" id="{C921A96B-D862-8B6B-CDE5-18D7A4675D62}"/>
              </a:ext>
            </a:extLst>
          </p:cNvPr>
          <p:cNvSpPr>
            <a:spLocks noGrp="1"/>
          </p:cNvSpPr>
          <p:nvPr>
            <p:ph sz="quarter" idx="20" hasCustomPrompt="1"/>
          </p:nvPr>
        </p:nvSpPr>
        <p:spPr>
          <a:xfrm>
            <a:off x="14735556" y="8161916"/>
            <a:ext cx="4263644" cy="1371600"/>
          </a:xfrm>
        </p:spPr>
        <p:txBody>
          <a:bodyPr/>
          <a:lstStyle>
            <a:lvl1pPr algn="ctr">
              <a:lnSpc>
                <a:spcPts val="2200"/>
              </a:lnSpc>
              <a:spcAft>
                <a:spcPts val="0"/>
              </a:spcAft>
              <a:defRPr sz="1600">
                <a:solidFill>
                  <a:schemeClr val="bg1"/>
                </a:solidFill>
              </a:defRPr>
            </a:lvl1pPr>
            <a:lvl2pPr marL="465138" indent="-446088">
              <a:lnSpc>
                <a:spcPts val="2200"/>
              </a:lnSpc>
              <a:spcAft>
                <a:spcPts val="0"/>
              </a:spcAft>
              <a:tabLst/>
              <a:defRPr sz="1600">
                <a:solidFill>
                  <a:schemeClr val="accent1"/>
                </a:solidFill>
              </a:defRPr>
            </a:lvl2pPr>
            <a:lvl3pPr marL="979488" indent="-496888">
              <a:lnSpc>
                <a:spcPts val="2200"/>
              </a:lnSpc>
              <a:spcAft>
                <a:spcPts val="0"/>
              </a:spcAft>
              <a:tabLst/>
              <a:defRPr sz="1600">
                <a:solidFill>
                  <a:schemeClr val="accent1"/>
                </a:solidFill>
              </a:defRPr>
            </a:lvl3pPr>
            <a:lvl4pPr marL="1543050" indent="-474663">
              <a:lnSpc>
                <a:spcPts val="2200"/>
              </a:lnSpc>
              <a:spcAft>
                <a:spcPts val="0"/>
              </a:spcAft>
              <a:tabLst/>
              <a:defRPr sz="1600">
                <a:solidFill>
                  <a:schemeClr val="accent1"/>
                </a:solidFill>
              </a:defRPr>
            </a:lvl4pPr>
            <a:lvl5pPr marL="2008188" indent="-457200">
              <a:lnSpc>
                <a:spcPts val="2200"/>
              </a:lnSpc>
              <a:spcAft>
                <a:spcPts val="0"/>
              </a:spcAft>
              <a:tabLst/>
              <a:defRPr sz="1600">
                <a:solidFill>
                  <a:schemeClr val="accent1"/>
                </a:solidFill>
              </a:defRPr>
            </a:lvl5pPr>
          </a:lstStyle>
          <a:p>
            <a:pPr lvl="0"/>
            <a:r>
              <a:rPr lang="en-US"/>
              <a:t>Click to edit text</a:t>
            </a:r>
          </a:p>
        </p:txBody>
      </p:sp>
      <p:sp>
        <p:nvSpPr>
          <p:cNvPr id="30" name="Text Placeholder 12">
            <a:extLst>
              <a:ext uri="{FF2B5EF4-FFF2-40B4-BE49-F238E27FC236}">
                <a16:creationId xmlns:a16="http://schemas.microsoft.com/office/drawing/2014/main" id="{F499E774-D34B-1CFA-3A31-AEFC8D3C1075}"/>
              </a:ext>
            </a:extLst>
          </p:cNvPr>
          <p:cNvSpPr>
            <a:spLocks noGrp="1"/>
          </p:cNvSpPr>
          <p:nvPr>
            <p:ph type="body" sz="quarter" idx="48" hasCustomPrompt="1"/>
          </p:nvPr>
        </p:nvSpPr>
        <p:spPr>
          <a:xfrm>
            <a:off x="8815221" y="1003790"/>
            <a:ext cx="3632873" cy="294953"/>
          </a:xfrm>
        </p:spPr>
        <p:txBody>
          <a:bodyPr lIns="0" tIns="0" rIns="0" bIns="0" anchor="t">
            <a:noAutofit/>
          </a:bodyPr>
          <a:lstStyle>
            <a:lvl1pPr marL="0" indent="0" algn="l">
              <a:lnSpc>
                <a:spcPts val="2400"/>
              </a:lnSpc>
              <a:spcAft>
                <a:spcPts val="0"/>
              </a:spcAft>
              <a:buNone/>
              <a:defRPr lang="en-US" sz="1600" b="1" i="0" kern="1200" dirty="0">
                <a:solidFill>
                  <a:srgbClr val="041E42"/>
                </a:solidFill>
                <a:latin typeface="Everyday Sans" pitchFamily="2" charset="77"/>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31" name="Text Placeholder 12">
            <a:extLst>
              <a:ext uri="{FF2B5EF4-FFF2-40B4-BE49-F238E27FC236}">
                <a16:creationId xmlns:a16="http://schemas.microsoft.com/office/drawing/2014/main" id="{BCBFAC63-94B4-524C-71EF-4D124CBB1CEC}"/>
              </a:ext>
            </a:extLst>
          </p:cNvPr>
          <p:cNvSpPr>
            <a:spLocks noGrp="1"/>
          </p:cNvSpPr>
          <p:nvPr>
            <p:ph type="body" sz="quarter" idx="49" hasCustomPrompt="1"/>
          </p:nvPr>
        </p:nvSpPr>
        <p:spPr>
          <a:xfrm>
            <a:off x="8815221" y="7122145"/>
            <a:ext cx="3632873" cy="294953"/>
          </a:xfrm>
        </p:spPr>
        <p:txBody>
          <a:bodyPr lIns="0" tIns="0" rIns="0" bIns="0" anchor="t">
            <a:noAutofit/>
          </a:bodyPr>
          <a:lstStyle>
            <a:lvl1pPr marL="0" indent="0" algn="l">
              <a:lnSpc>
                <a:spcPts val="2400"/>
              </a:lnSpc>
              <a:spcAft>
                <a:spcPts val="0"/>
              </a:spcAft>
              <a:buNone/>
              <a:defRPr lang="en-US" sz="1600" b="1" i="0" kern="1200" dirty="0">
                <a:solidFill>
                  <a:srgbClr val="041E42"/>
                </a:solidFill>
                <a:latin typeface="Everyday Sans" pitchFamily="2" charset="77"/>
                <a:ea typeface="+mn-ea"/>
                <a:cs typeface="+mn-cs"/>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Click to add text</a:t>
            </a:r>
          </a:p>
        </p:txBody>
      </p:sp>
      <p:sp>
        <p:nvSpPr>
          <p:cNvPr id="32" name="TextBox 31">
            <a:extLst>
              <a:ext uri="{FF2B5EF4-FFF2-40B4-BE49-F238E27FC236}">
                <a16:creationId xmlns:a16="http://schemas.microsoft.com/office/drawing/2014/main" id="{48FF31D8-FAB4-448B-096B-33C6EEFB7371}"/>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Tree>
    <p:extLst>
      <p:ext uri="{BB962C8B-B14F-4D97-AF65-F5344CB8AC3E}">
        <p14:creationId xmlns:p14="http://schemas.microsoft.com/office/powerpoint/2010/main" val="386059305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Marketing Outcomes">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7285716" cy="1169989"/>
          </a:xfrm>
        </p:spPr>
        <p:txBody>
          <a:bodyPr/>
          <a:lstStyle/>
          <a:p>
            <a:r>
              <a:rPr lang="en-US"/>
              <a:t>Click to edit title</a:t>
            </a:r>
          </a:p>
        </p:txBody>
      </p:sp>
      <p:sp>
        <p:nvSpPr>
          <p:cNvPr id="3" name="Content Placeholder 3">
            <a:extLst>
              <a:ext uri="{FF2B5EF4-FFF2-40B4-BE49-F238E27FC236}">
                <a16:creationId xmlns:a16="http://schemas.microsoft.com/office/drawing/2014/main" id="{7408DDF9-52B5-2DA5-15E5-9180261F9E89}"/>
              </a:ext>
            </a:extLst>
          </p:cNvPr>
          <p:cNvSpPr>
            <a:spLocks noGrp="1"/>
          </p:cNvSpPr>
          <p:nvPr>
            <p:ph sz="half" idx="2" hasCustomPrompt="1"/>
          </p:nvPr>
        </p:nvSpPr>
        <p:spPr>
          <a:xfrm>
            <a:off x="1562099" y="3730752"/>
            <a:ext cx="6406243" cy="6876288"/>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err="1"/>
              <a:t>LClick</a:t>
            </a:r>
            <a:r>
              <a:rPr lang="en-US"/>
              <a:t>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E774BA20-BB4C-2380-5853-1F167D0AEB2B}"/>
              </a:ext>
            </a:extLst>
          </p:cNvPr>
          <p:cNvSpPr>
            <a:spLocks noGrp="1"/>
          </p:cNvSpPr>
          <p:nvPr>
            <p:ph type="body" sz="quarter" idx="27" hasCustomPrompt="1"/>
          </p:nvPr>
        </p:nvSpPr>
        <p:spPr>
          <a:xfrm>
            <a:off x="688351" y="1496144"/>
            <a:ext cx="6648360" cy="461870"/>
          </a:xfrm>
        </p:spPr>
        <p:txBody>
          <a:bodyPr anchor="t" anchorCtr="0"/>
          <a:lstStyle>
            <a:lvl1pPr marL="0" indent="0">
              <a:lnSpc>
                <a:spcPts val="2600"/>
              </a:lnSpc>
              <a:spcBef>
                <a:spcPts val="0"/>
              </a:spcBef>
              <a:spcAft>
                <a:spcPts val="0"/>
              </a:spcAft>
              <a:buNone/>
              <a:defRPr sz="18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7" name="Text Placeholder 2">
            <a:extLst>
              <a:ext uri="{FF2B5EF4-FFF2-40B4-BE49-F238E27FC236}">
                <a16:creationId xmlns:a16="http://schemas.microsoft.com/office/drawing/2014/main" id="{7729123C-4E04-63D3-5199-081CBD26BB97}"/>
              </a:ext>
            </a:extLst>
          </p:cNvPr>
          <p:cNvSpPr>
            <a:spLocks noGrp="1"/>
          </p:cNvSpPr>
          <p:nvPr>
            <p:ph type="body" idx="35" hasCustomPrompt="1"/>
          </p:nvPr>
        </p:nvSpPr>
        <p:spPr>
          <a:xfrm>
            <a:off x="621667" y="10942320"/>
            <a:ext cx="7346675" cy="1690622"/>
          </a:xfrm>
        </p:spPr>
        <p:txBody>
          <a:bodyPr anchor="b" anchorCtr="0"/>
          <a:lstStyle>
            <a:lvl1pPr marL="0" indent="0">
              <a:lnSpc>
                <a:spcPts val="2200"/>
              </a:lnSpc>
              <a:spcBef>
                <a:spcPts val="0"/>
              </a:spcBef>
              <a:spcAft>
                <a:spcPts val="0"/>
              </a:spcAft>
              <a:buNone/>
              <a:defRPr sz="1600" b="0" i="0">
                <a:solidFill>
                  <a:schemeClr val="tx1">
                    <a:lumMod val="50000"/>
                    <a:lumOff val="50000"/>
                  </a:schemeClr>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10" name="TextBox 9">
            <a:extLst>
              <a:ext uri="{FF2B5EF4-FFF2-40B4-BE49-F238E27FC236}">
                <a16:creationId xmlns:a16="http://schemas.microsoft.com/office/drawing/2014/main" id="{D24D6924-0FFB-3A21-B6E0-98548C6D1820}"/>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
        <p:nvSpPr>
          <p:cNvPr id="12" name="Table Placeholder 11">
            <a:extLst>
              <a:ext uri="{FF2B5EF4-FFF2-40B4-BE49-F238E27FC236}">
                <a16:creationId xmlns:a16="http://schemas.microsoft.com/office/drawing/2014/main" id="{832B6F25-0767-5172-05D5-D11C2F36C429}"/>
              </a:ext>
            </a:extLst>
          </p:cNvPr>
          <p:cNvSpPr>
            <a:spLocks noGrp="1"/>
          </p:cNvSpPr>
          <p:nvPr>
            <p:ph type="tbl" sz="quarter" idx="36"/>
          </p:nvPr>
        </p:nvSpPr>
        <p:spPr>
          <a:xfrm>
            <a:off x="8462258" y="681741"/>
            <a:ext cx="15254450" cy="12141501"/>
          </a:xfrm>
        </p:spPr>
        <p:txBody>
          <a:bodyPr/>
          <a:lstStyle/>
          <a:p>
            <a:endParaRPr lang="en-US"/>
          </a:p>
        </p:txBody>
      </p:sp>
    </p:spTree>
    <p:extLst>
      <p:ext uri="{BB962C8B-B14F-4D97-AF65-F5344CB8AC3E}">
        <p14:creationId xmlns:p14="http://schemas.microsoft.com/office/powerpoint/2010/main" val="94210220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ampaign Investment">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7285716" cy="1169989"/>
          </a:xfrm>
        </p:spPr>
        <p:txBody>
          <a:bodyPr/>
          <a:lstStyle/>
          <a:p>
            <a:r>
              <a:rPr lang="en-US"/>
              <a:t>Click to edit title</a:t>
            </a:r>
          </a:p>
        </p:txBody>
      </p:sp>
      <p:sp>
        <p:nvSpPr>
          <p:cNvPr id="3" name="Content Placeholder 3">
            <a:extLst>
              <a:ext uri="{FF2B5EF4-FFF2-40B4-BE49-F238E27FC236}">
                <a16:creationId xmlns:a16="http://schemas.microsoft.com/office/drawing/2014/main" id="{7408DDF9-52B5-2DA5-15E5-9180261F9E89}"/>
              </a:ext>
            </a:extLst>
          </p:cNvPr>
          <p:cNvSpPr>
            <a:spLocks noGrp="1"/>
          </p:cNvSpPr>
          <p:nvPr>
            <p:ph sz="half" idx="2" hasCustomPrompt="1"/>
          </p:nvPr>
        </p:nvSpPr>
        <p:spPr>
          <a:xfrm>
            <a:off x="1562099" y="3730752"/>
            <a:ext cx="6406243" cy="6876288"/>
          </a:xfrm>
        </p:spPr>
        <p:txBody>
          <a:bodyPr/>
          <a:lstStyle>
            <a:lvl1pPr>
              <a:lnSpc>
                <a:spcPts val="2600"/>
              </a:lnSpc>
              <a:spcAft>
                <a:spcPts val="0"/>
              </a:spcAft>
              <a:defRPr sz="1800"/>
            </a:lvl1pPr>
            <a:lvl2pPr>
              <a:lnSpc>
                <a:spcPts val="2600"/>
              </a:lnSpc>
              <a:spcAft>
                <a:spcPts val="0"/>
              </a:spcAft>
              <a:defRPr sz="1800"/>
            </a:lvl2pPr>
            <a:lvl3pPr>
              <a:lnSpc>
                <a:spcPts val="2600"/>
              </a:lnSpc>
              <a:spcAft>
                <a:spcPts val="0"/>
              </a:spcAft>
              <a:defRPr sz="1800"/>
            </a:lvl3pPr>
            <a:lvl4pPr>
              <a:lnSpc>
                <a:spcPts val="2600"/>
              </a:lnSpc>
              <a:spcAft>
                <a:spcPts val="0"/>
              </a:spcAft>
              <a:defRPr sz="1800"/>
            </a:lvl4pPr>
            <a:lvl5pPr>
              <a:lnSpc>
                <a:spcPts val="2600"/>
              </a:lnSpc>
              <a:spcAft>
                <a:spcPts val="0"/>
              </a:spcAft>
              <a:defRPr sz="1800"/>
            </a:lvl5pPr>
          </a:lstStyle>
          <a:p>
            <a:pPr lvl="0"/>
            <a:r>
              <a:rPr lang="en-US" err="1"/>
              <a:t>LClick</a:t>
            </a:r>
            <a:r>
              <a:rPr lang="en-US"/>
              <a:t> to edit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E774BA20-BB4C-2380-5853-1F167D0AEB2B}"/>
              </a:ext>
            </a:extLst>
          </p:cNvPr>
          <p:cNvSpPr>
            <a:spLocks noGrp="1"/>
          </p:cNvSpPr>
          <p:nvPr>
            <p:ph type="body" sz="quarter" idx="27" hasCustomPrompt="1"/>
          </p:nvPr>
        </p:nvSpPr>
        <p:spPr>
          <a:xfrm>
            <a:off x="688351" y="1496144"/>
            <a:ext cx="6648360" cy="461870"/>
          </a:xfrm>
        </p:spPr>
        <p:txBody>
          <a:bodyPr anchor="t" anchorCtr="0"/>
          <a:lstStyle>
            <a:lvl1pPr marL="0" indent="0">
              <a:lnSpc>
                <a:spcPts val="2600"/>
              </a:lnSpc>
              <a:spcBef>
                <a:spcPts val="0"/>
              </a:spcBef>
              <a:spcAft>
                <a:spcPts val="0"/>
              </a:spcAft>
              <a:buNone/>
              <a:defRPr sz="18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7" name="Text Placeholder 2">
            <a:extLst>
              <a:ext uri="{FF2B5EF4-FFF2-40B4-BE49-F238E27FC236}">
                <a16:creationId xmlns:a16="http://schemas.microsoft.com/office/drawing/2014/main" id="{7729123C-4E04-63D3-5199-081CBD26BB97}"/>
              </a:ext>
            </a:extLst>
          </p:cNvPr>
          <p:cNvSpPr>
            <a:spLocks noGrp="1"/>
          </p:cNvSpPr>
          <p:nvPr>
            <p:ph type="body" idx="35" hasCustomPrompt="1"/>
          </p:nvPr>
        </p:nvSpPr>
        <p:spPr>
          <a:xfrm>
            <a:off x="621667" y="10942320"/>
            <a:ext cx="7346675" cy="1690622"/>
          </a:xfrm>
        </p:spPr>
        <p:txBody>
          <a:bodyPr anchor="b" anchorCtr="0"/>
          <a:lstStyle>
            <a:lvl1pPr marL="0" indent="0">
              <a:lnSpc>
                <a:spcPts val="2200"/>
              </a:lnSpc>
              <a:spcBef>
                <a:spcPts val="0"/>
              </a:spcBef>
              <a:spcAft>
                <a:spcPts val="0"/>
              </a:spcAft>
              <a:buNone/>
              <a:defRPr sz="1600" b="0" i="0">
                <a:solidFill>
                  <a:schemeClr val="tx1">
                    <a:lumMod val="50000"/>
                    <a:lumOff val="50000"/>
                  </a:schemeClr>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
        <p:nvSpPr>
          <p:cNvPr id="10" name="TextBox 9">
            <a:extLst>
              <a:ext uri="{FF2B5EF4-FFF2-40B4-BE49-F238E27FC236}">
                <a16:creationId xmlns:a16="http://schemas.microsoft.com/office/drawing/2014/main" id="{D24D6924-0FFB-3A21-B6E0-98548C6D1820}"/>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
        <p:nvSpPr>
          <p:cNvPr id="12" name="Table Placeholder 11">
            <a:extLst>
              <a:ext uri="{FF2B5EF4-FFF2-40B4-BE49-F238E27FC236}">
                <a16:creationId xmlns:a16="http://schemas.microsoft.com/office/drawing/2014/main" id="{832B6F25-0767-5172-05D5-D11C2F36C429}"/>
              </a:ext>
            </a:extLst>
          </p:cNvPr>
          <p:cNvSpPr>
            <a:spLocks noGrp="1"/>
          </p:cNvSpPr>
          <p:nvPr>
            <p:ph type="tbl" sz="quarter" idx="36"/>
          </p:nvPr>
        </p:nvSpPr>
        <p:spPr>
          <a:xfrm>
            <a:off x="8462258" y="6139543"/>
            <a:ext cx="15254450" cy="6683699"/>
          </a:xfrm>
        </p:spPr>
        <p:txBody>
          <a:bodyPr/>
          <a:lstStyle/>
          <a:p>
            <a:endParaRPr lang="en-US"/>
          </a:p>
        </p:txBody>
      </p:sp>
      <p:sp>
        <p:nvSpPr>
          <p:cNvPr id="11" name="Chart Placeholder 10">
            <a:extLst>
              <a:ext uri="{FF2B5EF4-FFF2-40B4-BE49-F238E27FC236}">
                <a16:creationId xmlns:a16="http://schemas.microsoft.com/office/drawing/2014/main" id="{DD2DB81B-4429-C2A8-B63C-ED4D70F35D52}"/>
              </a:ext>
            </a:extLst>
          </p:cNvPr>
          <p:cNvSpPr>
            <a:spLocks noGrp="1"/>
          </p:cNvSpPr>
          <p:nvPr>
            <p:ph type="chart" sz="quarter" idx="37"/>
          </p:nvPr>
        </p:nvSpPr>
        <p:spPr>
          <a:xfrm>
            <a:off x="11125146" y="1957388"/>
            <a:ext cx="3457957" cy="3476625"/>
          </a:xfrm>
        </p:spPr>
        <p:txBody>
          <a:bodyPr/>
          <a:lstStyle/>
          <a:p>
            <a:endParaRPr lang="en-US"/>
          </a:p>
        </p:txBody>
      </p:sp>
      <p:sp>
        <p:nvSpPr>
          <p:cNvPr id="14" name="Chart Placeholder 13">
            <a:extLst>
              <a:ext uri="{FF2B5EF4-FFF2-40B4-BE49-F238E27FC236}">
                <a16:creationId xmlns:a16="http://schemas.microsoft.com/office/drawing/2014/main" id="{F36417FB-FCF9-50BF-EFD7-9D40164C4CA0}"/>
              </a:ext>
            </a:extLst>
          </p:cNvPr>
          <p:cNvSpPr>
            <a:spLocks noGrp="1"/>
          </p:cNvSpPr>
          <p:nvPr>
            <p:ph type="chart" sz="quarter" idx="38"/>
          </p:nvPr>
        </p:nvSpPr>
        <p:spPr>
          <a:xfrm>
            <a:off x="15914688" y="2121407"/>
            <a:ext cx="7802020" cy="3566731"/>
          </a:xfrm>
        </p:spPr>
        <p:txBody>
          <a:bodyPr/>
          <a:lstStyle/>
          <a:p>
            <a:endParaRPr lang="en-US"/>
          </a:p>
        </p:txBody>
      </p:sp>
      <p:sp>
        <p:nvSpPr>
          <p:cNvPr id="15" name="Text Placeholder 4">
            <a:extLst>
              <a:ext uri="{FF2B5EF4-FFF2-40B4-BE49-F238E27FC236}">
                <a16:creationId xmlns:a16="http://schemas.microsoft.com/office/drawing/2014/main" id="{0C4B5242-455E-67AB-FBB8-972710AE4FF5}"/>
              </a:ext>
            </a:extLst>
          </p:cNvPr>
          <p:cNvSpPr>
            <a:spLocks noGrp="1"/>
          </p:cNvSpPr>
          <p:nvPr>
            <p:ph type="body" sz="quarter" idx="39" hasCustomPrompt="1"/>
          </p:nvPr>
        </p:nvSpPr>
        <p:spPr>
          <a:xfrm>
            <a:off x="9140975" y="1657350"/>
            <a:ext cx="5442128" cy="300664"/>
          </a:xfrm>
        </p:spPr>
        <p:txBody>
          <a:bodyPr anchor="t" anchorCtr="0"/>
          <a:lstStyle>
            <a:lvl1pPr marL="0" indent="0">
              <a:lnSpc>
                <a:spcPts val="2200"/>
              </a:lnSpc>
              <a:spcBef>
                <a:spcPts val="0"/>
              </a:spcBef>
              <a:spcAft>
                <a:spcPts val="0"/>
              </a:spcAft>
              <a:buNone/>
              <a:defRPr sz="16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6" name="Text Placeholder 4">
            <a:extLst>
              <a:ext uri="{FF2B5EF4-FFF2-40B4-BE49-F238E27FC236}">
                <a16:creationId xmlns:a16="http://schemas.microsoft.com/office/drawing/2014/main" id="{33768E02-7C91-7810-294A-CE3A69C081FB}"/>
              </a:ext>
            </a:extLst>
          </p:cNvPr>
          <p:cNvSpPr>
            <a:spLocks noGrp="1"/>
          </p:cNvSpPr>
          <p:nvPr>
            <p:ph type="body" sz="quarter" idx="40" hasCustomPrompt="1"/>
          </p:nvPr>
        </p:nvSpPr>
        <p:spPr>
          <a:xfrm>
            <a:off x="16595850" y="1657350"/>
            <a:ext cx="7120858" cy="300664"/>
          </a:xfrm>
        </p:spPr>
        <p:txBody>
          <a:bodyPr anchor="t" anchorCtr="0"/>
          <a:lstStyle>
            <a:lvl1pPr marL="0" indent="0">
              <a:lnSpc>
                <a:spcPts val="2200"/>
              </a:lnSpc>
              <a:spcBef>
                <a:spcPts val="0"/>
              </a:spcBef>
              <a:spcAft>
                <a:spcPts val="0"/>
              </a:spcAft>
              <a:buNone/>
              <a:defRPr sz="16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Tree>
    <p:extLst>
      <p:ext uri="{BB962C8B-B14F-4D97-AF65-F5344CB8AC3E}">
        <p14:creationId xmlns:p14="http://schemas.microsoft.com/office/powerpoint/2010/main" val="209805314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iscovery">
    <p:bg>
      <p:bgPr>
        <a:solidFill>
          <a:schemeClr val="accent2"/>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B8FA2C8F-10C4-1C33-927A-1D6E160189D0}"/>
              </a:ext>
            </a:extLst>
          </p:cNvPr>
          <p:cNvSpPr>
            <a:spLocks noGrp="1"/>
          </p:cNvSpPr>
          <p:nvPr>
            <p:ph type="pic" sz="quarter" idx="13"/>
          </p:nvPr>
        </p:nvSpPr>
        <p:spPr>
          <a:xfrm>
            <a:off x="12369800" y="0"/>
            <a:ext cx="12007850" cy="13716000"/>
          </a:xfrm>
          <a:solidFill>
            <a:schemeClr val="bg1">
              <a:lumMod val="85000"/>
            </a:schemeClr>
          </a:solidFill>
        </p:spPr>
        <p:txBody>
          <a:bodyPr/>
          <a:lstStyle/>
          <a:p>
            <a:endParaRPr lang="en-US"/>
          </a:p>
        </p:txBody>
      </p:sp>
      <p:sp>
        <p:nvSpPr>
          <p:cNvPr id="2" name="Title 1"/>
          <p:cNvSpPr>
            <a:spLocks noGrp="1"/>
          </p:cNvSpPr>
          <p:nvPr>
            <p:ph type="title" hasCustomPrompt="1"/>
          </p:nvPr>
        </p:nvSpPr>
        <p:spPr>
          <a:xfrm>
            <a:off x="682625" y="2121408"/>
            <a:ext cx="11204575" cy="1169989"/>
          </a:xfrm>
        </p:spPr>
        <p:txBody>
          <a:bodyPr/>
          <a:lstStyle>
            <a:lvl1pPr>
              <a:defRPr>
                <a:solidFill>
                  <a:schemeClr val="bg1"/>
                </a:solidFill>
              </a:defRPr>
            </a:lvl1pPr>
          </a:lstStyle>
          <a:p>
            <a:r>
              <a:rPr lang="en-US"/>
              <a:t>Click to edit title</a:t>
            </a:r>
          </a:p>
        </p:txBody>
      </p:sp>
      <p:sp>
        <p:nvSpPr>
          <p:cNvPr id="4" name="Content Placeholder 3"/>
          <p:cNvSpPr>
            <a:spLocks noGrp="1"/>
          </p:cNvSpPr>
          <p:nvPr>
            <p:ph sz="half" idx="2"/>
          </p:nvPr>
        </p:nvSpPr>
        <p:spPr>
          <a:xfrm>
            <a:off x="682625" y="3759200"/>
            <a:ext cx="7442200" cy="8861821"/>
          </a:xfrm>
        </p:spPr>
        <p:txBody>
          <a:bodyPr lIns="0" tIns="0" rIns="0" anchor="t"/>
          <a:lstStyle>
            <a:lvl1pPr>
              <a:lnSpc>
                <a:spcPts val="3400"/>
              </a:lnSpc>
              <a:spcAft>
                <a:spcPts val="0"/>
              </a:spcAft>
              <a:defRPr sz="2600">
                <a:solidFill>
                  <a:schemeClr val="bg1"/>
                </a:solidFill>
              </a:defRPr>
            </a:lvl1pPr>
            <a:lvl2pPr>
              <a:lnSpc>
                <a:spcPts val="3400"/>
              </a:lnSpc>
              <a:spcAft>
                <a:spcPts val="0"/>
              </a:spcAft>
              <a:defRPr sz="2600">
                <a:solidFill>
                  <a:schemeClr val="bg1"/>
                </a:solidFill>
              </a:defRPr>
            </a:lvl2pPr>
            <a:lvl3pPr>
              <a:lnSpc>
                <a:spcPts val="3400"/>
              </a:lnSpc>
              <a:spcAft>
                <a:spcPts val="0"/>
              </a:spcAft>
              <a:defRPr sz="2600">
                <a:solidFill>
                  <a:schemeClr val="bg1"/>
                </a:solidFill>
              </a:defRPr>
            </a:lvl3pPr>
            <a:lvl4pPr>
              <a:lnSpc>
                <a:spcPts val="3400"/>
              </a:lnSpc>
              <a:spcAft>
                <a:spcPts val="0"/>
              </a:spcAft>
              <a:defRPr sz="2600">
                <a:solidFill>
                  <a:schemeClr val="bg1"/>
                </a:solidFill>
              </a:defRPr>
            </a:lvl4pPr>
            <a:lvl5pPr>
              <a:lnSpc>
                <a:spcPts val="3400"/>
              </a:lnSpc>
              <a:spcAft>
                <a:spcPts val="0"/>
              </a:spcAft>
              <a:defRPr sz="26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lvl1pPr>
              <a:defRPr>
                <a:solidFill>
                  <a:schemeClr val="bg1"/>
                </a:solidFill>
              </a:defRPr>
            </a:lvl1p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Tree>
    <p:extLst>
      <p:ext uri="{BB962C8B-B14F-4D97-AF65-F5344CB8AC3E}">
        <p14:creationId xmlns:p14="http://schemas.microsoft.com/office/powerpoint/2010/main" val="15796126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Awareness _Media">
    <p:bg>
      <p:bgPr>
        <a:solidFill>
          <a:schemeClr val="bg1"/>
        </a:solidFill>
        <a:effectLst/>
      </p:bgPr>
    </p:bg>
    <p:spTree>
      <p:nvGrpSpPr>
        <p:cNvPr id="1" name=""/>
        <p:cNvGrpSpPr/>
        <p:nvPr/>
      </p:nvGrpSpPr>
      <p:grpSpPr>
        <a:xfrm>
          <a:off x="0" y="0"/>
          <a:ext cx="0" cy="0"/>
          <a:chOff x="0" y="0"/>
          <a:chExt cx="0" cy="0"/>
        </a:xfrm>
      </p:grpSpPr>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 name="Media Placeholder 3">
            <a:extLst>
              <a:ext uri="{FF2B5EF4-FFF2-40B4-BE49-F238E27FC236}">
                <a16:creationId xmlns:a16="http://schemas.microsoft.com/office/drawing/2014/main" id="{3C59028A-ACD7-18B1-3881-F3D791A9B5A0}"/>
              </a:ext>
            </a:extLst>
          </p:cNvPr>
          <p:cNvSpPr>
            <a:spLocks noGrp="1"/>
          </p:cNvSpPr>
          <p:nvPr>
            <p:ph type="media" sz="quarter" idx="14"/>
          </p:nvPr>
        </p:nvSpPr>
        <p:spPr>
          <a:xfrm>
            <a:off x="2649501" y="1497160"/>
            <a:ext cx="19104713" cy="10772812"/>
          </a:xfrm>
          <a:solidFill>
            <a:schemeClr val="bg1">
              <a:lumMod val="85000"/>
            </a:schemeClr>
          </a:solidFill>
        </p:spPr>
        <p:txBody>
          <a:bodyPr/>
          <a:lstStyle/>
          <a:p>
            <a:endParaRPr lang="en-US"/>
          </a:p>
        </p:txBody>
      </p:sp>
      <p:sp>
        <p:nvSpPr>
          <p:cNvPr id="20" name="TextBox 19">
            <a:extLst>
              <a:ext uri="{FF2B5EF4-FFF2-40B4-BE49-F238E27FC236}">
                <a16:creationId xmlns:a16="http://schemas.microsoft.com/office/drawing/2014/main" id="{3A94177B-EAAB-B4CD-BEEF-363F7B5F88A7}"/>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
        <p:nvSpPr>
          <p:cNvPr id="21" name="Title 1">
            <a:extLst>
              <a:ext uri="{FF2B5EF4-FFF2-40B4-BE49-F238E27FC236}">
                <a16:creationId xmlns:a16="http://schemas.microsoft.com/office/drawing/2014/main" id="{E975AFC2-01C7-3051-2557-EB00AECF4573}"/>
              </a:ext>
            </a:extLst>
          </p:cNvPr>
          <p:cNvSpPr>
            <a:spLocks noGrp="1"/>
          </p:cNvSpPr>
          <p:nvPr>
            <p:ph type="title"/>
          </p:nvPr>
        </p:nvSpPr>
        <p:spPr>
          <a:xfrm>
            <a:off x="3288875" y="2121408"/>
            <a:ext cx="17799900" cy="1188720"/>
          </a:xfrm>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010577996"/>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Discovery 2">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21405848" cy="1169989"/>
          </a:xfrm>
        </p:spPr>
        <p:txBody>
          <a:bodyPr/>
          <a:lstStyle/>
          <a:p>
            <a:r>
              <a:rPr lang="en-US"/>
              <a:t>Click to edit title</a:t>
            </a:r>
          </a:p>
        </p:txBody>
      </p:sp>
      <p:sp>
        <p:nvSpPr>
          <p:cNvPr id="3" name="Text Placeholder 4">
            <a:extLst>
              <a:ext uri="{FF2B5EF4-FFF2-40B4-BE49-F238E27FC236}">
                <a16:creationId xmlns:a16="http://schemas.microsoft.com/office/drawing/2014/main" id="{527AFFCF-1BB7-1528-C663-74E3796F8E05}"/>
              </a:ext>
            </a:extLst>
          </p:cNvPr>
          <p:cNvSpPr>
            <a:spLocks noGrp="1"/>
          </p:cNvSpPr>
          <p:nvPr>
            <p:ph type="body" sz="quarter" idx="27" hasCustomPrompt="1"/>
          </p:nvPr>
        </p:nvSpPr>
        <p:spPr>
          <a:xfrm>
            <a:off x="688351" y="4517539"/>
            <a:ext cx="7453936" cy="461870"/>
          </a:xfrm>
        </p:spPr>
        <p:txBody>
          <a:bodyPr anchor="t" anchorCtr="0"/>
          <a:lstStyle>
            <a:lvl1pPr marL="0" indent="0">
              <a:lnSpc>
                <a:spcPts val="3400"/>
              </a:lnSpc>
              <a:spcBef>
                <a:spcPts val="0"/>
              </a:spcBef>
              <a:spcAft>
                <a:spcPts val="0"/>
              </a:spcAft>
              <a:buNone/>
              <a:defRPr sz="2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 name="TextBox 1">
            <a:extLst>
              <a:ext uri="{FF2B5EF4-FFF2-40B4-BE49-F238E27FC236}">
                <a16:creationId xmlns:a16="http://schemas.microsoft.com/office/drawing/2014/main" id="{B87417D7-6AD1-870D-82D5-AFAD913ABA20}"/>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
        <p:nvSpPr>
          <p:cNvPr id="6" name="Text Placeholder 2">
            <a:extLst>
              <a:ext uri="{FF2B5EF4-FFF2-40B4-BE49-F238E27FC236}">
                <a16:creationId xmlns:a16="http://schemas.microsoft.com/office/drawing/2014/main" id="{5505E4AC-3002-B40A-BCA8-61F77CAA755B}"/>
              </a:ext>
            </a:extLst>
          </p:cNvPr>
          <p:cNvSpPr>
            <a:spLocks noGrp="1"/>
          </p:cNvSpPr>
          <p:nvPr>
            <p:ph type="body" idx="1" hasCustomPrompt="1"/>
          </p:nvPr>
        </p:nvSpPr>
        <p:spPr>
          <a:xfrm>
            <a:off x="682625" y="5232744"/>
            <a:ext cx="7459662" cy="829433"/>
          </a:xfrm>
        </p:spPr>
        <p:txBody>
          <a:bodyPr anchor="t" anchorCtr="0"/>
          <a:lstStyle>
            <a:lvl1pPr marL="0" indent="0">
              <a:lnSpc>
                <a:spcPts val="2200"/>
              </a:lnSpc>
              <a:spcBef>
                <a:spcPts val="0"/>
              </a:spcBef>
              <a:spcAft>
                <a:spcPts val="0"/>
              </a:spcAft>
              <a:buNone/>
              <a:tabLst>
                <a:tab pos="1368425" algn="l"/>
              </a:tabLst>
              <a:defRPr sz="1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7" name="Text Placeholder 2">
            <a:extLst>
              <a:ext uri="{FF2B5EF4-FFF2-40B4-BE49-F238E27FC236}">
                <a16:creationId xmlns:a16="http://schemas.microsoft.com/office/drawing/2014/main" id="{F9492249-5D56-200C-5698-638025AC21D3}"/>
              </a:ext>
            </a:extLst>
          </p:cNvPr>
          <p:cNvSpPr>
            <a:spLocks noGrp="1"/>
          </p:cNvSpPr>
          <p:nvPr>
            <p:ph type="body" idx="28" hasCustomPrompt="1"/>
          </p:nvPr>
        </p:nvSpPr>
        <p:spPr>
          <a:xfrm>
            <a:off x="8461475" y="5232744"/>
            <a:ext cx="7459662" cy="829433"/>
          </a:xfrm>
        </p:spPr>
        <p:txBody>
          <a:bodyPr anchor="t" anchorCtr="0"/>
          <a:lstStyle>
            <a:lvl1pPr marL="0" indent="0">
              <a:lnSpc>
                <a:spcPts val="2200"/>
              </a:lnSpc>
              <a:spcBef>
                <a:spcPts val="0"/>
              </a:spcBef>
              <a:spcAft>
                <a:spcPts val="0"/>
              </a:spcAft>
              <a:buNone/>
              <a:tabLst>
                <a:tab pos="1368425" algn="l"/>
              </a:tabLst>
              <a:defRPr sz="1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0" name="Text Placeholder 2">
            <a:extLst>
              <a:ext uri="{FF2B5EF4-FFF2-40B4-BE49-F238E27FC236}">
                <a16:creationId xmlns:a16="http://schemas.microsoft.com/office/drawing/2014/main" id="{7EAA1013-98FA-9C33-C305-AD5C3AB2201B}"/>
              </a:ext>
            </a:extLst>
          </p:cNvPr>
          <p:cNvSpPr>
            <a:spLocks noGrp="1"/>
          </p:cNvSpPr>
          <p:nvPr>
            <p:ph type="body" idx="29" hasCustomPrompt="1"/>
          </p:nvPr>
        </p:nvSpPr>
        <p:spPr>
          <a:xfrm>
            <a:off x="16250285" y="5232744"/>
            <a:ext cx="7459662" cy="829433"/>
          </a:xfrm>
        </p:spPr>
        <p:txBody>
          <a:bodyPr anchor="t" anchorCtr="0"/>
          <a:lstStyle>
            <a:lvl1pPr marL="0" indent="0">
              <a:lnSpc>
                <a:spcPts val="2200"/>
              </a:lnSpc>
              <a:spcBef>
                <a:spcPts val="0"/>
              </a:spcBef>
              <a:spcAft>
                <a:spcPts val="0"/>
              </a:spcAft>
              <a:buNone/>
              <a:tabLst>
                <a:tab pos="1368425" algn="l"/>
              </a:tabLst>
              <a:defRPr sz="1600" b="0" i="0">
                <a:solidFill>
                  <a:schemeClr val="accent1"/>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1" name="Text Placeholder 4">
            <a:extLst>
              <a:ext uri="{FF2B5EF4-FFF2-40B4-BE49-F238E27FC236}">
                <a16:creationId xmlns:a16="http://schemas.microsoft.com/office/drawing/2014/main" id="{DEFB6C7F-233D-F786-0405-664C29FD0424}"/>
              </a:ext>
            </a:extLst>
          </p:cNvPr>
          <p:cNvSpPr>
            <a:spLocks noGrp="1"/>
          </p:cNvSpPr>
          <p:nvPr>
            <p:ph type="body" sz="quarter" idx="30" hasCustomPrompt="1"/>
          </p:nvPr>
        </p:nvSpPr>
        <p:spPr>
          <a:xfrm>
            <a:off x="8462321" y="4517539"/>
            <a:ext cx="7458815" cy="461870"/>
          </a:xfrm>
        </p:spPr>
        <p:txBody>
          <a:bodyPr anchor="t" anchorCtr="0"/>
          <a:lstStyle>
            <a:lvl1pPr marL="0" indent="0">
              <a:lnSpc>
                <a:spcPts val="3400"/>
              </a:lnSpc>
              <a:spcBef>
                <a:spcPts val="0"/>
              </a:spcBef>
              <a:spcAft>
                <a:spcPts val="0"/>
              </a:spcAft>
              <a:buNone/>
              <a:defRPr sz="2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2" name="Text Placeholder 4">
            <a:extLst>
              <a:ext uri="{FF2B5EF4-FFF2-40B4-BE49-F238E27FC236}">
                <a16:creationId xmlns:a16="http://schemas.microsoft.com/office/drawing/2014/main" id="{9E9D9729-3C7B-6B68-266B-6969BB32359A}"/>
              </a:ext>
            </a:extLst>
          </p:cNvPr>
          <p:cNvSpPr>
            <a:spLocks noGrp="1"/>
          </p:cNvSpPr>
          <p:nvPr>
            <p:ph type="body" sz="quarter" idx="31" hasCustomPrompt="1"/>
          </p:nvPr>
        </p:nvSpPr>
        <p:spPr>
          <a:xfrm>
            <a:off x="16250284" y="4517539"/>
            <a:ext cx="7458815" cy="461870"/>
          </a:xfrm>
        </p:spPr>
        <p:txBody>
          <a:bodyPr anchor="t" anchorCtr="0"/>
          <a:lstStyle>
            <a:lvl1pPr marL="0" indent="0">
              <a:lnSpc>
                <a:spcPts val="3400"/>
              </a:lnSpc>
              <a:spcBef>
                <a:spcPts val="0"/>
              </a:spcBef>
              <a:spcAft>
                <a:spcPts val="0"/>
              </a:spcAft>
              <a:buNone/>
              <a:defRPr sz="2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4" name="Picture Placeholder 13">
            <a:extLst>
              <a:ext uri="{FF2B5EF4-FFF2-40B4-BE49-F238E27FC236}">
                <a16:creationId xmlns:a16="http://schemas.microsoft.com/office/drawing/2014/main" id="{F32A3A49-3955-0F6B-1149-27D9BCFE67C3}"/>
              </a:ext>
            </a:extLst>
          </p:cNvPr>
          <p:cNvSpPr>
            <a:spLocks noGrp="1"/>
          </p:cNvSpPr>
          <p:nvPr>
            <p:ph type="pic" sz="quarter" idx="32"/>
          </p:nvPr>
        </p:nvSpPr>
        <p:spPr>
          <a:xfrm>
            <a:off x="685801" y="6458857"/>
            <a:ext cx="7442200" cy="4590143"/>
          </a:xfrm>
          <a:prstGeom prst="roundRect">
            <a:avLst>
              <a:gd name="adj" fmla="val 9129"/>
            </a:avLst>
          </a:prstGeom>
          <a:solidFill>
            <a:schemeClr val="bg1">
              <a:lumMod val="85000"/>
            </a:schemeClr>
          </a:solidFill>
        </p:spPr>
        <p:txBody>
          <a:bodyPr/>
          <a:lstStyle/>
          <a:p>
            <a:endParaRPr lang="en-US"/>
          </a:p>
        </p:txBody>
      </p:sp>
      <p:sp>
        <p:nvSpPr>
          <p:cNvPr id="15" name="Picture Placeholder 13">
            <a:extLst>
              <a:ext uri="{FF2B5EF4-FFF2-40B4-BE49-F238E27FC236}">
                <a16:creationId xmlns:a16="http://schemas.microsoft.com/office/drawing/2014/main" id="{048927E9-B8DA-EC76-D88E-91F0737E8FDC}"/>
              </a:ext>
            </a:extLst>
          </p:cNvPr>
          <p:cNvSpPr>
            <a:spLocks noGrp="1"/>
          </p:cNvSpPr>
          <p:nvPr>
            <p:ph type="pic" sz="quarter" idx="33"/>
          </p:nvPr>
        </p:nvSpPr>
        <p:spPr>
          <a:xfrm>
            <a:off x="8462236" y="6458856"/>
            <a:ext cx="7442200" cy="4590288"/>
          </a:xfrm>
          <a:prstGeom prst="roundRect">
            <a:avLst>
              <a:gd name="adj" fmla="val 9129"/>
            </a:avLst>
          </a:prstGeom>
          <a:solidFill>
            <a:schemeClr val="bg1">
              <a:lumMod val="85000"/>
            </a:schemeClr>
          </a:solidFill>
        </p:spPr>
        <p:txBody>
          <a:bodyPr/>
          <a:lstStyle/>
          <a:p>
            <a:endParaRPr lang="en-US"/>
          </a:p>
        </p:txBody>
      </p:sp>
      <p:sp>
        <p:nvSpPr>
          <p:cNvPr id="16" name="Rounded Rectangle 15">
            <a:extLst>
              <a:ext uri="{FF2B5EF4-FFF2-40B4-BE49-F238E27FC236}">
                <a16:creationId xmlns:a16="http://schemas.microsoft.com/office/drawing/2014/main" id="{99962253-5DA2-E225-22F4-F84A21FA29C2}"/>
              </a:ext>
            </a:extLst>
          </p:cNvPr>
          <p:cNvSpPr/>
          <p:nvPr userDrawn="1"/>
        </p:nvSpPr>
        <p:spPr>
          <a:xfrm>
            <a:off x="16249650" y="6458856"/>
            <a:ext cx="7443216" cy="4590288"/>
          </a:xfrm>
          <a:prstGeom prst="roundRect">
            <a:avLst>
              <a:gd name="adj" fmla="val 919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15561527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Weekly Highlights">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21405848" cy="1169989"/>
          </a:xfrm>
        </p:spPr>
        <p:txBody>
          <a:bodyPr/>
          <a:lstStyle/>
          <a:p>
            <a:r>
              <a:rPr lang="en-US"/>
              <a:t>Click to edit title</a:t>
            </a:r>
          </a:p>
        </p:txBody>
      </p:sp>
      <p:sp>
        <p:nvSpPr>
          <p:cNvPr id="3" name="Text Placeholder 4">
            <a:extLst>
              <a:ext uri="{FF2B5EF4-FFF2-40B4-BE49-F238E27FC236}">
                <a16:creationId xmlns:a16="http://schemas.microsoft.com/office/drawing/2014/main" id="{527AFFCF-1BB7-1528-C663-74E3796F8E05}"/>
              </a:ext>
            </a:extLst>
          </p:cNvPr>
          <p:cNvSpPr>
            <a:spLocks noGrp="1"/>
          </p:cNvSpPr>
          <p:nvPr>
            <p:ph type="body" sz="quarter" idx="27" hasCustomPrompt="1"/>
          </p:nvPr>
        </p:nvSpPr>
        <p:spPr>
          <a:xfrm>
            <a:off x="688351" y="1496144"/>
            <a:ext cx="6648360" cy="461870"/>
          </a:xfrm>
        </p:spPr>
        <p:txBody>
          <a:bodyPr anchor="t" anchorCtr="0"/>
          <a:lstStyle>
            <a:lvl1pPr marL="0" indent="0">
              <a:lnSpc>
                <a:spcPts val="2600"/>
              </a:lnSpc>
              <a:spcBef>
                <a:spcPts val="0"/>
              </a:spcBef>
              <a:spcAft>
                <a:spcPts val="0"/>
              </a:spcAft>
              <a:buNone/>
              <a:defRPr sz="18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11" name="Freeform 10">
            <a:extLst>
              <a:ext uri="{FF2B5EF4-FFF2-40B4-BE49-F238E27FC236}">
                <a16:creationId xmlns:a16="http://schemas.microsoft.com/office/drawing/2014/main" id="{54A7D980-A2A3-A237-F479-5F6F1A412F19}"/>
              </a:ext>
            </a:extLst>
          </p:cNvPr>
          <p:cNvSpPr/>
          <p:nvPr/>
        </p:nvSpPr>
        <p:spPr>
          <a:xfrm>
            <a:off x="683170" y="3738596"/>
            <a:ext cx="7441230" cy="8218369"/>
          </a:xfrm>
          <a:custGeom>
            <a:avLst/>
            <a:gdLst>
              <a:gd name="connsiteX0" fmla="*/ 7034884 w 7441230"/>
              <a:gd name="connsiteY0" fmla="*/ 0 h 8218369"/>
              <a:gd name="connsiteX1" fmla="*/ 7441231 w 7441230"/>
              <a:gd name="connsiteY1" fmla="*/ 406347 h 8218369"/>
              <a:gd name="connsiteX2" fmla="*/ 7441231 w 7441230"/>
              <a:gd name="connsiteY2" fmla="*/ 7812023 h 8218369"/>
              <a:gd name="connsiteX3" fmla="*/ 7034884 w 7441230"/>
              <a:gd name="connsiteY3" fmla="*/ 8218370 h 8218369"/>
              <a:gd name="connsiteX4" fmla="*/ 406347 w 7441230"/>
              <a:gd name="connsiteY4" fmla="*/ 8218370 h 8218369"/>
              <a:gd name="connsiteX5" fmla="*/ 0 w 7441230"/>
              <a:gd name="connsiteY5" fmla="*/ 7812023 h 8218369"/>
              <a:gd name="connsiteX6" fmla="*/ 0 w 7441230"/>
              <a:gd name="connsiteY6" fmla="*/ 406347 h 8218369"/>
              <a:gd name="connsiteX7" fmla="*/ 406347 w 7441230"/>
              <a:gd name="connsiteY7" fmla="*/ 0 h 821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41230" h="8218369">
                <a:moveTo>
                  <a:pt x="7034884" y="0"/>
                </a:moveTo>
                <a:cubicBezTo>
                  <a:pt x="7259303" y="0"/>
                  <a:pt x="7441231" y="181928"/>
                  <a:pt x="7441231" y="406347"/>
                </a:cubicBezTo>
                <a:lnTo>
                  <a:pt x="7441231" y="7812023"/>
                </a:lnTo>
                <a:cubicBezTo>
                  <a:pt x="7441231" y="8036442"/>
                  <a:pt x="7259303" y="8218370"/>
                  <a:pt x="7034884" y="8218370"/>
                </a:cubicBezTo>
                <a:lnTo>
                  <a:pt x="406347" y="8218370"/>
                </a:lnTo>
                <a:cubicBezTo>
                  <a:pt x="181928" y="8218370"/>
                  <a:pt x="0" y="8036442"/>
                  <a:pt x="0" y="7812023"/>
                </a:cubicBezTo>
                <a:lnTo>
                  <a:pt x="0" y="406347"/>
                </a:lnTo>
                <a:cubicBezTo>
                  <a:pt x="0" y="181928"/>
                  <a:pt x="181928" y="0"/>
                  <a:pt x="406347" y="0"/>
                </a:cubicBezTo>
                <a:close/>
              </a:path>
            </a:pathLst>
          </a:custGeom>
          <a:solidFill>
            <a:schemeClr val="accent4"/>
          </a:solidFill>
          <a:ln w="12695" cap="flat">
            <a:noFill/>
            <a:prstDash val="solid"/>
            <a:miter/>
          </a:ln>
        </p:spPr>
        <p:txBody>
          <a:bodyPr lIns="685800" tIns="621792" rtlCol="0" anchor="t" anchorCtr="0"/>
          <a:lstStyle/>
          <a:p>
            <a:pPr>
              <a:lnSpc>
                <a:spcPts val="3400"/>
              </a:lnSpc>
            </a:pPr>
            <a:endParaRPr lang="en-US" sz="2600">
              <a:solidFill>
                <a:schemeClr val="bg1"/>
              </a:solidFill>
              <a:latin typeface="+mj-lt"/>
            </a:endParaRPr>
          </a:p>
        </p:txBody>
      </p:sp>
      <p:sp>
        <p:nvSpPr>
          <p:cNvPr id="12" name="Freeform 11">
            <a:extLst>
              <a:ext uri="{FF2B5EF4-FFF2-40B4-BE49-F238E27FC236}">
                <a16:creationId xmlns:a16="http://schemas.microsoft.com/office/drawing/2014/main" id="{03FF5AD1-E455-0981-06B2-904692C52A52}"/>
              </a:ext>
            </a:extLst>
          </p:cNvPr>
          <p:cNvSpPr/>
          <p:nvPr/>
        </p:nvSpPr>
        <p:spPr>
          <a:xfrm>
            <a:off x="8467256" y="3738596"/>
            <a:ext cx="7441230" cy="8218369"/>
          </a:xfrm>
          <a:custGeom>
            <a:avLst/>
            <a:gdLst>
              <a:gd name="connsiteX0" fmla="*/ 7034885 w 7441230"/>
              <a:gd name="connsiteY0" fmla="*/ 0 h 8218369"/>
              <a:gd name="connsiteX1" fmla="*/ 7441232 w 7441230"/>
              <a:gd name="connsiteY1" fmla="*/ 406347 h 8218369"/>
              <a:gd name="connsiteX2" fmla="*/ 7441232 w 7441230"/>
              <a:gd name="connsiteY2" fmla="*/ 7812023 h 8218369"/>
              <a:gd name="connsiteX3" fmla="*/ 7034885 w 7441230"/>
              <a:gd name="connsiteY3" fmla="*/ 8218370 h 8218369"/>
              <a:gd name="connsiteX4" fmla="*/ 406348 w 7441230"/>
              <a:gd name="connsiteY4" fmla="*/ 8218370 h 8218369"/>
              <a:gd name="connsiteX5" fmla="*/ 1 w 7441230"/>
              <a:gd name="connsiteY5" fmla="*/ 7812023 h 8218369"/>
              <a:gd name="connsiteX6" fmla="*/ 1 w 7441230"/>
              <a:gd name="connsiteY6" fmla="*/ 406347 h 8218369"/>
              <a:gd name="connsiteX7" fmla="*/ 406348 w 7441230"/>
              <a:gd name="connsiteY7" fmla="*/ 0 h 821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41230" h="8218369">
                <a:moveTo>
                  <a:pt x="7034885" y="0"/>
                </a:moveTo>
                <a:cubicBezTo>
                  <a:pt x="7259304" y="0"/>
                  <a:pt x="7441232" y="181928"/>
                  <a:pt x="7441232" y="406347"/>
                </a:cubicBezTo>
                <a:lnTo>
                  <a:pt x="7441232" y="7812023"/>
                </a:lnTo>
                <a:cubicBezTo>
                  <a:pt x="7441232" y="8036442"/>
                  <a:pt x="7259304" y="8218370"/>
                  <a:pt x="7034885" y="8218370"/>
                </a:cubicBezTo>
                <a:lnTo>
                  <a:pt x="406348" y="8218370"/>
                </a:lnTo>
                <a:cubicBezTo>
                  <a:pt x="181929" y="8218370"/>
                  <a:pt x="1" y="8036442"/>
                  <a:pt x="1" y="7812023"/>
                </a:cubicBezTo>
                <a:lnTo>
                  <a:pt x="1" y="406347"/>
                </a:lnTo>
                <a:cubicBezTo>
                  <a:pt x="1" y="181928"/>
                  <a:pt x="181929" y="0"/>
                  <a:pt x="406348" y="0"/>
                </a:cubicBezTo>
                <a:close/>
              </a:path>
            </a:pathLst>
          </a:custGeom>
          <a:solidFill>
            <a:schemeClr val="accent3"/>
          </a:solidFill>
          <a:ln w="12695" cap="flat">
            <a:noFill/>
            <a:prstDash val="solid"/>
            <a:miter/>
          </a:ln>
        </p:spPr>
        <p:txBody>
          <a:bodyPr lIns="685800" tIns="621792" rtlCol="0" anchor="t" anchorCtr="0"/>
          <a:lstStyle/>
          <a:p>
            <a:pPr>
              <a:lnSpc>
                <a:spcPts val="3400"/>
              </a:lnSpc>
            </a:pPr>
            <a:endParaRPr lang="en-US" sz="2600">
              <a:solidFill>
                <a:schemeClr val="bg1"/>
              </a:solidFill>
              <a:latin typeface="+mj-lt"/>
            </a:endParaRPr>
          </a:p>
        </p:txBody>
      </p:sp>
      <p:sp>
        <p:nvSpPr>
          <p:cNvPr id="13" name="Freeform 12">
            <a:extLst>
              <a:ext uri="{FF2B5EF4-FFF2-40B4-BE49-F238E27FC236}">
                <a16:creationId xmlns:a16="http://schemas.microsoft.com/office/drawing/2014/main" id="{16579FFC-1B27-A5B6-A2A7-864E4EACB389}"/>
              </a:ext>
            </a:extLst>
          </p:cNvPr>
          <p:cNvSpPr/>
          <p:nvPr/>
        </p:nvSpPr>
        <p:spPr>
          <a:xfrm>
            <a:off x="16251342" y="3738596"/>
            <a:ext cx="7441230" cy="8218369"/>
          </a:xfrm>
          <a:custGeom>
            <a:avLst/>
            <a:gdLst>
              <a:gd name="connsiteX0" fmla="*/ 7034885 w 7441230"/>
              <a:gd name="connsiteY0" fmla="*/ 0 h 8218369"/>
              <a:gd name="connsiteX1" fmla="*/ 7441232 w 7441230"/>
              <a:gd name="connsiteY1" fmla="*/ 406347 h 8218369"/>
              <a:gd name="connsiteX2" fmla="*/ 7441232 w 7441230"/>
              <a:gd name="connsiteY2" fmla="*/ 7812023 h 8218369"/>
              <a:gd name="connsiteX3" fmla="*/ 7034885 w 7441230"/>
              <a:gd name="connsiteY3" fmla="*/ 8218370 h 8218369"/>
              <a:gd name="connsiteX4" fmla="*/ 406348 w 7441230"/>
              <a:gd name="connsiteY4" fmla="*/ 8218370 h 8218369"/>
              <a:gd name="connsiteX5" fmla="*/ 1 w 7441230"/>
              <a:gd name="connsiteY5" fmla="*/ 7812023 h 8218369"/>
              <a:gd name="connsiteX6" fmla="*/ 1 w 7441230"/>
              <a:gd name="connsiteY6" fmla="*/ 406347 h 8218369"/>
              <a:gd name="connsiteX7" fmla="*/ 406348 w 7441230"/>
              <a:gd name="connsiteY7" fmla="*/ 0 h 821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41230" h="8218369">
                <a:moveTo>
                  <a:pt x="7034885" y="0"/>
                </a:moveTo>
                <a:cubicBezTo>
                  <a:pt x="7259304" y="0"/>
                  <a:pt x="7441232" y="181928"/>
                  <a:pt x="7441232" y="406347"/>
                </a:cubicBezTo>
                <a:lnTo>
                  <a:pt x="7441232" y="7812023"/>
                </a:lnTo>
                <a:cubicBezTo>
                  <a:pt x="7441232" y="8036442"/>
                  <a:pt x="7259304" y="8218370"/>
                  <a:pt x="7034885" y="8218370"/>
                </a:cubicBezTo>
                <a:lnTo>
                  <a:pt x="406348" y="8218370"/>
                </a:lnTo>
                <a:cubicBezTo>
                  <a:pt x="181929" y="8218370"/>
                  <a:pt x="1" y="8036442"/>
                  <a:pt x="1" y="7812023"/>
                </a:cubicBezTo>
                <a:lnTo>
                  <a:pt x="1" y="406347"/>
                </a:lnTo>
                <a:cubicBezTo>
                  <a:pt x="1" y="181928"/>
                  <a:pt x="181929" y="0"/>
                  <a:pt x="406348" y="0"/>
                </a:cubicBezTo>
                <a:close/>
              </a:path>
            </a:pathLst>
          </a:custGeom>
          <a:solidFill>
            <a:schemeClr val="accent2"/>
          </a:solidFill>
          <a:ln w="12695" cap="flat">
            <a:noFill/>
            <a:prstDash val="solid"/>
            <a:miter/>
          </a:ln>
        </p:spPr>
        <p:txBody>
          <a:bodyPr lIns="685800" tIns="621792" rtlCol="0" anchor="t" anchorCtr="0"/>
          <a:lstStyle/>
          <a:p>
            <a:pPr>
              <a:lnSpc>
                <a:spcPts val="3400"/>
              </a:lnSpc>
            </a:pPr>
            <a:endParaRPr lang="en-US" sz="2600">
              <a:solidFill>
                <a:schemeClr val="bg1"/>
              </a:solidFill>
              <a:latin typeface="+mj-lt"/>
            </a:endParaRPr>
          </a:p>
        </p:txBody>
      </p:sp>
      <p:sp>
        <p:nvSpPr>
          <p:cNvPr id="14" name="Content Placeholder 3">
            <a:extLst>
              <a:ext uri="{FF2B5EF4-FFF2-40B4-BE49-F238E27FC236}">
                <a16:creationId xmlns:a16="http://schemas.microsoft.com/office/drawing/2014/main" id="{EF3A31E2-277B-895B-2DCA-20B05F91F1D4}"/>
              </a:ext>
            </a:extLst>
          </p:cNvPr>
          <p:cNvSpPr>
            <a:spLocks noGrp="1"/>
          </p:cNvSpPr>
          <p:nvPr>
            <p:ph sz="half" idx="2" hasCustomPrompt="1"/>
          </p:nvPr>
        </p:nvSpPr>
        <p:spPr>
          <a:xfrm>
            <a:off x="1300251" y="9067218"/>
            <a:ext cx="6251977" cy="1607573"/>
          </a:xfrm>
        </p:spPr>
        <p:txBody>
          <a:bodyPr anchor="t"/>
          <a:lstStyle>
            <a:lvl1pPr>
              <a:lnSpc>
                <a:spcPts val="2600"/>
              </a:lnSpc>
              <a:spcAft>
                <a:spcPts val="0"/>
              </a:spcAft>
              <a:defRPr sz="1800">
                <a:solidFill>
                  <a:schemeClr val="accent1"/>
                </a:solidFill>
              </a:defRPr>
            </a:lvl1pPr>
            <a:lvl2pPr marL="465138" indent="-446088">
              <a:lnSpc>
                <a:spcPts val="2600"/>
              </a:lnSpc>
              <a:spcAft>
                <a:spcPts val="0"/>
              </a:spcAft>
              <a:tabLst/>
              <a:defRPr sz="1800">
                <a:solidFill>
                  <a:schemeClr val="accent1"/>
                </a:solidFill>
              </a:defRPr>
            </a:lvl2pPr>
            <a:lvl3pPr marL="915988" indent="-433388">
              <a:lnSpc>
                <a:spcPts val="2600"/>
              </a:lnSpc>
              <a:spcAft>
                <a:spcPts val="0"/>
              </a:spcAft>
              <a:tabLst/>
              <a:defRPr sz="1800">
                <a:solidFill>
                  <a:schemeClr val="accent1"/>
                </a:solidFill>
              </a:defRPr>
            </a:lvl3pPr>
            <a:lvl4pPr marL="1543050" indent="-474663">
              <a:lnSpc>
                <a:spcPts val="2300"/>
              </a:lnSpc>
              <a:spcAft>
                <a:spcPts val="0"/>
              </a:spcAft>
              <a:tabLst/>
              <a:defRPr sz="1800">
                <a:solidFill>
                  <a:schemeClr val="bg1"/>
                </a:solidFill>
              </a:defRPr>
            </a:lvl4pPr>
            <a:lvl5pPr marL="2008188" indent="-457200">
              <a:lnSpc>
                <a:spcPts val="2300"/>
              </a:lnSpc>
              <a:spcAft>
                <a:spcPts val="0"/>
              </a:spcAft>
              <a:tabLst/>
              <a:defRPr sz="1800">
                <a:solidFill>
                  <a:schemeClr val="bg1"/>
                </a:solidFill>
              </a:defRPr>
            </a:lvl5pPr>
          </a:lstStyle>
          <a:p>
            <a:pPr lvl="0"/>
            <a:r>
              <a:rPr lang="en-US"/>
              <a:t>Click to edit text</a:t>
            </a:r>
          </a:p>
          <a:p>
            <a:pPr lvl="1"/>
            <a:r>
              <a:rPr lang="en-US"/>
              <a:t>Second level</a:t>
            </a:r>
          </a:p>
          <a:p>
            <a:pPr lvl="2"/>
            <a:r>
              <a:rPr lang="en-US"/>
              <a:t>Third level</a:t>
            </a:r>
          </a:p>
        </p:txBody>
      </p:sp>
      <p:sp>
        <p:nvSpPr>
          <p:cNvPr id="15" name="Content Placeholder 3">
            <a:extLst>
              <a:ext uri="{FF2B5EF4-FFF2-40B4-BE49-F238E27FC236}">
                <a16:creationId xmlns:a16="http://schemas.microsoft.com/office/drawing/2014/main" id="{86A83725-489B-6EF2-F382-2FF6DFF963A2}"/>
              </a:ext>
            </a:extLst>
          </p:cNvPr>
          <p:cNvSpPr>
            <a:spLocks noGrp="1"/>
          </p:cNvSpPr>
          <p:nvPr>
            <p:ph sz="half" idx="28" hasCustomPrompt="1"/>
          </p:nvPr>
        </p:nvSpPr>
        <p:spPr>
          <a:xfrm>
            <a:off x="9086971" y="9067218"/>
            <a:ext cx="6251977" cy="1607573"/>
          </a:xfrm>
        </p:spPr>
        <p:txBody>
          <a:bodyPr anchor="t"/>
          <a:lstStyle>
            <a:lvl1pPr>
              <a:lnSpc>
                <a:spcPts val="2600"/>
              </a:lnSpc>
              <a:spcAft>
                <a:spcPts val="0"/>
              </a:spcAft>
              <a:defRPr sz="1800">
                <a:solidFill>
                  <a:schemeClr val="accent1"/>
                </a:solidFill>
              </a:defRPr>
            </a:lvl1pPr>
            <a:lvl2pPr marL="465138" indent="-446088">
              <a:lnSpc>
                <a:spcPts val="2600"/>
              </a:lnSpc>
              <a:spcAft>
                <a:spcPts val="0"/>
              </a:spcAft>
              <a:tabLst/>
              <a:defRPr sz="1800">
                <a:solidFill>
                  <a:schemeClr val="accent1"/>
                </a:solidFill>
              </a:defRPr>
            </a:lvl2pPr>
            <a:lvl3pPr marL="915988" indent="-433388">
              <a:lnSpc>
                <a:spcPts val="2600"/>
              </a:lnSpc>
              <a:spcAft>
                <a:spcPts val="0"/>
              </a:spcAft>
              <a:tabLst/>
              <a:defRPr sz="1800">
                <a:solidFill>
                  <a:schemeClr val="accent1"/>
                </a:solidFill>
              </a:defRPr>
            </a:lvl3pPr>
            <a:lvl4pPr marL="1543050" indent="-474663">
              <a:lnSpc>
                <a:spcPts val="2300"/>
              </a:lnSpc>
              <a:spcAft>
                <a:spcPts val="0"/>
              </a:spcAft>
              <a:tabLst/>
              <a:defRPr sz="1800">
                <a:solidFill>
                  <a:schemeClr val="bg1"/>
                </a:solidFill>
              </a:defRPr>
            </a:lvl4pPr>
            <a:lvl5pPr marL="2008188" indent="-457200">
              <a:lnSpc>
                <a:spcPts val="2300"/>
              </a:lnSpc>
              <a:spcAft>
                <a:spcPts val="0"/>
              </a:spcAft>
              <a:tabLst/>
              <a:defRPr sz="1800">
                <a:solidFill>
                  <a:schemeClr val="bg1"/>
                </a:solidFill>
              </a:defRPr>
            </a:lvl5pPr>
          </a:lstStyle>
          <a:p>
            <a:pPr lvl="0"/>
            <a:r>
              <a:rPr lang="en-US"/>
              <a:t>Click to edit text</a:t>
            </a:r>
          </a:p>
          <a:p>
            <a:pPr lvl="1"/>
            <a:r>
              <a:rPr lang="en-US"/>
              <a:t>Second level</a:t>
            </a:r>
          </a:p>
          <a:p>
            <a:pPr lvl="2"/>
            <a:r>
              <a:rPr lang="en-US"/>
              <a:t>Third level</a:t>
            </a:r>
          </a:p>
        </p:txBody>
      </p:sp>
      <p:sp>
        <p:nvSpPr>
          <p:cNvPr id="16" name="Content Placeholder 3">
            <a:extLst>
              <a:ext uri="{FF2B5EF4-FFF2-40B4-BE49-F238E27FC236}">
                <a16:creationId xmlns:a16="http://schemas.microsoft.com/office/drawing/2014/main" id="{47B56C7E-80C3-29D5-E6F4-56E8F0F628EA}"/>
              </a:ext>
            </a:extLst>
          </p:cNvPr>
          <p:cNvSpPr>
            <a:spLocks noGrp="1"/>
          </p:cNvSpPr>
          <p:nvPr>
            <p:ph sz="half" idx="29" hasCustomPrompt="1"/>
          </p:nvPr>
        </p:nvSpPr>
        <p:spPr>
          <a:xfrm>
            <a:off x="16891268" y="9067218"/>
            <a:ext cx="6251977" cy="1607573"/>
          </a:xfrm>
        </p:spPr>
        <p:txBody>
          <a:bodyPr anchor="t"/>
          <a:lstStyle>
            <a:lvl1pPr>
              <a:lnSpc>
                <a:spcPts val="2600"/>
              </a:lnSpc>
              <a:spcAft>
                <a:spcPts val="0"/>
              </a:spcAft>
              <a:defRPr sz="1800">
                <a:solidFill>
                  <a:schemeClr val="bg1"/>
                </a:solidFill>
              </a:defRPr>
            </a:lvl1pPr>
            <a:lvl2pPr marL="465138" indent="-446088">
              <a:lnSpc>
                <a:spcPts val="2600"/>
              </a:lnSpc>
              <a:spcAft>
                <a:spcPts val="0"/>
              </a:spcAft>
              <a:tabLst/>
              <a:defRPr sz="1800">
                <a:solidFill>
                  <a:schemeClr val="bg1"/>
                </a:solidFill>
              </a:defRPr>
            </a:lvl2pPr>
            <a:lvl3pPr marL="915988" indent="-433388">
              <a:lnSpc>
                <a:spcPts val="2600"/>
              </a:lnSpc>
              <a:spcAft>
                <a:spcPts val="0"/>
              </a:spcAft>
              <a:tabLst/>
              <a:defRPr sz="1800">
                <a:solidFill>
                  <a:schemeClr val="bg1"/>
                </a:solidFill>
              </a:defRPr>
            </a:lvl3pPr>
            <a:lvl4pPr marL="1543050" indent="-474663">
              <a:lnSpc>
                <a:spcPts val="2300"/>
              </a:lnSpc>
              <a:spcAft>
                <a:spcPts val="0"/>
              </a:spcAft>
              <a:tabLst/>
              <a:defRPr sz="1800">
                <a:solidFill>
                  <a:schemeClr val="bg1"/>
                </a:solidFill>
              </a:defRPr>
            </a:lvl4pPr>
            <a:lvl5pPr marL="2008188" indent="-457200">
              <a:lnSpc>
                <a:spcPts val="2300"/>
              </a:lnSpc>
              <a:spcAft>
                <a:spcPts val="0"/>
              </a:spcAft>
              <a:tabLst/>
              <a:defRPr sz="1800">
                <a:solidFill>
                  <a:schemeClr val="bg1"/>
                </a:solidFill>
              </a:defRPr>
            </a:lvl5pPr>
          </a:lstStyle>
          <a:p>
            <a:pPr lvl="0"/>
            <a:r>
              <a:rPr lang="en-US"/>
              <a:t>Click to edit text</a:t>
            </a:r>
          </a:p>
          <a:p>
            <a:pPr lvl="1"/>
            <a:r>
              <a:rPr lang="en-US"/>
              <a:t>Second level</a:t>
            </a:r>
          </a:p>
          <a:p>
            <a:pPr lvl="2"/>
            <a:r>
              <a:rPr lang="en-US"/>
              <a:t>Third level</a:t>
            </a:r>
          </a:p>
        </p:txBody>
      </p:sp>
      <p:sp>
        <p:nvSpPr>
          <p:cNvPr id="18" name="Text Placeholder 2">
            <a:extLst>
              <a:ext uri="{FF2B5EF4-FFF2-40B4-BE49-F238E27FC236}">
                <a16:creationId xmlns:a16="http://schemas.microsoft.com/office/drawing/2014/main" id="{2C25FD9A-AA0E-5260-29BC-577CC5A9B453}"/>
              </a:ext>
            </a:extLst>
          </p:cNvPr>
          <p:cNvSpPr>
            <a:spLocks noGrp="1"/>
          </p:cNvSpPr>
          <p:nvPr>
            <p:ph type="body" idx="1" hasCustomPrompt="1"/>
          </p:nvPr>
        </p:nvSpPr>
        <p:spPr>
          <a:xfrm>
            <a:off x="1370289" y="4356806"/>
            <a:ext cx="6126480" cy="635027"/>
          </a:xfrm>
        </p:spPr>
        <p:txBody>
          <a:bodyPr anchor="t" anchorCtr="0"/>
          <a:lstStyle>
            <a:lvl1pPr marL="0" indent="0">
              <a:lnSpc>
                <a:spcPts val="3400"/>
              </a:lnSpc>
              <a:spcBef>
                <a:spcPts val="0"/>
              </a:spcBef>
              <a:spcAft>
                <a:spcPts val="0"/>
              </a:spcAft>
              <a:buNone/>
              <a:defRPr sz="2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1" name="Text Placeholder 2">
            <a:extLst>
              <a:ext uri="{FF2B5EF4-FFF2-40B4-BE49-F238E27FC236}">
                <a16:creationId xmlns:a16="http://schemas.microsoft.com/office/drawing/2014/main" id="{0B8C1792-1F5B-5669-854B-1F0D468FFE0F}"/>
              </a:ext>
            </a:extLst>
          </p:cNvPr>
          <p:cNvSpPr>
            <a:spLocks noGrp="1"/>
          </p:cNvSpPr>
          <p:nvPr>
            <p:ph type="body" idx="30" hasCustomPrompt="1"/>
          </p:nvPr>
        </p:nvSpPr>
        <p:spPr>
          <a:xfrm>
            <a:off x="9149719" y="4356806"/>
            <a:ext cx="6126480" cy="635027"/>
          </a:xfrm>
        </p:spPr>
        <p:txBody>
          <a:bodyPr anchor="t" anchorCtr="0"/>
          <a:lstStyle>
            <a:lvl1pPr marL="0" indent="0">
              <a:lnSpc>
                <a:spcPts val="3400"/>
              </a:lnSpc>
              <a:spcBef>
                <a:spcPts val="0"/>
              </a:spcBef>
              <a:spcAft>
                <a:spcPts val="0"/>
              </a:spcAft>
              <a:buNone/>
              <a:defRPr sz="2600" b="0" i="0">
                <a:solidFill>
                  <a:schemeClr val="accent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2" name="Text Placeholder 2">
            <a:extLst>
              <a:ext uri="{FF2B5EF4-FFF2-40B4-BE49-F238E27FC236}">
                <a16:creationId xmlns:a16="http://schemas.microsoft.com/office/drawing/2014/main" id="{BB781E95-250D-9EDE-50C8-B617203E857E}"/>
              </a:ext>
            </a:extLst>
          </p:cNvPr>
          <p:cNvSpPr>
            <a:spLocks noGrp="1"/>
          </p:cNvSpPr>
          <p:nvPr>
            <p:ph type="body" idx="31" hasCustomPrompt="1"/>
          </p:nvPr>
        </p:nvSpPr>
        <p:spPr>
          <a:xfrm>
            <a:off x="16938452" y="4356806"/>
            <a:ext cx="6126480" cy="635027"/>
          </a:xfrm>
        </p:spPr>
        <p:txBody>
          <a:bodyPr anchor="t" anchorCtr="0"/>
          <a:lstStyle>
            <a:lvl1pPr marL="0" indent="0">
              <a:lnSpc>
                <a:spcPts val="3400"/>
              </a:lnSpc>
              <a:spcBef>
                <a:spcPts val="0"/>
              </a:spcBef>
              <a:spcAft>
                <a:spcPts val="0"/>
              </a:spcAft>
              <a:buNone/>
              <a:defRPr sz="2600" b="0" i="0">
                <a:solidFill>
                  <a:schemeClr val="bg1"/>
                </a:solidFill>
                <a:latin typeface="+mj-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
        <p:nvSpPr>
          <p:cNvPr id="24" name="Picture Placeholder 23">
            <a:extLst>
              <a:ext uri="{FF2B5EF4-FFF2-40B4-BE49-F238E27FC236}">
                <a16:creationId xmlns:a16="http://schemas.microsoft.com/office/drawing/2014/main" id="{25DE3347-6502-C8D5-F752-7800C516DED9}"/>
              </a:ext>
            </a:extLst>
          </p:cNvPr>
          <p:cNvSpPr>
            <a:spLocks noGrp="1"/>
          </p:cNvSpPr>
          <p:nvPr>
            <p:ph type="pic" sz="quarter" idx="32"/>
          </p:nvPr>
        </p:nvSpPr>
        <p:spPr>
          <a:xfrm>
            <a:off x="1300251" y="5273899"/>
            <a:ext cx="6196518" cy="3346120"/>
          </a:xfrm>
          <a:solidFill>
            <a:schemeClr val="bg1">
              <a:lumMod val="85000"/>
            </a:schemeClr>
          </a:solidFill>
        </p:spPr>
        <p:txBody>
          <a:bodyPr/>
          <a:lstStyle/>
          <a:p>
            <a:endParaRPr lang="en-US"/>
          </a:p>
        </p:txBody>
      </p:sp>
      <p:sp>
        <p:nvSpPr>
          <p:cNvPr id="25" name="Picture Placeholder 23">
            <a:extLst>
              <a:ext uri="{FF2B5EF4-FFF2-40B4-BE49-F238E27FC236}">
                <a16:creationId xmlns:a16="http://schemas.microsoft.com/office/drawing/2014/main" id="{8898F9CD-427D-1960-313A-B5D555A5ED13}"/>
              </a:ext>
            </a:extLst>
          </p:cNvPr>
          <p:cNvSpPr>
            <a:spLocks noGrp="1"/>
          </p:cNvSpPr>
          <p:nvPr>
            <p:ph type="pic" sz="quarter" idx="33"/>
          </p:nvPr>
        </p:nvSpPr>
        <p:spPr>
          <a:xfrm>
            <a:off x="9114700" y="5273899"/>
            <a:ext cx="6196518" cy="3346120"/>
          </a:xfrm>
          <a:solidFill>
            <a:schemeClr val="bg1">
              <a:lumMod val="85000"/>
            </a:schemeClr>
          </a:solidFill>
        </p:spPr>
        <p:txBody>
          <a:bodyPr/>
          <a:lstStyle/>
          <a:p>
            <a:endParaRPr lang="en-US"/>
          </a:p>
        </p:txBody>
      </p:sp>
      <p:sp>
        <p:nvSpPr>
          <p:cNvPr id="26" name="Picture Placeholder 23">
            <a:extLst>
              <a:ext uri="{FF2B5EF4-FFF2-40B4-BE49-F238E27FC236}">
                <a16:creationId xmlns:a16="http://schemas.microsoft.com/office/drawing/2014/main" id="{D910035D-9B73-6FC4-FB70-B04D749005D1}"/>
              </a:ext>
            </a:extLst>
          </p:cNvPr>
          <p:cNvSpPr>
            <a:spLocks noGrp="1"/>
          </p:cNvSpPr>
          <p:nvPr>
            <p:ph type="pic" sz="quarter" idx="34"/>
          </p:nvPr>
        </p:nvSpPr>
        <p:spPr>
          <a:xfrm>
            <a:off x="16903433" y="5273899"/>
            <a:ext cx="6196518" cy="3346120"/>
          </a:xfrm>
          <a:solidFill>
            <a:schemeClr val="bg1">
              <a:lumMod val="85000"/>
            </a:schemeClr>
          </a:solidFill>
        </p:spPr>
        <p:txBody>
          <a:bodyPr/>
          <a:lstStyle/>
          <a:p>
            <a:endParaRPr lang="en-US"/>
          </a:p>
        </p:txBody>
      </p:sp>
      <p:sp>
        <p:nvSpPr>
          <p:cNvPr id="28" name="Text Placeholder 2">
            <a:extLst>
              <a:ext uri="{FF2B5EF4-FFF2-40B4-BE49-F238E27FC236}">
                <a16:creationId xmlns:a16="http://schemas.microsoft.com/office/drawing/2014/main" id="{BFB66664-6919-C5AA-C82F-074A1424B7E4}"/>
              </a:ext>
            </a:extLst>
          </p:cNvPr>
          <p:cNvSpPr>
            <a:spLocks noGrp="1"/>
          </p:cNvSpPr>
          <p:nvPr>
            <p:ph type="body" idx="35" hasCustomPrompt="1"/>
          </p:nvPr>
        </p:nvSpPr>
        <p:spPr>
          <a:xfrm>
            <a:off x="621666" y="12295326"/>
            <a:ext cx="23095042" cy="390340"/>
          </a:xfrm>
        </p:spPr>
        <p:txBody>
          <a:bodyPr anchor="ctr" anchorCtr="0"/>
          <a:lstStyle>
            <a:lvl1pPr marL="0" indent="0">
              <a:lnSpc>
                <a:spcPts val="2200"/>
              </a:lnSpc>
              <a:spcBef>
                <a:spcPts val="0"/>
              </a:spcBef>
              <a:spcAft>
                <a:spcPts val="0"/>
              </a:spcAft>
              <a:buNone/>
              <a:defRPr sz="1600" b="0" i="0">
                <a:solidFill>
                  <a:schemeClr val="tx1">
                    <a:lumMod val="50000"/>
                    <a:lumOff val="50000"/>
                  </a:schemeClr>
                </a:solidFill>
                <a:latin typeface="+mn-lt"/>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Add text</a:t>
            </a:r>
          </a:p>
        </p:txBody>
      </p:sp>
    </p:spTree>
    <p:extLst>
      <p:ext uri="{BB962C8B-B14F-4D97-AF65-F5344CB8AC3E}">
        <p14:creationId xmlns:p14="http://schemas.microsoft.com/office/powerpoint/2010/main" val="391615002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Weekly Highlights">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E0902F5-D9A2-E042-61E6-315E8282A029}"/>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5147640C-DD78-39A9-835C-FB7571EAB360}"/>
              </a:ext>
            </a:extLst>
          </p:cNvPr>
          <p:cNvSpPr/>
          <p:nvPr/>
        </p:nvSpPr>
        <p:spPr>
          <a:xfrm>
            <a:off x="571351" y="3659986"/>
            <a:ext cx="23234947" cy="8928314"/>
          </a:xfrm>
          <a:custGeom>
            <a:avLst/>
            <a:gdLst>
              <a:gd name="connsiteX0" fmla="*/ 0 w 23234947"/>
              <a:gd name="connsiteY0" fmla="*/ 0 h 8928314"/>
              <a:gd name="connsiteX1" fmla="*/ 23234948 w 23234947"/>
              <a:gd name="connsiteY1" fmla="*/ 0 h 8928314"/>
              <a:gd name="connsiteX2" fmla="*/ 23234948 w 23234947"/>
              <a:gd name="connsiteY2" fmla="*/ 8928314 h 8928314"/>
              <a:gd name="connsiteX3" fmla="*/ 0 w 23234947"/>
              <a:gd name="connsiteY3" fmla="*/ 8928314 h 8928314"/>
            </a:gdLst>
            <a:ahLst/>
            <a:cxnLst>
              <a:cxn ang="0">
                <a:pos x="connsiteX0" y="connsiteY0"/>
              </a:cxn>
              <a:cxn ang="0">
                <a:pos x="connsiteX1" y="connsiteY1"/>
              </a:cxn>
              <a:cxn ang="0">
                <a:pos x="connsiteX2" y="connsiteY2"/>
              </a:cxn>
              <a:cxn ang="0">
                <a:pos x="connsiteX3" y="connsiteY3"/>
              </a:cxn>
            </a:cxnLst>
            <a:rect l="l" t="t" r="r" b="b"/>
            <a:pathLst>
              <a:path w="23234947" h="8928314">
                <a:moveTo>
                  <a:pt x="0" y="0"/>
                </a:moveTo>
                <a:lnTo>
                  <a:pt x="23234948" y="0"/>
                </a:lnTo>
                <a:lnTo>
                  <a:pt x="23234948" y="8928314"/>
                </a:lnTo>
                <a:lnTo>
                  <a:pt x="0" y="8928314"/>
                </a:lnTo>
                <a:close/>
              </a:path>
            </a:pathLst>
          </a:custGeom>
          <a:noFill/>
          <a:ln w="12695" cap="flat">
            <a:noFill/>
            <a:prstDash val="solid"/>
            <a:miter/>
          </a:ln>
        </p:spPr>
        <p:txBody>
          <a:bodyPr rtlCol="0" anchor="ctr"/>
          <a:lstStyle/>
          <a:p>
            <a:endParaRPr lang="en-US"/>
          </a:p>
        </p:txBody>
      </p:sp>
      <p:sp>
        <p:nvSpPr>
          <p:cNvPr id="8" name="Footer Placeholder 7"/>
          <p:cNvSpPr>
            <a:spLocks noGrp="1"/>
          </p:cNvSpPr>
          <p:nvPr>
            <p:ph type="ftr" sz="quarter" idx="11"/>
          </p:nvPr>
        </p:nvSpPr>
        <p:spPr/>
        <p:txBody>
          <a:bodyPr/>
          <a:lstStyle/>
          <a:p>
            <a:r>
              <a:rPr lang="en-US"/>
              <a:t>Add Team Name Here</a:t>
            </a:r>
          </a:p>
        </p:txBody>
      </p:sp>
      <p:sp>
        <p:nvSpPr>
          <p:cNvPr id="9" name="Slide Number Placeholder 8"/>
          <p:cNvSpPr>
            <a:spLocks noGrp="1"/>
          </p:cNvSpPr>
          <p:nvPr>
            <p:ph type="sldNum" sz="quarter" idx="12"/>
          </p:nvPr>
        </p:nvSpPr>
        <p:spPr/>
        <p:txBody>
          <a:bodyPr/>
          <a:lstStyle/>
          <a:p>
            <a:fld id="{E7E83E8E-4C8F-494C-96FC-84A57D31552C}" type="slidenum">
              <a:rPr lang="en-US" smtClean="0"/>
              <a:t>‹#›</a:t>
            </a:fld>
            <a:endParaRPr lang="en-US"/>
          </a:p>
        </p:txBody>
      </p:sp>
      <p:sp>
        <p:nvSpPr>
          <p:cNvPr id="40" name="Title 1">
            <a:extLst>
              <a:ext uri="{FF2B5EF4-FFF2-40B4-BE49-F238E27FC236}">
                <a16:creationId xmlns:a16="http://schemas.microsoft.com/office/drawing/2014/main" id="{EB574549-4EA0-0814-9C09-DD80C467EDCC}"/>
              </a:ext>
            </a:extLst>
          </p:cNvPr>
          <p:cNvSpPr>
            <a:spLocks noGrp="1"/>
          </p:cNvSpPr>
          <p:nvPr>
            <p:ph type="title" hasCustomPrompt="1"/>
          </p:nvPr>
        </p:nvSpPr>
        <p:spPr>
          <a:xfrm>
            <a:off x="682627" y="2121408"/>
            <a:ext cx="21405848" cy="1169989"/>
          </a:xfrm>
        </p:spPr>
        <p:txBody>
          <a:bodyPr/>
          <a:lstStyle/>
          <a:p>
            <a:r>
              <a:rPr lang="en-US"/>
              <a:t>Click to edit title</a:t>
            </a:r>
          </a:p>
        </p:txBody>
      </p:sp>
      <p:sp>
        <p:nvSpPr>
          <p:cNvPr id="3" name="Text Placeholder 4">
            <a:extLst>
              <a:ext uri="{FF2B5EF4-FFF2-40B4-BE49-F238E27FC236}">
                <a16:creationId xmlns:a16="http://schemas.microsoft.com/office/drawing/2014/main" id="{527AFFCF-1BB7-1528-C663-74E3796F8E05}"/>
              </a:ext>
            </a:extLst>
          </p:cNvPr>
          <p:cNvSpPr>
            <a:spLocks noGrp="1"/>
          </p:cNvSpPr>
          <p:nvPr>
            <p:ph type="body" sz="quarter" idx="27" hasCustomPrompt="1"/>
          </p:nvPr>
        </p:nvSpPr>
        <p:spPr>
          <a:xfrm>
            <a:off x="688351" y="1496144"/>
            <a:ext cx="6648360" cy="461870"/>
          </a:xfrm>
        </p:spPr>
        <p:txBody>
          <a:bodyPr anchor="t" anchorCtr="0"/>
          <a:lstStyle>
            <a:lvl1pPr marL="0" indent="0">
              <a:lnSpc>
                <a:spcPts val="2600"/>
              </a:lnSpc>
              <a:spcBef>
                <a:spcPts val="0"/>
              </a:spcBef>
              <a:spcAft>
                <a:spcPts val="0"/>
              </a:spcAft>
              <a:buNone/>
              <a:defRPr sz="1800" b="1" i="0">
                <a:solidFill>
                  <a:schemeClr val="accent1"/>
                </a:solidFill>
                <a:latin typeface="Everyday Sans" pitchFamily="2" charset="77"/>
              </a:defRPr>
            </a:lvl1pPr>
            <a:lvl2pPr marL="914171" indent="0">
              <a:buNone/>
              <a:defRPr sz="3999" b="1"/>
            </a:lvl2pPr>
            <a:lvl3pPr marL="1828343" indent="0">
              <a:buNone/>
              <a:defRPr sz="3599" b="1"/>
            </a:lvl3pPr>
            <a:lvl4pPr marL="2742514" indent="0">
              <a:buNone/>
              <a:defRPr sz="3199" b="1"/>
            </a:lvl4pPr>
            <a:lvl5pPr marL="3656686" indent="0">
              <a:buNone/>
              <a:defRPr sz="3199" b="1"/>
            </a:lvl5pPr>
            <a:lvl6pPr marL="4570857" indent="0">
              <a:buNone/>
              <a:defRPr sz="3199" b="1"/>
            </a:lvl6pPr>
            <a:lvl7pPr marL="5485028" indent="0">
              <a:buNone/>
              <a:defRPr sz="3199" b="1"/>
            </a:lvl7pPr>
            <a:lvl8pPr marL="6399200" indent="0">
              <a:buNone/>
              <a:defRPr sz="3199" b="1"/>
            </a:lvl8pPr>
            <a:lvl9pPr marL="7313371" indent="0">
              <a:buNone/>
              <a:defRPr sz="3199" b="1"/>
            </a:lvl9pPr>
          </a:lstStyle>
          <a:p>
            <a:pPr lvl="0"/>
            <a:r>
              <a:rPr lang="en-US"/>
              <a:t>Click to edit text</a:t>
            </a:r>
          </a:p>
        </p:txBody>
      </p:sp>
    </p:spTree>
    <p:extLst>
      <p:ext uri="{BB962C8B-B14F-4D97-AF65-F5344CB8AC3E}">
        <p14:creationId xmlns:p14="http://schemas.microsoft.com/office/powerpoint/2010/main" val="214858469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theme" Target="../theme/theme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2626" y="2121408"/>
            <a:ext cx="23010812" cy="1188720"/>
          </a:xfrm>
          <a:prstGeom prst="rect">
            <a:avLst/>
          </a:prstGeom>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82625" y="3743774"/>
            <a:ext cx="23010813" cy="887724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82625" y="432006"/>
            <a:ext cx="5497513" cy="457200"/>
          </a:xfrm>
          <a:prstGeom prst="rect">
            <a:avLst/>
          </a:prstGeom>
        </p:spPr>
        <p:txBody>
          <a:bodyPr vert="horz" lIns="0" tIns="0" rIns="0" bIns="0" rtlCol="0" anchor="b" anchorCtr="0">
            <a:noAutofit/>
          </a:bodyPr>
          <a:lstStyle>
            <a:lvl1pPr algn="l">
              <a:lnSpc>
                <a:spcPts val="1800"/>
              </a:lnSpc>
              <a:defRPr sz="1600" baseline="0">
                <a:solidFill>
                  <a:schemeClr val="accent1"/>
                </a:solidFill>
              </a:defRPr>
            </a:lvl1pPr>
          </a:lstStyle>
          <a:p>
            <a:r>
              <a:rPr lang="en-US">
                <a:solidFill>
                  <a:srgbClr val="001E60"/>
                </a:solidFill>
              </a:rPr>
              <a:t>Add Team Name Here</a:t>
            </a:r>
          </a:p>
        </p:txBody>
      </p:sp>
      <p:sp>
        <p:nvSpPr>
          <p:cNvPr id="6" name="Slide Number Placeholder 5"/>
          <p:cNvSpPr>
            <a:spLocks noGrp="1"/>
          </p:cNvSpPr>
          <p:nvPr>
            <p:ph type="sldNum" sz="quarter" idx="4"/>
          </p:nvPr>
        </p:nvSpPr>
        <p:spPr>
          <a:xfrm>
            <a:off x="18231737" y="12933107"/>
            <a:ext cx="5484971" cy="457200"/>
          </a:xfrm>
          <a:prstGeom prst="rect">
            <a:avLst/>
          </a:prstGeom>
        </p:spPr>
        <p:txBody>
          <a:bodyPr vert="horz" lIns="0" tIns="0" rIns="0" bIns="0" rtlCol="0" anchor="ctr" anchorCtr="0">
            <a:noAutofit/>
          </a:bodyPr>
          <a:lstStyle>
            <a:lvl1pPr algn="r">
              <a:lnSpc>
                <a:spcPts val="1800"/>
              </a:lnSpc>
              <a:defRPr sz="1600">
                <a:solidFill>
                  <a:schemeClr val="accent1"/>
                </a:solidFill>
              </a:defRPr>
            </a:lvl1pPr>
          </a:lstStyle>
          <a:p>
            <a:fld id="{E7E83E8E-4C8F-494C-96FC-84A57D31552C}" type="slidenum">
              <a:rPr lang="en-US" smtClean="0"/>
              <a:pPr/>
              <a:t>‹#›</a:t>
            </a:fld>
            <a:endParaRPr lang="en-US"/>
          </a:p>
        </p:txBody>
      </p:sp>
      <p:sp>
        <p:nvSpPr>
          <p:cNvPr id="9" name="Freeform 8">
            <a:extLst>
              <a:ext uri="{FF2B5EF4-FFF2-40B4-BE49-F238E27FC236}">
                <a16:creationId xmlns:a16="http://schemas.microsoft.com/office/drawing/2014/main" id="{0830A18F-6C86-0EC6-3CA6-C886DD6EC561}"/>
              </a:ext>
            </a:extLst>
          </p:cNvPr>
          <p:cNvSpPr/>
          <p:nvPr userDrawn="1"/>
        </p:nvSpPr>
        <p:spPr>
          <a:xfrm>
            <a:off x="23336162" y="590412"/>
            <a:ext cx="380546" cy="425614"/>
          </a:xfrm>
          <a:custGeom>
            <a:avLst/>
            <a:gdLst>
              <a:gd name="connsiteX0" fmla="*/ 97891 w 195782"/>
              <a:gd name="connsiteY0" fmla="*/ 141952 h 218997"/>
              <a:gd name="connsiteX1" fmla="*/ 110088 w 195782"/>
              <a:gd name="connsiteY1" fmla="*/ 151219 h 218997"/>
              <a:gd name="connsiteX2" fmla="*/ 115370 w 195782"/>
              <a:gd name="connsiteY2" fmla="*/ 204301 h 218997"/>
              <a:gd name="connsiteX3" fmla="*/ 97891 w 195782"/>
              <a:gd name="connsiteY3" fmla="*/ 218997 h 218997"/>
              <a:gd name="connsiteX4" fmla="*/ 80411 w 195782"/>
              <a:gd name="connsiteY4" fmla="*/ 204301 h 218997"/>
              <a:gd name="connsiteX5" fmla="*/ 85694 w 195782"/>
              <a:gd name="connsiteY5" fmla="*/ 151219 h 218997"/>
              <a:gd name="connsiteX6" fmla="*/ 97891 w 195782"/>
              <a:gd name="connsiteY6" fmla="*/ 141952 h 218997"/>
              <a:gd name="connsiteX7" fmla="*/ 140192 w 195782"/>
              <a:gd name="connsiteY7" fmla="*/ 119812 h 218997"/>
              <a:gd name="connsiteX8" fmla="*/ 188901 w 195782"/>
              <a:gd name="connsiteY8" fmla="*/ 141797 h 218997"/>
              <a:gd name="connsiteX9" fmla="*/ 192902 w 195782"/>
              <a:gd name="connsiteY9" fmla="*/ 164247 h 218997"/>
              <a:gd name="connsiteX10" fmla="*/ 171421 w 195782"/>
              <a:gd name="connsiteY10" fmla="*/ 172002 h 218997"/>
              <a:gd name="connsiteX11" fmla="*/ 127995 w 195782"/>
              <a:gd name="connsiteY11" fmla="*/ 140866 h 218997"/>
              <a:gd name="connsiteX12" fmla="*/ 126053 w 195782"/>
              <a:gd name="connsiteY12" fmla="*/ 125705 h 218997"/>
              <a:gd name="connsiteX13" fmla="*/ 140192 w 195782"/>
              <a:gd name="connsiteY13" fmla="*/ 119812 h 218997"/>
              <a:gd name="connsiteX14" fmla="*/ 55590 w 195782"/>
              <a:gd name="connsiteY14" fmla="*/ 119812 h 218997"/>
              <a:gd name="connsiteX15" fmla="*/ 69729 w 195782"/>
              <a:gd name="connsiteY15" fmla="*/ 125706 h 218997"/>
              <a:gd name="connsiteX16" fmla="*/ 67787 w 195782"/>
              <a:gd name="connsiteY16" fmla="*/ 140867 h 218997"/>
              <a:gd name="connsiteX17" fmla="*/ 24361 w 195782"/>
              <a:gd name="connsiteY17" fmla="*/ 172003 h 218997"/>
              <a:gd name="connsiteX18" fmla="*/ 2880 w 195782"/>
              <a:gd name="connsiteY18" fmla="*/ 164248 h 218997"/>
              <a:gd name="connsiteX19" fmla="*/ 6881 w 195782"/>
              <a:gd name="connsiteY19" fmla="*/ 141797 h 218997"/>
              <a:gd name="connsiteX20" fmla="*/ 55590 w 195782"/>
              <a:gd name="connsiteY20" fmla="*/ 119812 h 218997"/>
              <a:gd name="connsiteX21" fmla="*/ 183618 w 195782"/>
              <a:gd name="connsiteY21" fmla="*/ 46219 h 218997"/>
              <a:gd name="connsiteX22" fmla="*/ 192902 w 195782"/>
              <a:gd name="connsiteY22" fmla="*/ 54749 h 218997"/>
              <a:gd name="connsiteX23" fmla="*/ 188901 w 195782"/>
              <a:gd name="connsiteY23" fmla="*/ 77161 h 218997"/>
              <a:gd name="connsiteX24" fmla="*/ 140192 w 195782"/>
              <a:gd name="connsiteY24" fmla="*/ 99146 h 218997"/>
              <a:gd name="connsiteX25" fmla="*/ 126053 w 195782"/>
              <a:gd name="connsiteY25" fmla="*/ 93252 h 218997"/>
              <a:gd name="connsiteX26" fmla="*/ 127995 w 195782"/>
              <a:gd name="connsiteY26" fmla="*/ 78091 h 218997"/>
              <a:gd name="connsiteX27" fmla="*/ 171421 w 195782"/>
              <a:gd name="connsiteY27" fmla="*/ 46994 h 218997"/>
              <a:gd name="connsiteX28" fmla="*/ 183618 w 195782"/>
              <a:gd name="connsiteY28" fmla="*/ 46219 h 218997"/>
              <a:gd name="connsiteX29" fmla="*/ 12179 w 195782"/>
              <a:gd name="connsiteY29" fmla="*/ 46219 h 218997"/>
              <a:gd name="connsiteX30" fmla="*/ 24361 w 195782"/>
              <a:gd name="connsiteY30" fmla="*/ 46994 h 218997"/>
              <a:gd name="connsiteX31" fmla="*/ 67787 w 195782"/>
              <a:gd name="connsiteY31" fmla="*/ 78130 h 218997"/>
              <a:gd name="connsiteX32" fmla="*/ 69729 w 195782"/>
              <a:gd name="connsiteY32" fmla="*/ 93291 h 218997"/>
              <a:gd name="connsiteX33" fmla="*/ 55590 w 195782"/>
              <a:gd name="connsiteY33" fmla="*/ 99185 h 218997"/>
              <a:gd name="connsiteX34" fmla="*/ 6881 w 195782"/>
              <a:gd name="connsiteY34" fmla="*/ 77200 h 218997"/>
              <a:gd name="connsiteX35" fmla="*/ 2880 w 195782"/>
              <a:gd name="connsiteY35" fmla="*/ 54749 h 218997"/>
              <a:gd name="connsiteX36" fmla="*/ 12179 w 195782"/>
              <a:gd name="connsiteY36" fmla="*/ 46219 h 218997"/>
              <a:gd name="connsiteX37" fmla="*/ 97891 w 195782"/>
              <a:gd name="connsiteY37" fmla="*/ 0 h 218997"/>
              <a:gd name="connsiteX38" fmla="*/ 115370 w 195782"/>
              <a:gd name="connsiteY38" fmla="*/ 14695 h 218997"/>
              <a:gd name="connsiteX39" fmla="*/ 110088 w 195782"/>
              <a:gd name="connsiteY39" fmla="*/ 67778 h 218997"/>
              <a:gd name="connsiteX40" fmla="*/ 97891 w 195782"/>
              <a:gd name="connsiteY40" fmla="*/ 77045 h 218997"/>
              <a:gd name="connsiteX41" fmla="*/ 85694 w 195782"/>
              <a:gd name="connsiteY41" fmla="*/ 67778 h 218997"/>
              <a:gd name="connsiteX42" fmla="*/ 80411 w 195782"/>
              <a:gd name="connsiteY42" fmla="*/ 14695 h 218997"/>
              <a:gd name="connsiteX43" fmla="*/ 97891 w 195782"/>
              <a:gd name="connsiteY43" fmla="*/ 0 h 218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5782" h="218997">
                <a:moveTo>
                  <a:pt x="97891" y="141952"/>
                </a:moveTo>
                <a:cubicBezTo>
                  <a:pt x="105193" y="141952"/>
                  <a:pt x="109233" y="146838"/>
                  <a:pt x="110088" y="151219"/>
                </a:cubicBezTo>
                <a:cubicBezTo>
                  <a:pt x="112651" y="164208"/>
                  <a:pt x="115487" y="184100"/>
                  <a:pt x="115370" y="204301"/>
                </a:cubicBezTo>
                <a:cubicBezTo>
                  <a:pt x="115331" y="213840"/>
                  <a:pt x="106747" y="218997"/>
                  <a:pt x="97891" y="218997"/>
                </a:cubicBezTo>
                <a:cubicBezTo>
                  <a:pt x="89035" y="218997"/>
                  <a:pt x="80489" y="213840"/>
                  <a:pt x="80411" y="204301"/>
                </a:cubicBezTo>
                <a:cubicBezTo>
                  <a:pt x="80295" y="184100"/>
                  <a:pt x="83130" y="164208"/>
                  <a:pt x="85694" y="151219"/>
                </a:cubicBezTo>
                <a:cubicBezTo>
                  <a:pt x="86549" y="146838"/>
                  <a:pt x="90588" y="141952"/>
                  <a:pt x="97891" y="141952"/>
                </a:cubicBezTo>
                <a:close/>
                <a:moveTo>
                  <a:pt x="140192" y="119812"/>
                </a:moveTo>
                <a:cubicBezTo>
                  <a:pt x="152738" y="124116"/>
                  <a:pt x="171421" y="131599"/>
                  <a:pt x="188901" y="141797"/>
                </a:cubicBezTo>
                <a:cubicBezTo>
                  <a:pt x="197135" y="146605"/>
                  <a:pt x="197330" y="156570"/>
                  <a:pt x="192902" y="164247"/>
                </a:cubicBezTo>
                <a:cubicBezTo>
                  <a:pt x="188473" y="171925"/>
                  <a:pt x="179695" y="176733"/>
                  <a:pt x="171421" y="172002"/>
                </a:cubicBezTo>
                <a:cubicBezTo>
                  <a:pt x="153825" y="161998"/>
                  <a:pt x="137977" y="149552"/>
                  <a:pt x="127995" y="140866"/>
                </a:cubicBezTo>
                <a:cubicBezTo>
                  <a:pt x="124654" y="137958"/>
                  <a:pt x="122401" y="132026"/>
                  <a:pt x="126053" y="125705"/>
                </a:cubicBezTo>
                <a:cubicBezTo>
                  <a:pt x="129704" y="119424"/>
                  <a:pt x="135958" y="118377"/>
                  <a:pt x="140192" y="119812"/>
                </a:cubicBezTo>
                <a:close/>
                <a:moveTo>
                  <a:pt x="55590" y="119812"/>
                </a:moveTo>
                <a:cubicBezTo>
                  <a:pt x="59824" y="118378"/>
                  <a:pt x="66078" y="119386"/>
                  <a:pt x="69729" y="125706"/>
                </a:cubicBezTo>
                <a:cubicBezTo>
                  <a:pt x="73381" y="131988"/>
                  <a:pt x="71128" y="137959"/>
                  <a:pt x="67787" y="140867"/>
                </a:cubicBezTo>
                <a:cubicBezTo>
                  <a:pt x="57805" y="149591"/>
                  <a:pt x="41957" y="161999"/>
                  <a:pt x="24361" y="172003"/>
                </a:cubicBezTo>
                <a:cubicBezTo>
                  <a:pt x="16048" y="176733"/>
                  <a:pt x="7309" y="171925"/>
                  <a:pt x="2880" y="164248"/>
                </a:cubicBezTo>
                <a:cubicBezTo>
                  <a:pt x="-1548" y="156609"/>
                  <a:pt x="-1353" y="146605"/>
                  <a:pt x="6881" y="141797"/>
                </a:cubicBezTo>
                <a:cubicBezTo>
                  <a:pt x="24361" y="131600"/>
                  <a:pt x="43044" y="124116"/>
                  <a:pt x="55590" y="119812"/>
                </a:cubicBezTo>
                <a:close/>
                <a:moveTo>
                  <a:pt x="183618" y="46219"/>
                </a:moveTo>
                <a:cubicBezTo>
                  <a:pt x="187395" y="47789"/>
                  <a:pt x="190687" y="50911"/>
                  <a:pt x="192902" y="54749"/>
                </a:cubicBezTo>
                <a:cubicBezTo>
                  <a:pt x="197330" y="62426"/>
                  <a:pt x="197135" y="72391"/>
                  <a:pt x="188901" y="77161"/>
                </a:cubicBezTo>
                <a:cubicBezTo>
                  <a:pt x="171421" y="87358"/>
                  <a:pt x="152738" y="94842"/>
                  <a:pt x="140192" y="99146"/>
                </a:cubicBezTo>
                <a:cubicBezTo>
                  <a:pt x="135958" y="100580"/>
                  <a:pt x="129704" y="99572"/>
                  <a:pt x="126053" y="93252"/>
                </a:cubicBezTo>
                <a:cubicBezTo>
                  <a:pt x="122401" y="86971"/>
                  <a:pt x="124654" y="80999"/>
                  <a:pt x="127995" y="78091"/>
                </a:cubicBezTo>
                <a:cubicBezTo>
                  <a:pt x="137977" y="69406"/>
                  <a:pt x="153825" y="56998"/>
                  <a:pt x="171421" y="46994"/>
                </a:cubicBezTo>
                <a:cubicBezTo>
                  <a:pt x="175578" y="44629"/>
                  <a:pt x="179841" y="44648"/>
                  <a:pt x="183618" y="46219"/>
                </a:cubicBezTo>
                <a:close/>
                <a:moveTo>
                  <a:pt x="12179" y="46219"/>
                </a:moveTo>
                <a:cubicBezTo>
                  <a:pt x="15961" y="44648"/>
                  <a:pt x="20224" y="44629"/>
                  <a:pt x="24361" y="46994"/>
                </a:cubicBezTo>
                <a:cubicBezTo>
                  <a:pt x="41957" y="56998"/>
                  <a:pt x="57805" y="69406"/>
                  <a:pt x="67787" y="78130"/>
                </a:cubicBezTo>
                <a:cubicBezTo>
                  <a:pt x="71128" y="81038"/>
                  <a:pt x="73381" y="86971"/>
                  <a:pt x="69729" y="93291"/>
                </a:cubicBezTo>
                <a:cubicBezTo>
                  <a:pt x="66078" y="99572"/>
                  <a:pt x="59824" y="100619"/>
                  <a:pt x="55590" y="99185"/>
                </a:cubicBezTo>
                <a:cubicBezTo>
                  <a:pt x="43044" y="94881"/>
                  <a:pt x="24361" y="87397"/>
                  <a:pt x="6881" y="77200"/>
                </a:cubicBezTo>
                <a:cubicBezTo>
                  <a:pt x="-1353" y="72391"/>
                  <a:pt x="-1548" y="62426"/>
                  <a:pt x="2880" y="54749"/>
                </a:cubicBezTo>
                <a:cubicBezTo>
                  <a:pt x="5095" y="50911"/>
                  <a:pt x="8396" y="47789"/>
                  <a:pt x="12179" y="46219"/>
                </a:cubicBezTo>
                <a:close/>
                <a:moveTo>
                  <a:pt x="97891" y="0"/>
                </a:moveTo>
                <a:cubicBezTo>
                  <a:pt x="106747" y="0"/>
                  <a:pt x="115331" y="5157"/>
                  <a:pt x="115370" y="14695"/>
                </a:cubicBezTo>
                <a:cubicBezTo>
                  <a:pt x="115487" y="34897"/>
                  <a:pt x="112651" y="54788"/>
                  <a:pt x="110088" y="67778"/>
                </a:cubicBezTo>
                <a:cubicBezTo>
                  <a:pt x="109233" y="72159"/>
                  <a:pt x="105193" y="77045"/>
                  <a:pt x="97891" y="77045"/>
                </a:cubicBezTo>
                <a:cubicBezTo>
                  <a:pt x="90588" y="77045"/>
                  <a:pt x="86549" y="72159"/>
                  <a:pt x="85694" y="67778"/>
                </a:cubicBezTo>
                <a:cubicBezTo>
                  <a:pt x="83130" y="54788"/>
                  <a:pt x="80295" y="34897"/>
                  <a:pt x="80411" y="14695"/>
                </a:cubicBezTo>
                <a:cubicBezTo>
                  <a:pt x="80489" y="5157"/>
                  <a:pt x="89035" y="0"/>
                  <a:pt x="97891" y="0"/>
                </a:cubicBezTo>
                <a:close/>
              </a:path>
            </a:pathLst>
          </a:custGeom>
          <a:solidFill>
            <a:schemeClr val="accent5"/>
          </a:solidFill>
          <a:ln w="378" cap="flat">
            <a:noFill/>
            <a:prstDash val="solid"/>
            <a:miter/>
          </a:ln>
        </p:spPr>
        <p:txBody>
          <a:bodyPr rot="0" spcFirstLastPara="0" vertOverflow="overflow" horzOverflow="overflow" vert="horz" wrap="square" lIns="182880" tIns="91440" rIns="182880" bIns="91440" numCol="1" spcCol="0" rtlCol="0" fromWordArt="0" anchor="ctr" anchorCtr="0" forceAA="0" compatLnSpc="1">
            <a:prstTxWarp prst="textNoShape">
              <a:avLst/>
            </a:prstTxWarp>
            <a:noAutofit/>
          </a:bodyPr>
          <a:lstStyle/>
          <a:p>
            <a:endParaRPr lang="en-US" sz="7200"/>
          </a:p>
        </p:txBody>
      </p:sp>
      <p:sp>
        <p:nvSpPr>
          <p:cNvPr id="12" name="TextBox 11">
            <a:extLst>
              <a:ext uri="{FF2B5EF4-FFF2-40B4-BE49-F238E27FC236}">
                <a16:creationId xmlns:a16="http://schemas.microsoft.com/office/drawing/2014/main" id="{3F90D880-2BD9-3087-45F7-E0A2ACF85F9F}"/>
              </a:ext>
            </a:extLst>
          </p:cNvPr>
          <p:cNvSpPr txBox="1"/>
          <p:nvPr userDrawn="1"/>
        </p:nvSpPr>
        <p:spPr>
          <a:xfrm>
            <a:off x="686363" y="12933107"/>
            <a:ext cx="7415409" cy="457200"/>
          </a:xfrm>
          <a:prstGeom prst="rect">
            <a:avLst/>
          </a:prstGeom>
          <a:noFill/>
        </p:spPr>
        <p:txBody>
          <a:bodyPr wrap="square" lIns="0" tIns="0" rIns="0" bIns="0" rtlCol="0" anchor="ctr" anchorCtr="0">
            <a:noAutofit/>
          </a:bodyPr>
          <a:lstStyle/>
          <a:p>
            <a:pPr algn="l"/>
            <a:r>
              <a:rPr lang="en-US" sz="1600" spc="0" baseline="0">
                <a:ln/>
                <a:solidFill>
                  <a:srgbClr val="BBBEC0"/>
                </a:solidFill>
                <a:latin typeface="EverydaySans-Regular"/>
                <a:sym typeface="EverydaySans-Regular"/>
                <a:rtl val="0"/>
              </a:rPr>
              <a:t>PRIVATE AND CONFIDENTIAL</a:t>
            </a:r>
          </a:p>
        </p:txBody>
      </p:sp>
    </p:spTree>
    <p:extLst>
      <p:ext uri="{BB962C8B-B14F-4D97-AF65-F5344CB8AC3E}">
        <p14:creationId xmlns:p14="http://schemas.microsoft.com/office/powerpoint/2010/main" val="399604948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65" r:id="rId5"/>
    <p:sldLayoutId id="2147483736" r:id="rId6"/>
    <p:sldLayoutId id="2147483737" r:id="rId7"/>
    <p:sldLayoutId id="2147483676" r:id="rId8"/>
    <p:sldLayoutId id="2147483677" r:id="rId9"/>
    <p:sldLayoutId id="2147483679" r:id="rId10"/>
    <p:sldLayoutId id="2147483682" r:id="rId11"/>
    <p:sldLayoutId id="2147483683" r:id="rId12"/>
    <p:sldLayoutId id="2147483684" r:id="rId13"/>
    <p:sldLayoutId id="2147483685" r:id="rId14"/>
    <p:sldLayoutId id="2147483686" r:id="rId15"/>
    <p:sldLayoutId id="2147483687" r:id="rId16"/>
    <p:sldLayoutId id="2147483688" r:id="rId17"/>
    <p:sldLayoutId id="2147483738" r:id="rId18"/>
    <p:sldLayoutId id="2147483689" r:id="rId19"/>
    <p:sldLayoutId id="2147483739" r:id="rId20"/>
    <p:sldLayoutId id="2147483740" r:id="rId21"/>
    <p:sldLayoutId id="2147483690" r:id="rId22"/>
    <p:sldLayoutId id="2147483691" r:id="rId23"/>
    <p:sldLayoutId id="2147483692" r:id="rId24"/>
    <p:sldLayoutId id="2147483693" r:id="rId25"/>
    <p:sldLayoutId id="2147483694" r:id="rId26"/>
    <p:sldLayoutId id="2147483695" r:id="rId27"/>
    <p:sldLayoutId id="2147483696" r:id="rId28"/>
    <p:sldLayoutId id="2147483698" r:id="rId29"/>
    <p:sldLayoutId id="2147483699" r:id="rId30"/>
    <p:sldLayoutId id="2147483700" r:id="rId31"/>
    <p:sldLayoutId id="2147483701" r:id="rId32"/>
    <p:sldLayoutId id="2147483702" r:id="rId33"/>
    <p:sldLayoutId id="2147483703" r:id="rId34"/>
    <p:sldLayoutId id="2147483741" r:id="rId35"/>
    <p:sldLayoutId id="2147483742" r:id="rId36"/>
    <p:sldLayoutId id="2147483705" r:id="rId37"/>
    <p:sldLayoutId id="2147483706" r:id="rId38"/>
    <p:sldLayoutId id="2147483707" r:id="rId39"/>
    <p:sldLayoutId id="2147483708" r:id="rId40"/>
    <p:sldLayoutId id="2147483709" r:id="rId41"/>
    <p:sldLayoutId id="2147483710" r:id="rId42"/>
    <p:sldLayoutId id="2147483711" r:id="rId43"/>
    <p:sldLayoutId id="2147483743" r:id="rId44"/>
    <p:sldLayoutId id="2147483712" r:id="rId45"/>
    <p:sldLayoutId id="2147483713" r:id="rId46"/>
    <p:sldLayoutId id="2147483721" r:id="rId47"/>
    <p:sldLayoutId id="2147483723" r:id="rId48"/>
    <p:sldLayoutId id="2147483724" r:id="rId49"/>
    <p:sldLayoutId id="2147483722" r:id="rId50"/>
    <p:sldLayoutId id="2147483725" r:id="rId51"/>
    <p:sldLayoutId id="2147483728" r:id="rId52"/>
    <p:sldLayoutId id="2147483727" r:id="rId53"/>
    <p:sldLayoutId id="2147483729" r:id="rId54"/>
    <p:sldLayoutId id="2147483730" r:id="rId55"/>
    <p:sldLayoutId id="2147483731" r:id="rId56"/>
    <p:sldLayoutId id="2147483732" r:id="rId57"/>
    <p:sldLayoutId id="2147483733" r:id="rId58"/>
    <p:sldLayoutId id="2147483734" r:id="rId59"/>
    <p:sldLayoutId id="2147483735" r:id="rId60"/>
    <p:sldLayoutId id="2147483726" r:id="rId61"/>
    <p:sldLayoutId id="2147483746" r:id="rId62"/>
    <p:sldLayoutId id="2147483744" r:id="rId63"/>
    <p:sldLayoutId id="2147483745" r:id="rId64"/>
    <p:sldLayoutId id="2147483717" r:id="rId65"/>
    <p:sldLayoutId id="2147483716" r:id="rId66"/>
    <p:sldLayoutId id="2147483718" r:id="rId67"/>
    <p:sldLayoutId id="2147483719" r:id="rId68"/>
    <p:sldLayoutId id="2147483714" r:id="rId69"/>
    <p:sldLayoutId id="2147483715" r:id="rId70"/>
    <p:sldLayoutId id="2147483720" r:id="rId71"/>
    <p:sldLayoutId id="2147483662" r:id="rId72"/>
    <p:sldLayoutId id="2147483664" r:id="rId73"/>
    <p:sldLayoutId id="2147483666" r:id="rId74"/>
    <p:sldLayoutId id="2147483667" r:id="rId75"/>
    <p:sldLayoutId id="2147483678" r:id="rId76"/>
    <p:sldLayoutId id="2147483748" r:id="rId77"/>
    <p:sldLayoutId id="2147483751" r:id="rId78"/>
    <p:sldLayoutId id="2147483752" r:id="rId79"/>
    <p:sldLayoutId id="2147483749" r:id="rId80"/>
    <p:sldLayoutId id="2147483704" r:id="rId81"/>
    <p:sldLayoutId id="2147483750" r:id="rId82"/>
    <p:sldLayoutId id="2147483747" r:id="rId83"/>
    <p:sldLayoutId id="2147483753" r:id="rId84"/>
  </p:sldLayoutIdLst>
  <p:hf hdr="0" dt="0"/>
  <p:txStyles>
    <p:titleStyle>
      <a:lvl1pPr algn="l" defTabSz="1828343" rtl="0" eaLnBrk="1" latinLnBrk="0" hangingPunct="1">
        <a:lnSpc>
          <a:spcPts val="4600"/>
        </a:lnSpc>
        <a:spcBef>
          <a:spcPct val="0"/>
        </a:spcBef>
        <a:buNone/>
        <a:defRPr sz="3600" b="0" i="0" kern="1200">
          <a:solidFill>
            <a:schemeClr val="accent1"/>
          </a:solidFill>
          <a:latin typeface="Everyday Sans Medium" pitchFamily="2" charset="77"/>
          <a:ea typeface="+mj-ea"/>
          <a:cs typeface="+mj-cs"/>
        </a:defRPr>
      </a:lvl1pPr>
    </p:titleStyle>
    <p:bodyStyle>
      <a:lvl1pPr marL="0" indent="0" algn="l" defTabSz="1828343" rtl="0" eaLnBrk="1" latinLnBrk="0" hangingPunct="1">
        <a:lnSpc>
          <a:spcPts val="4600"/>
        </a:lnSpc>
        <a:spcBef>
          <a:spcPts val="0"/>
        </a:spcBef>
        <a:spcAft>
          <a:spcPts val="1100"/>
        </a:spcAft>
        <a:buFont typeface="Arial" panose="020B0604020202020204" pitchFamily="34" charset="0"/>
        <a:buNone/>
        <a:defRPr sz="3600" kern="1200">
          <a:solidFill>
            <a:schemeClr val="accent1"/>
          </a:solidFill>
          <a:latin typeface="+mn-lt"/>
          <a:ea typeface="+mn-ea"/>
          <a:cs typeface="+mn-cs"/>
        </a:defRPr>
      </a:lvl1pPr>
      <a:lvl2pPr marL="74612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2pPr>
      <a:lvl3pPr marL="120967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3pPr>
      <a:lvl4pPr marL="1792288" indent="-723900"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4pPr>
      <a:lvl5pPr marL="2290763" indent="-7397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p:bodyStyle>
    <p:otherStyle>
      <a:defPPr>
        <a:defRPr lang="en-US"/>
      </a:defPPr>
      <a:lvl1pPr marL="0" algn="l" defTabSz="1828343" rtl="0" eaLnBrk="1" latinLnBrk="0" hangingPunct="1">
        <a:defRPr sz="3599" kern="1200">
          <a:solidFill>
            <a:schemeClr val="tx1"/>
          </a:solidFill>
          <a:latin typeface="+mn-lt"/>
          <a:ea typeface="+mn-ea"/>
          <a:cs typeface="+mn-cs"/>
        </a:defRPr>
      </a:lvl1pPr>
      <a:lvl2pPr marL="914171" algn="l" defTabSz="1828343" rtl="0" eaLnBrk="1" latinLnBrk="0" hangingPunct="1">
        <a:defRPr sz="3599" kern="1200">
          <a:solidFill>
            <a:schemeClr val="tx1"/>
          </a:solidFill>
          <a:latin typeface="+mn-lt"/>
          <a:ea typeface="+mn-ea"/>
          <a:cs typeface="+mn-cs"/>
        </a:defRPr>
      </a:lvl2pPr>
      <a:lvl3pPr marL="1828343" algn="l" defTabSz="1828343" rtl="0" eaLnBrk="1" latinLnBrk="0" hangingPunct="1">
        <a:defRPr sz="3599" kern="1200">
          <a:solidFill>
            <a:schemeClr val="tx1"/>
          </a:solidFill>
          <a:latin typeface="+mn-lt"/>
          <a:ea typeface="+mn-ea"/>
          <a:cs typeface="+mn-cs"/>
        </a:defRPr>
      </a:lvl3pPr>
      <a:lvl4pPr marL="2742514" algn="l" defTabSz="1828343" rtl="0" eaLnBrk="1" latinLnBrk="0" hangingPunct="1">
        <a:defRPr sz="3599" kern="1200">
          <a:solidFill>
            <a:schemeClr val="tx1"/>
          </a:solidFill>
          <a:latin typeface="+mn-lt"/>
          <a:ea typeface="+mn-ea"/>
          <a:cs typeface="+mn-cs"/>
        </a:defRPr>
      </a:lvl4pPr>
      <a:lvl5pPr marL="3656686" algn="l" defTabSz="1828343" rtl="0" eaLnBrk="1" latinLnBrk="0" hangingPunct="1">
        <a:defRPr sz="3599" kern="1200">
          <a:solidFill>
            <a:schemeClr val="tx1"/>
          </a:solidFill>
          <a:latin typeface="+mn-lt"/>
          <a:ea typeface="+mn-ea"/>
          <a:cs typeface="+mn-cs"/>
        </a:defRPr>
      </a:lvl5pPr>
      <a:lvl6pPr marL="4570857" algn="l" defTabSz="1828343" rtl="0" eaLnBrk="1" latinLnBrk="0" hangingPunct="1">
        <a:defRPr sz="3599" kern="1200">
          <a:solidFill>
            <a:schemeClr val="tx1"/>
          </a:solidFill>
          <a:latin typeface="+mn-lt"/>
          <a:ea typeface="+mn-ea"/>
          <a:cs typeface="+mn-cs"/>
        </a:defRPr>
      </a:lvl6pPr>
      <a:lvl7pPr marL="5485028" algn="l" defTabSz="1828343" rtl="0" eaLnBrk="1" latinLnBrk="0" hangingPunct="1">
        <a:defRPr sz="3599" kern="1200">
          <a:solidFill>
            <a:schemeClr val="tx1"/>
          </a:solidFill>
          <a:latin typeface="+mn-lt"/>
          <a:ea typeface="+mn-ea"/>
          <a:cs typeface="+mn-cs"/>
        </a:defRPr>
      </a:lvl7pPr>
      <a:lvl8pPr marL="6399200" algn="l" defTabSz="1828343" rtl="0" eaLnBrk="1" latinLnBrk="0" hangingPunct="1">
        <a:defRPr sz="3599" kern="1200">
          <a:solidFill>
            <a:schemeClr val="tx1"/>
          </a:solidFill>
          <a:latin typeface="+mn-lt"/>
          <a:ea typeface="+mn-ea"/>
          <a:cs typeface="+mn-cs"/>
        </a:defRPr>
      </a:lvl8pPr>
      <a:lvl9pPr marL="7313371" algn="l" defTabSz="1828343" rtl="0" eaLnBrk="1" latinLnBrk="0" hangingPunct="1">
        <a:defRPr sz="3599"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0" userDrawn="1">
          <p15:clr>
            <a:srgbClr val="F26B43"/>
          </p15:clr>
        </p15:guide>
        <p15:guide id="2" pos="1438" userDrawn="1">
          <p15:clr>
            <a:srgbClr val="F26B43"/>
          </p15:clr>
        </p15:guide>
        <p15:guide id="3" pos="1652" userDrawn="1">
          <p15:clr>
            <a:srgbClr val="F26B43"/>
          </p15:clr>
        </p15:guide>
        <p15:guide id="4" pos="2662" userDrawn="1">
          <p15:clr>
            <a:srgbClr val="F26B43"/>
          </p15:clr>
        </p15:guide>
        <p15:guide id="5" pos="2880" userDrawn="1">
          <p15:clr>
            <a:srgbClr val="F26B43"/>
          </p15:clr>
        </p15:guide>
        <p15:guide id="6" pos="9007" userDrawn="1">
          <p15:clr>
            <a:srgbClr val="F26B43"/>
          </p15:clr>
        </p15:guide>
        <p15:guide id="7" pos="8792" userDrawn="1">
          <p15:clr>
            <a:srgbClr val="F26B43"/>
          </p15:clr>
        </p15:guide>
        <p15:guide id="8" pos="3893" userDrawn="1">
          <p15:clr>
            <a:srgbClr val="F26B43"/>
          </p15:clr>
        </p15:guide>
        <p15:guide id="9" pos="4108" userDrawn="1">
          <p15:clr>
            <a:srgbClr val="F26B43"/>
          </p15:clr>
        </p15:guide>
        <p15:guide id="10" pos="5118" userDrawn="1">
          <p15:clr>
            <a:srgbClr val="F26B43"/>
          </p15:clr>
        </p15:guide>
        <p15:guide id="11" pos="5330" userDrawn="1">
          <p15:clr>
            <a:srgbClr val="F26B43"/>
          </p15:clr>
        </p15:guide>
        <p15:guide id="12" pos="6342" userDrawn="1">
          <p15:clr>
            <a:srgbClr val="F26B43"/>
          </p15:clr>
        </p15:guide>
        <p15:guide id="13" pos="6559" userDrawn="1">
          <p15:clr>
            <a:srgbClr val="F26B43"/>
          </p15:clr>
        </p15:guide>
        <p15:guide id="14" pos="7570" userDrawn="1">
          <p15:clr>
            <a:srgbClr val="F26B43"/>
          </p15:clr>
        </p15:guide>
        <p15:guide id="15" pos="7785" userDrawn="1">
          <p15:clr>
            <a:srgbClr val="F26B43"/>
          </p15:clr>
        </p15:guide>
        <p15:guide id="16" pos="10014" userDrawn="1">
          <p15:clr>
            <a:srgbClr val="F26B43"/>
          </p15:clr>
        </p15:guide>
        <p15:guide id="17" pos="10235" userDrawn="1">
          <p15:clr>
            <a:srgbClr val="F26B43"/>
          </p15:clr>
        </p15:guide>
        <p15:guide id="18" pos="11248" userDrawn="1">
          <p15:clr>
            <a:srgbClr val="F26B43"/>
          </p15:clr>
        </p15:guide>
        <p15:guide id="19" pos="11457" userDrawn="1">
          <p15:clr>
            <a:srgbClr val="F26B43"/>
          </p15:clr>
        </p15:guide>
        <p15:guide id="20" pos="12469" userDrawn="1">
          <p15:clr>
            <a:srgbClr val="F26B43"/>
          </p15:clr>
        </p15:guide>
        <p15:guide id="21" pos="12685" userDrawn="1">
          <p15:clr>
            <a:srgbClr val="F26B43"/>
          </p15:clr>
        </p15:guide>
        <p15:guide id="22" pos="13694" userDrawn="1">
          <p15:clr>
            <a:srgbClr val="F26B43"/>
          </p15:clr>
        </p15:guide>
        <p15:guide id="23" pos="13914" userDrawn="1">
          <p15:clr>
            <a:srgbClr val="F26B43"/>
          </p15:clr>
        </p15:guide>
        <p15:guide id="24" pos="14925" userDrawn="1">
          <p15:clr>
            <a:srgbClr val="F26B43"/>
          </p15:clr>
        </p15:guide>
        <p15:guide id="25" orient="horz" pos="432" userDrawn="1">
          <p15:clr>
            <a:srgbClr val="F26B43"/>
          </p15:clr>
        </p15:guide>
        <p15:guide id="26" orient="horz" pos="1176" userDrawn="1">
          <p15:clr>
            <a:srgbClr val="F26B43"/>
          </p15:clr>
        </p15:guide>
        <p15:guide id="27" orient="horz" pos="1393" userDrawn="1">
          <p15:clr>
            <a:srgbClr val="F26B43"/>
          </p15:clr>
        </p15:guide>
        <p15:guide id="28" orient="horz" pos="2141" userDrawn="1">
          <p15:clr>
            <a:srgbClr val="F26B43"/>
          </p15:clr>
        </p15:guide>
        <p15:guide id="29" orient="horz" pos="2355" userDrawn="1">
          <p15:clr>
            <a:srgbClr val="F26B43"/>
          </p15:clr>
        </p15:guide>
        <p15:guide id="30" orient="horz" pos="3100" userDrawn="1">
          <p15:clr>
            <a:srgbClr val="F26B43"/>
          </p15:clr>
        </p15:guide>
        <p15:guide id="31" orient="horz" pos="3317" userDrawn="1">
          <p15:clr>
            <a:srgbClr val="F26B43"/>
          </p15:clr>
        </p15:guide>
        <p15:guide id="32" orient="horz" pos="4062" userDrawn="1">
          <p15:clr>
            <a:srgbClr val="F26B43"/>
          </p15:clr>
        </p15:guide>
        <p15:guide id="33" orient="horz" pos="4279" userDrawn="1">
          <p15:clr>
            <a:srgbClr val="F26B43"/>
          </p15:clr>
        </p15:guide>
        <p15:guide id="34" orient="horz" pos="5027" userDrawn="1">
          <p15:clr>
            <a:srgbClr val="F26B43"/>
          </p15:clr>
        </p15:guide>
        <p15:guide id="35" orient="horz" pos="5244" userDrawn="1">
          <p15:clr>
            <a:srgbClr val="F26B43"/>
          </p15:clr>
        </p15:guide>
        <p15:guide id="36" orient="horz" pos="5992" userDrawn="1">
          <p15:clr>
            <a:srgbClr val="F26B43"/>
          </p15:clr>
        </p15:guide>
        <p15:guide id="37" orient="horz" pos="6206" userDrawn="1">
          <p15:clr>
            <a:srgbClr val="F26B43"/>
          </p15:clr>
        </p15:guide>
        <p15:guide id="38" orient="horz" pos="6951" userDrawn="1">
          <p15:clr>
            <a:srgbClr val="F26B43"/>
          </p15:clr>
        </p15:guide>
        <p15:guide id="39" orient="horz" pos="7168" userDrawn="1">
          <p15:clr>
            <a:srgbClr val="F26B43"/>
          </p15:clr>
        </p15:guide>
        <p15:guide id="40" orient="horz" pos="791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18/10/relationships/comments" Target="../comments/modernComment_101_9358D4CF.xml"/><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6.jpeg"/><Relationship Id="rId3" Type="http://schemas.microsoft.com/office/2018/10/relationships/comments" Target="../comments/modernComment_175_F1B290B1.xml"/><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microsoft.com/office/2018/10/relationships/comments" Target="../comments/modernComment_178_E7701195.xml"/><Relationship Id="rId2" Type="http://schemas.openxmlformats.org/officeDocument/2006/relationships/notesSlide" Target="../notesSlides/notesSlide3.xml"/><Relationship Id="rId1" Type="http://schemas.openxmlformats.org/officeDocument/2006/relationships/slideLayout" Target="../slideLayouts/slideLayout76.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5E_E442D92A.xm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6.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92_71FC16A0.xml"/><Relationship Id="rId2" Type="http://schemas.openxmlformats.org/officeDocument/2006/relationships/notesSlide" Target="../notesSlides/notesSlide9.xml"/><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18/10/relationships/comments" Target="../comments/modernComment_16D_218A6A42.xml"/><Relationship Id="rId7" Type="http://schemas.openxmlformats.org/officeDocument/2006/relationships/diagramQuickStyle" Target="../diagrams/quickStyle1.xml"/><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7.png"/><Relationship Id="rId9" Type="http://schemas.microsoft.com/office/2007/relationships/diagramDrawing" Target="../diagrams/drawing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microsoft.com/office/2018/10/relationships/comments" Target="../comments/modernComment_172_B8099803.xml"/><Relationship Id="rId2" Type="http://schemas.openxmlformats.org/officeDocument/2006/relationships/notesSlide" Target="../notesSlides/notesSlide13.xml"/><Relationship Id="rId1" Type="http://schemas.openxmlformats.org/officeDocument/2006/relationships/slideLayout" Target="../slideLayouts/slideLayout2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3.xml"/><Relationship Id="rId5" Type="http://schemas.openxmlformats.org/officeDocument/2006/relationships/image" Target="../media/image17.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3.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6.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65_488FE016.xml"/><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jpeg"/></Relationships>
</file>

<file path=ppt/slides/_rels/slide23.xml.rels><?xml version="1.0" encoding="UTF-8" standalone="yes"?>
<Relationships xmlns="http://schemas.openxmlformats.org/package/2006/relationships"><Relationship Id="rId3" Type="http://schemas.microsoft.com/office/2018/10/relationships/comments" Target="../comments/modernComment_188_C422E76F.xml"/><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6.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microsoft.com/office/2018/10/relationships/comments" Target="../comments/modernComment_184_E14D6030.xml"/><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8" Type="http://schemas.openxmlformats.org/officeDocument/2006/relationships/hyperlink" Target="https://doi.org/10.28979/jarnas.1112146" TargetMode="External"/><Relationship Id="rId3" Type="http://schemas.openxmlformats.org/officeDocument/2006/relationships/hyperlink" Target="http://doi.org/10.31387/oscm0360219" TargetMode="External"/><Relationship Id="rId7" Type="http://schemas.openxmlformats.org/officeDocument/2006/relationships/hyperlink" Target="https://doi.org/10.1287/mksc.1110.0693" TargetMode="External"/><Relationship Id="rId2" Type="http://schemas.openxmlformats.org/officeDocument/2006/relationships/notesSlide" Target="../notesSlides/notesSlide32.xml"/><Relationship Id="rId1" Type="http://schemas.openxmlformats.org/officeDocument/2006/relationships/slideLayout" Target="../slideLayouts/slideLayout16.xml"/><Relationship Id="rId6" Type="http://schemas.openxmlformats.org/officeDocument/2006/relationships/hyperlink" Target="https://doi.org/10.1007/978-3-031-27058-1_8" TargetMode="External"/><Relationship Id="rId5" Type="http://schemas.openxmlformats.org/officeDocument/2006/relationships/hyperlink" Target="https://doi.org/10.1016/s0022-4359(99)80093-1" TargetMode="External"/><Relationship Id="rId4" Type="http://schemas.openxmlformats.org/officeDocument/2006/relationships/hyperlink" Target="https://doi.org/10.1287/mnsc.1030.0165"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35.xml.rels><?xml version="1.0" encoding="UTF-8" standalone="yes"?>
<Relationships xmlns="http://schemas.openxmlformats.org/package/2006/relationships"><Relationship Id="rId3" Type="http://schemas.microsoft.com/office/2018/10/relationships/comments" Target="../comments/modernComment_164_E5FBB93F.xml"/><Relationship Id="rId2" Type="http://schemas.openxmlformats.org/officeDocument/2006/relationships/notesSlide" Target="../notesSlides/notesSlide34.xml"/><Relationship Id="rId1" Type="http://schemas.openxmlformats.org/officeDocument/2006/relationships/slideLayout" Target="../slideLayouts/slideLayout23.xml"/><Relationship Id="rId5" Type="http://schemas.openxmlformats.org/officeDocument/2006/relationships/image" Target="../media/image34.png"/><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23.xml"/><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4.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microsoft.com/office/2018/10/relationships/comments" Target="../comments/modernComment_18C_8813E072.xml"/><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3728F5-A900-AD14-F3AA-6CC00AFAD2D3}"/>
              </a:ext>
            </a:extLst>
          </p:cNvPr>
          <p:cNvSpPr>
            <a:spLocks noGrp="1"/>
          </p:cNvSpPr>
          <p:nvPr>
            <p:ph type="ctrTitle"/>
          </p:nvPr>
        </p:nvSpPr>
        <p:spPr>
          <a:xfrm>
            <a:off x="680761" y="4604335"/>
            <a:ext cx="23016128" cy="4507330"/>
          </a:xfrm>
        </p:spPr>
        <p:txBody>
          <a:bodyPr/>
          <a:lstStyle/>
          <a:p>
            <a:pPr algn="ctr"/>
            <a:r>
              <a:rPr lang="en-US"/>
              <a:t>Seasonal Fashion Space Allocation</a:t>
            </a:r>
          </a:p>
        </p:txBody>
      </p:sp>
      <p:sp>
        <p:nvSpPr>
          <p:cNvPr id="6" name="Footer Placeholder 5">
            <a:extLst>
              <a:ext uri="{FF2B5EF4-FFF2-40B4-BE49-F238E27FC236}">
                <a16:creationId xmlns:a16="http://schemas.microsoft.com/office/drawing/2014/main" id="{3493D565-1FA5-E319-DA69-D8D2B4E58C9D}"/>
              </a:ext>
            </a:extLst>
          </p:cNvPr>
          <p:cNvSpPr>
            <a:spLocks noGrp="1"/>
          </p:cNvSpPr>
          <p:nvPr>
            <p:ph type="ftr" sz="quarter" idx="11"/>
          </p:nvPr>
        </p:nvSpPr>
        <p:spPr>
          <a:xfrm>
            <a:off x="713108" y="333311"/>
            <a:ext cx="6978610" cy="730250"/>
          </a:xfrm>
        </p:spPr>
        <p:txBody>
          <a:bodyPr/>
          <a:lstStyle/>
          <a:p>
            <a:pPr>
              <a:lnSpc>
                <a:spcPct val="100000"/>
              </a:lnSpc>
            </a:pPr>
            <a:r>
              <a:rPr lang="en-US" dirty="0"/>
              <a:t>Walmart Team 02 | Practicum Team 06</a:t>
            </a:r>
          </a:p>
          <a:p>
            <a:pPr>
              <a:lnSpc>
                <a:spcPct val="100000"/>
              </a:lnSpc>
            </a:pPr>
            <a:r>
              <a:rPr lang="en-US" dirty="0"/>
              <a:t>April 23</a:t>
            </a:r>
            <a:r>
              <a:rPr lang="en-US" baseline="30000" dirty="0"/>
              <a:t>rd</a:t>
            </a:r>
            <a:r>
              <a:rPr lang="en-US" dirty="0"/>
              <a:t>, 2026</a:t>
            </a:r>
          </a:p>
        </p:txBody>
      </p:sp>
      <p:pic>
        <p:nvPicPr>
          <p:cNvPr id="1026" name="Picture 2" descr="UARK Data Science | Fayetteville AR">
            <a:extLst>
              <a:ext uri="{FF2B5EF4-FFF2-40B4-BE49-F238E27FC236}">
                <a16:creationId xmlns:a16="http://schemas.microsoft.com/office/drawing/2014/main" id="{745193D8-5F77-CC12-D569-DEEAD0EED7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23001" y="130824"/>
            <a:ext cx="1865474" cy="1865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072399"/>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78E47-8688-AA45-DE0B-17C126771999}"/>
            </a:ext>
          </a:extLst>
        </p:cNvPr>
        <p:cNvGrpSpPr/>
        <p:nvPr/>
      </p:nvGrpSpPr>
      <p:grpSpPr>
        <a:xfrm>
          <a:off x="0" y="0"/>
          <a:ext cx="0" cy="0"/>
          <a:chOff x="0" y="0"/>
          <a:chExt cx="0" cy="0"/>
        </a:xfrm>
      </p:grpSpPr>
      <p:grpSp>
        <p:nvGrpSpPr>
          <p:cNvPr id="30" name="Group 29">
            <a:extLst>
              <a:ext uri="{FF2B5EF4-FFF2-40B4-BE49-F238E27FC236}">
                <a16:creationId xmlns:a16="http://schemas.microsoft.com/office/drawing/2014/main" id="{5FDEE4F9-A87A-62B0-FE0E-BE173A95E8C8}"/>
              </a:ext>
            </a:extLst>
          </p:cNvPr>
          <p:cNvGrpSpPr/>
          <p:nvPr/>
        </p:nvGrpSpPr>
        <p:grpSpPr>
          <a:xfrm>
            <a:off x="3796849" y="1578335"/>
            <a:ext cx="16783940" cy="5495548"/>
            <a:chOff x="3796855" y="6876649"/>
            <a:chExt cx="16783940" cy="5495548"/>
          </a:xfrm>
        </p:grpSpPr>
        <p:sp>
          <p:nvSpPr>
            <p:cNvPr id="23" name="Rounded Rectangle 22">
              <a:extLst>
                <a:ext uri="{FF2B5EF4-FFF2-40B4-BE49-F238E27FC236}">
                  <a16:creationId xmlns:a16="http://schemas.microsoft.com/office/drawing/2014/main" id="{F0D6CD14-CE55-BBEB-9E6A-4C6D9ACF5BE3}"/>
                </a:ext>
              </a:extLst>
            </p:cNvPr>
            <p:cNvSpPr/>
            <p:nvPr/>
          </p:nvSpPr>
          <p:spPr>
            <a:xfrm>
              <a:off x="3796855" y="6876649"/>
              <a:ext cx="16783940" cy="5495548"/>
            </a:xfrm>
            <a:prstGeom prst="roundRect">
              <a:avLst>
                <a:gd name="adj" fmla="val 4568"/>
              </a:avLst>
            </a:prstGeom>
            <a:solidFill>
              <a:srgbClr val="A8DDF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6" name="Oval 5">
              <a:extLst>
                <a:ext uri="{FF2B5EF4-FFF2-40B4-BE49-F238E27FC236}">
                  <a16:creationId xmlns:a16="http://schemas.microsoft.com/office/drawing/2014/main" id="{7E2A5DAD-0B65-A18B-B981-68590C659F9F}"/>
                </a:ext>
              </a:extLst>
            </p:cNvPr>
            <p:cNvSpPr>
              <a:spLocks noChangeAspect="1"/>
            </p:cNvSpPr>
            <p:nvPr/>
          </p:nvSpPr>
          <p:spPr>
            <a:xfrm>
              <a:off x="10505485" y="7023357"/>
              <a:ext cx="3366670" cy="3366670"/>
            </a:xfrm>
            <a:prstGeom prst="ellipse">
              <a:avLst/>
            </a:prstGeom>
            <a:blipFill>
              <a:blip r:embed="rId4"/>
              <a:srcRect/>
              <a:stretch>
                <a:fillRect t="-729" b="-72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2" name="Picture 1" descr="A person wearing glasses smiling&#10;&#10;AI-generated content may be incorrect.">
              <a:extLst>
                <a:ext uri="{FF2B5EF4-FFF2-40B4-BE49-F238E27FC236}">
                  <a16:creationId xmlns:a16="http://schemas.microsoft.com/office/drawing/2014/main" id="{D1D1EB91-0495-D595-10E8-AA281A7D1E78}"/>
                </a:ext>
              </a:extLst>
            </p:cNvPr>
            <p:cNvPicPr>
              <a:picLocks noChangeAspect="1"/>
            </p:cNvPicPr>
            <p:nvPr/>
          </p:nvPicPr>
          <p:blipFill rotWithShape="1">
            <a:blip r:embed="rId5"/>
            <a:srcRect l="9820" r="1579" b="19690"/>
            <a:stretch/>
          </p:blipFill>
          <p:spPr>
            <a:xfrm>
              <a:off x="16154965" y="7023357"/>
              <a:ext cx="3367437" cy="3367437"/>
            </a:xfrm>
            <a:prstGeom prst="ellipse">
              <a:avLst/>
            </a:prstGeom>
          </p:spPr>
        </p:pic>
        <p:pic>
          <p:nvPicPr>
            <p:cNvPr id="3" name="Picture 2" descr="A person in a suit and tie&#10;&#10;AI-generated content may be incorrect.">
              <a:extLst>
                <a:ext uri="{FF2B5EF4-FFF2-40B4-BE49-F238E27FC236}">
                  <a16:creationId xmlns:a16="http://schemas.microsoft.com/office/drawing/2014/main" id="{982CD7CD-16E6-9409-D4A1-750623540BFE}"/>
                </a:ext>
              </a:extLst>
            </p:cNvPr>
            <p:cNvPicPr>
              <a:picLocks noChangeAspect="1"/>
            </p:cNvPicPr>
            <p:nvPr/>
          </p:nvPicPr>
          <p:blipFill rotWithShape="1">
            <a:blip r:embed="rId6"/>
            <a:srcRect l="7274" t="1104" r="7274" b="33835"/>
            <a:stretch/>
          </p:blipFill>
          <p:spPr>
            <a:xfrm>
              <a:off x="4856005" y="7023912"/>
              <a:ext cx="3366670" cy="3366670"/>
            </a:xfrm>
            <a:prstGeom prst="ellipse">
              <a:avLst/>
            </a:prstGeom>
          </p:spPr>
        </p:pic>
      </p:grpSp>
      <p:sp>
        <p:nvSpPr>
          <p:cNvPr id="46" name="Title 45">
            <a:extLst>
              <a:ext uri="{FF2B5EF4-FFF2-40B4-BE49-F238E27FC236}">
                <a16:creationId xmlns:a16="http://schemas.microsoft.com/office/drawing/2014/main" id="{FF24246B-DBB1-84E2-7E91-18EB5FA859B4}"/>
              </a:ext>
            </a:extLst>
          </p:cNvPr>
          <p:cNvSpPr>
            <a:spLocks noGrp="1"/>
          </p:cNvSpPr>
          <p:nvPr>
            <p:ph type="title"/>
          </p:nvPr>
        </p:nvSpPr>
        <p:spPr>
          <a:xfrm>
            <a:off x="9255794" y="870960"/>
            <a:ext cx="5866062" cy="927671"/>
          </a:xfrm>
        </p:spPr>
        <p:txBody>
          <a:bodyPr/>
          <a:lstStyle/>
          <a:p>
            <a:pPr algn="ctr">
              <a:lnSpc>
                <a:spcPct val="100000"/>
              </a:lnSpc>
            </a:pPr>
            <a:r>
              <a:rPr lang="en-US" sz="4800" b="1"/>
              <a:t>Our Practicum Team</a:t>
            </a:r>
          </a:p>
        </p:txBody>
      </p:sp>
      <p:sp>
        <p:nvSpPr>
          <p:cNvPr id="12" name="Content Placeholder 11">
            <a:extLst>
              <a:ext uri="{FF2B5EF4-FFF2-40B4-BE49-F238E27FC236}">
                <a16:creationId xmlns:a16="http://schemas.microsoft.com/office/drawing/2014/main" id="{30DAA5D0-FD15-7362-B18D-8A01898C34FD}"/>
              </a:ext>
            </a:extLst>
          </p:cNvPr>
          <p:cNvSpPr>
            <a:spLocks noGrp="1"/>
          </p:cNvSpPr>
          <p:nvPr>
            <p:ph sz="half" idx="2"/>
          </p:nvPr>
        </p:nvSpPr>
        <p:spPr>
          <a:xfrm>
            <a:off x="9446329" y="5314816"/>
            <a:ext cx="5484971" cy="1527139"/>
          </a:xfrm>
        </p:spPr>
        <p:txBody>
          <a:bodyPr vert="horz" lIns="0" tIns="0" rIns="0" bIns="0" rtlCol="0" anchor="b">
            <a:noAutofit/>
          </a:bodyPr>
          <a:lstStyle/>
          <a:p>
            <a:pPr algn="ctr">
              <a:lnSpc>
                <a:spcPct val="100000"/>
              </a:lnSpc>
            </a:pPr>
            <a:endParaRPr lang="en-US" sz="2400"/>
          </a:p>
          <a:p>
            <a:pPr marL="0" marR="0" lvl="0" indent="0" algn="ctr" defTabSz="1828343"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4400" b="0" i="0" u="none" strike="noStrike" kern="1200" cap="none" spc="0" normalizeH="0" baseline="0" noProof="0">
                <a:ln>
                  <a:noFill/>
                </a:ln>
                <a:solidFill>
                  <a:srgbClr val="001E60"/>
                </a:solidFill>
                <a:effectLst/>
                <a:uLnTx/>
                <a:uFillTx/>
                <a:latin typeface="Everyday Sans Medium"/>
                <a:ea typeface="+mn-ea"/>
                <a:cs typeface="+mn-cs"/>
              </a:rPr>
              <a:t>Stella Shipman</a:t>
            </a:r>
          </a:p>
          <a:p>
            <a:pPr marL="0" marR="0" lvl="0" indent="0" algn="ctr" defTabSz="1828343"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1200" cap="none" spc="0" normalizeH="0" baseline="0" noProof="0">
                <a:ln>
                  <a:noFill/>
                </a:ln>
                <a:solidFill>
                  <a:srgbClr val="001E60"/>
                </a:solidFill>
                <a:effectLst/>
                <a:uLnTx/>
                <a:uFillTx/>
                <a:latin typeface="Everyday Sans Medium"/>
                <a:ea typeface="+mn-ea"/>
                <a:cs typeface="+mn-cs"/>
              </a:rPr>
              <a:t>Team Scribe</a:t>
            </a:r>
            <a:endParaRPr lang="en-US" sz="2400"/>
          </a:p>
          <a:p>
            <a:pPr algn="ctr">
              <a:lnSpc>
                <a:spcPct val="100000"/>
              </a:lnSpc>
            </a:pPr>
            <a:r>
              <a:rPr lang="en-US" sz="2400"/>
              <a:t>Biomedical &amp; Healthcare Concentration</a:t>
            </a:r>
          </a:p>
        </p:txBody>
      </p:sp>
      <p:sp>
        <p:nvSpPr>
          <p:cNvPr id="25" name="Content Placeholder 24">
            <a:extLst>
              <a:ext uri="{FF2B5EF4-FFF2-40B4-BE49-F238E27FC236}">
                <a16:creationId xmlns:a16="http://schemas.microsoft.com/office/drawing/2014/main" id="{67B56A3E-27FE-D719-34AF-BA1929CC8336}"/>
              </a:ext>
            </a:extLst>
          </p:cNvPr>
          <p:cNvSpPr>
            <a:spLocks noGrp="1"/>
          </p:cNvSpPr>
          <p:nvPr>
            <p:ph sz="quarter" idx="4"/>
          </p:nvPr>
        </p:nvSpPr>
        <p:spPr>
          <a:xfrm>
            <a:off x="3796849" y="5314815"/>
            <a:ext cx="5484971" cy="1527139"/>
          </a:xfrm>
        </p:spPr>
        <p:txBody>
          <a:bodyPr/>
          <a:lstStyle/>
          <a:p>
            <a:pPr marL="0" marR="0" lvl="0" indent="0" algn="ctr" defTabSz="1828343"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4400" b="0" i="0" u="none" strike="noStrike" kern="1200" cap="none" spc="0" normalizeH="0" baseline="0" noProof="0">
                <a:ln>
                  <a:noFill/>
                </a:ln>
                <a:solidFill>
                  <a:srgbClr val="001E60"/>
                </a:solidFill>
                <a:effectLst/>
                <a:uLnTx/>
                <a:uFillTx/>
                <a:latin typeface="Everyday Sans Medium"/>
                <a:ea typeface="+mn-ea"/>
                <a:cs typeface="+mn-cs"/>
              </a:rPr>
              <a:t>Cody </a:t>
            </a:r>
            <a:r>
              <a:rPr kumimoji="0" lang="en-US" sz="4400" b="0" i="0" u="none" strike="noStrike" kern="1200" cap="none" spc="0" normalizeH="0" baseline="0" noProof="0" err="1">
                <a:ln>
                  <a:noFill/>
                </a:ln>
                <a:solidFill>
                  <a:srgbClr val="001E60"/>
                </a:solidFill>
                <a:effectLst/>
                <a:uLnTx/>
                <a:uFillTx/>
                <a:latin typeface="Everyday Sans Medium"/>
                <a:ea typeface="+mn-ea"/>
                <a:cs typeface="+mn-cs"/>
              </a:rPr>
              <a:t>Uhl</a:t>
            </a:r>
            <a:endParaRPr kumimoji="0" lang="en-US" sz="4400" b="0" i="0" u="none" strike="noStrike" kern="1200" cap="none" spc="0" normalizeH="0" baseline="0" noProof="0">
              <a:ln>
                <a:noFill/>
              </a:ln>
              <a:solidFill>
                <a:srgbClr val="001E60"/>
              </a:solidFill>
              <a:effectLst/>
              <a:uLnTx/>
              <a:uFillTx/>
              <a:latin typeface="Everyday Sans Medium"/>
              <a:ea typeface="+mn-ea"/>
              <a:cs typeface="+mn-cs"/>
            </a:endParaRPr>
          </a:p>
          <a:p>
            <a:pPr marL="0" marR="0" lvl="0" indent="0" algn="ctr" defTabSz="1828343"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200" b="0" i="0" u="none" strike="noStrike" kern="1200" cap="none" spc="0" normalizeH="0" baseline="0" noProof="0">
                <a:ln>
                  <a:noFill/>
                </a:ln>
                <a:solidFill>
                  <a:srgbClr val="001E60"/>
                </a:solidFill>
                <a:effectLst/>
                <a:uLnTx/>
                <a:uFillTx/>
                <a:latin typeface="Everyday Sans Medium"/>
                <a:ea typeface="+mn-ea"/>
                <a:cs typeface="+mn-cs"/>
              </a:rPr>
              <a:t>Team Lead</a:t>
            </a:r>
            <a:endParaRPr lang="en-US" sz="2400"/>
          </a:p>
          <a:p>
            <a:pPr algn="ctr">
              <a:lnSpc>
                <a:spcPct val="100000"/>
              </a:lnSpc>
            </a:pPr>
            <a:r>
              <a:rPr lang="en-US" sz="2400"/>
              <a:t>Computational Concentration</a:t>
            </a:r>
          </a:p>
        </p:txBody>
      </p:sp>
      <p:sp>
        <p:nvSpPr>
          <p:cNvPr id="4" name="Footer Placeholder 3">
            <a:extLst>
              <a:ext uri="{FF2B5EF4-FFF2-40B4-BE49-F238E27FC236}">
                <a16:creationId xmlns:a16="http://schemas.microsoft.com/office/drawing/2014/main" id="{F541689B-3D60-6827-F317-F6B2492556BA}"/>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D021F748-EC9D-9DCA-E590-581200371585}"/>
              </a:ext>
            </a:extLst>
          </p:cNvPr>
          <p:cNvSpPr>
            <a:spLocks noGrp="1"/>
          </p:cNvSpPr>
          <p:nvPr>
            <p:ph type="sldNum" sz="quarter" idx="12"/>
          </p:nvPr>
        </p:nvSpPr>
        <p:spPr/>
        <p:txBody>
          <a:bodyPr/>
          <a:lstStyle/>
          <a:p>
            <a:fld id="{E7E83E8E-4C8F-494C-96FC-84A57D31552C}" type="slidenum">
              <a:rPr lang="en-US" smtClean="0"/>
              <a:pPr/>
              <a:t>2</a:t>
            </a:fld>
            <a:endParaRPr lang="en-US"/>
          </a:p>
        </p:txBody>
      </p:sp>
      <p:sp>
        <p:nvSpPr>
          <p:cNvPr id="27" name="Content Placeholder 26">
            <a:extLst>
              <a:ext uri="{FF2B5EF4-FFF2-40B4-BE49-F238E27FC236}">
                <a16:creationId xmlns:a16="http://schemas.microsoft.com/office/drawing/2014/main" id="{4768FE8D-A2A8-EDE1-7527-2E1B8A710F2C}"/>
              </a:ext>
            </a:extLst>
          </p:cNvPr>
          <p:cNvSpPr>
            <a:spLocks noGrp="1"/>
          </p:cNvSpPr>
          <p:nvPr>
            <p:ph sz="quarter" idx="20"/>
          </p:nvPr>
        </p:nvSpPr>
        <p:spPr>
          <a:xfrm>
            <a:off x="15095817" y="5314814"/>
            <a:ext cx="5484972" cy="1527139"/>
          </a:xfrm>
        </p:spPr>
        <p:txBody>
          <a:bodyPr vert="horz" lIns="0" tIns="0" rIns="0" bIns="0" rtlCol="0" anchor="t">
            <a:noAutofit/>
          </a:bodyPr>
          <a:lstStyle/>
          <a:p>
            <a:pPr marL="0" marR="0" lvl="0" indent="0" algn="ctr" defTabSz="1828343"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4400" b="0" i="0" u="none" strike="noStrike" kern="1200" cap="none" spc="0" normalizeH="0" baseline="0" noProof="0">
                <a:ln>
                  <a:noFill/>
                </a:ln>
                <a:solidFill>
                  <a:srgbClr val="001E60"/>
                </a:solidFill>
                <a:effectLst/>
                <a:uLnTx/>
                <a:uFillTx/>
                <a:latin typeface="Everyday Sans Medium"/>
                <a:ea typeface="+mn-ea"/>
                <a:cs typeface="+mn-cs"/>
              </a:rPr>
              <a:t>Conrad Haslauer</a:t>
            </a:r>
            <a:endParaRPr lang="en-US" sz="2400"/>
          </a:p>
          <a:p>
            <a:pPr algn="ctr">
              <a:lnSpc>
                <a:spcPct val="100000"/>
              </a:lnSpc>
            </a:pPr>
            <a:r>
              <a:rPr lang="en-US" sz="2400"/>
              <a:t>Cybersecurity Concentration</a:t>
            </a:r>
          </a:p>
        </p:txBody>
      </p:sp>
      <p:sp>
        <p:nvSpPr>
          <p:cNvPr id="8" name="TextBox 7">
            <a:extLst>
              <a:ext uri="{FF2B5EF4-FFF2-40B4-BE49-F238E27FC236}">
                <a16:creationId xmlns:a16="http://schemas.microsoft.com/office/drawing/2014/main" id="{BB342C46-BFE8-2661-60D5-C5016B0E0552}"/>
              </a:ext>
            </a:extLst>
          </p:cNvPr>
          <p:cNvSpPr txBox="1"/>
          <p:nvPr/>
        </p:nvSpPr>
        <p:spPr>
          <a:xfrm>
            <a:off x="13468204" y="4646241"/>
            <a:ext cx="0" cy="0"/>
          </a:xfrm>
          <a:prstGeom prst="rect">
            <a:avLst/>
          </a:prstGeom>
          <a:noFill/>
        </p:spPr>
        <p:txBody>
          <a:bodyPr wrap="none" lIns="0" tIns="0" rIns="0" bIns="0" rtlCol="0">
            <a:noAutofit/>
          </a:bodyPr>
          <a:lstStyle/>
          <a:p>
            <a:pPr algn="l"/>
            <a:endParaRPr lang="en-US" err="1">
              <a:solidFill>
                <a:schemeClr val="accent1"/>
              </a:solidFill>
            </a:endParaRPr>
          </a:p>
        </p:txBody>
      </p:sp>
      <p:grpSp>
        <p:nvGrpSpPr>
          <p:cNvPr id="24" name="Group 23">
            <a:extLst>
              <a:ext uri="{FF2B5EF4-FFF2-40B4-BE49-F238E27FC236}">
                <a16:creationId xmlns:a16="http://schemas.microsoft.com/office/drawing/2014/main" id="{B9B5F70F-4EBD-244D-3AE3-72A757B78D70}"/>
              </a:ext>
            </a:extLst>
          </p:cNvPr>
          <p:cNvGrpSpPr/>
          <p:nvPr/>
        </p:nvGrpSpPr>
        <p:grpSpPr>
          <a:xfrm>
            <a:off x="3796849" y="8400686"/>
            <a:ext cx="16783939" cy="4989621"/>
            <a:chOff x="4759313" y="1646807"/>
            <a:chExt cx="16783939" cy="4989621"/>
          </a:xfrm>
        </p:grpSpPr>
        <p:sp>
          <p:nvSpPr>
            <p:cNvPr id="15" name="Rounded Rectangle 14">
              <a:extLst>
                <a:ext uri="{FF2B5EF4-FFF2-40B4-BE49-F238E27FC236}">
                  <a16:creationId xmlns:a16="http://schemas.microsoft.com/office/drawing/2014/main" id="{8CAE5311-7DE2-05BA-5AE2-5CF3D8C6FDC4}"/>
                </a:ext>
              </a:extLst>
            </p:cNvPr>
            <p:cNvSpPr/>
            <p:nvPr/>
          </p:nvSpPr>
          <p:spPr>
            <a:xfrm>
              <a:off x="4759313" y="1646807"/>
              <a:ext cx="16783939" cy="4989621"/>
            </a:xfrm>
            <a:prstGeom prst="roundRect">
              <a:avLst>
                <a:gd name="adj" fmla="val 5130"/>
              </a:avLst>
            </a:prstGeom>
            <a:solidFill>
              <a:srgbClr val="A8DDF7">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6" name="Picture 4" descr="Thomas Carter">
              <a:extLst>
                <a:ext uri="{FF2B5EF4-FFF2-40B4-BE49-F238E27FC236}">
                  <a16:creationId xmlns:a16="http://schemas.microsoft.com/office/drawing/2014/main" id="{5F3B719B-19C0-4897-A4B8-50C470E341A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a:stretch/>
          </p:blipFill>
          <p:spPr bwMode="auto">
            <a:xfrm>
              <a:off x="15330240" y="1735683"/>
              <a:ext cx="3366670" cy="3366670"/>
            </a:xfrm>
            <a:prstGeom prst="ellipse">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EEEE15AA-BE09-426E-4707-8BAAFFB793D4}"/>
                </a:ext>
              </a:extLst>
            </p:cNvPr>
            <p:cNvPicPr>
              <a:picLocks noChangeAspect="1" noChangeArrowheads="1"/>
            </p:cNvPicPr>
            <p:nvPr/>
          </p:nvPicPr>
          <p:blipFill>
            <a:blip r:embed="rId8"/>
            <a:srcRect l="3324" r="3324"/>
            <a:stretch/>
          </p:blipFill>
          <p:spPr bwMode="auto">
            <a:xfrm>
              <a:off x="7605669" y="1735683"/>
              <a:ext cx="3366670" cy="3366670"/>
            </a:xfrm>
            <a:prstGeom prst="ellipse">
              <a:avLst/>
            </a:prstGeom>
            <a:noFill/>
            <a:extLst>
              <a:ext uri="{909E8E84-426E-40DD-AFC4-6F175D3DCCD1}">
                <a14:hiddenFill xmlns:a14="http://schemas.microsoft.com/office/drawing/2010/main">
                  <a:solidFill>
                    <a:srgbClr val="FFFFFF"/>
                  </a:solidFill>
                </a14:hiddenFill>
              </a:ext>
            </a:extLst>
          </p:spPr>
        </p:pic>
        <p:sp>
          <p:nvSpPr>
            <p:cNvPr id="10" name="Text Placeholder 10">
              <a:extLst>
                <a:ext uri="{FF2B5EF4-FFF2-40B4-BE49-F238E27FC236}">
                  <a16:creationId xmlns:a16="http://schemas.microsoft.com/office/drawing/2014/main" id="{013D5211-0BEB-3B8A-331F-DBD84344811F}"/>
                </a:ext>
              </a:extLst>
            </p:cNvPr>
            <p:cNvSpPr txBox="1">
              <a:spLocks/>
            </p:cNvSpPr>
            <p:nvPr/>
          </p:nvSpPr>
          <p:spPr>
            <a:xfrm>
              <a:off x="13766568" y="5191228"/>
              <a:ext cx="6494014" cy="1155105"/>
            </a:xfrm>
            <a:prstGeom prst="rect">
              <a:avLst/>
            </a:prstGeom>
          </p:spPr>
          <p:txBody>
            <a:bodyPr vert="horz" lIns="0" tIns="0" rIns="0" bIns="0" rtlCol="0" anchor="t" anchorCtr="0">
              <a:noAutofit/>
            </a:bodyPr>
            <a:lstStyle>
              <a:lvl1pPr marL="0" indent="0" algn="l" defTabSz="1828343" rtl="0" eaLnBrk="1" latinLnBrk="0" hangingPunct="1">
                <a:lnSpc>
                  <a:spcPts val="3400"/>
                </a:lnSpc>
                <a:spcBef>
                  <a:spcPts val="0"/>
                </a:spcBef>
                <a:spcAft>
                  <a:spcPts val="0"/>
                </a:spcAft>
                <a:buFont typeface="Arial" panose="020B0604020202020204" pitchFamily="34" charset="0"/>
                <a:buNone/>
                <a:defRPr sz="2600" b="0" i="0" kern="1200">
                  <a:solidFill>
                    <a:schemeClr val="accent1"/>
                  </a:solidFill>
                  <a:latin typeface="+mj-lt"/>
                  <a:ea typeface="+mn-ea"/>
                  <a:cs typeface="+mn-cs"/>
                </a:defRPr>
              </a:lvl1pPr>
              <a:lvl2pPr marL="914171" indent="0" algn="l" defTabSz="1828343" rtl="0" eaLnBrk="1" latinLnBrk="0" hangingPunct="1">
                <a:lnSpc>
                  <a:spcPts val="4600"/>
                </a:lnSpc>
                <a:spcBef>
                  <a:spcPts val="0"/>
                </a:spcBef>
                <a:spcAft>
                  <a:spcPts val="1100"/>
                </a:spcAft>
                <a:buFont typeface="System Font Regular"/>
                <a:buNone/>
                <a:tabLst/>
                <a:defRPr sz="3999" b="1" kern="1200">
                  <a:solidFill>
                    <a:schemeClr val="accent1"/>
                  </a:solidFill>
                  <a:latin typeface="+mn-lt"/>
                  <a:ea typeface="+mn-ea"/>
                  <a:cs typeface="+mn-cs"/>
                </a:defRPr>
              </a:lvl2pPr>
              <a:lvl3pPr marL="1828343" indent="0" algn="l" defTabSz="1828343" rtl="0" eaLnBrk="1" latinLnBrk="0" hangingPunct="1">
                <a:lnSpc>
                  <a:spcPts val="4600"/>
                </a:lnSpc>
                <a:spcBef>
                  <a:spcPts val="0"/>
                </a:spcBef>
                <a:spcAft>
                  <a:spcPts val="1100"/>
                </a:spcAft>
                <a:buFont typeface="System Font Regular"/>
                <a:buNone/>
                <a:tabLst/>
                <a:defRPr sz="3599" b="1" kern="1200">
                  <a:solidFill>
                    <a:schemeClr val="accent1"/>
                  </a:solidFill>
                  <a:latin typeface="+mn-lt"/>
                  <a:ea typeface="+mn-ea"/>
                  <a:cs typeface="+mn-cs"/>
                </a:defRPr>
              </a:lvl3pPr>
              <a:lvl4pPr marL="2742514" indent="0" algn="l" defTabSz="1828343" rtl="0" eaLnBrk="1" latinLnBrk="0" hangingPunct="1">
                <a:lnSpc>
                  <a:spcPts val="4600"/>
                </a:lnSpc>
                <a:spcBef>
                  <a:spcPts val="0"/>
                </a:spcBef>
                <a:spcAft>
                  <a:spcPts val="1100"/>
                </a:spcAft>
                <a:buFont typeface="System Font Regular"/>
                <a:buNone/>
                <a:tabLst/>
                <a:defRPr sz="3199" b="1" kern="1200">
                  <a:solidFill>
                    <a:schemeClr val="accent1"/>
                  </a:solidFill>
                  <a:latin typeface="+mn-lt"/>
                  <a:ea typeface="+mn-ea"/>
                  <a:cs typeface="+mn-cs"/>
                </a:defRPr>
              </a:lvl4pPr>
              <a:lvl5pPr marL="3656686" indent="0" algn="l" defTabSz="1828343" rtl="0" eaLnBrk="1" latinLnBrk="0" hangingPunct="1">
                <a:lnSpc>
                  <a:spcPts val="4600"/>
                </a:lnSpc>
                <a:spcBef>
                  <a:spcPts val="0"/>
                </a:spcBef>
                <a:spcAft>
                  <a:spcPts val="1100"/>
                </a:spcAft>
                <a:buFont typeface="System Font Regular"/>
                <a:buNone/>
                <a:tabLst/>
                <a:defRPr sz="3199" b="1" kern="1200">
                  <a:solidFill>
                    <a:schemeClr val="accent1"/>
                  </a:solidFill>
                  <a:latin typeface="+mn-lt"/>
                  <a:ea typeface="+mn-ea"/>
                  <a:cs typeface="+mn-cs"/>
                </a:defRPr>
              </a:lvl5pPr>
              <a:lvl6pPr marL="4570857"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6pPr>
              <a:lvl7pPr marL="5485028"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7pPr>
              <a:lvl8pPr marL="6399200"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8pPr>
              <a:lvl9pPr marL="7313371"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9pPr>
            </a:lstStyle>
            <a:p>
              <a:pPr algn="ctr">
                <a:lnSpc>
                  <a:spcPct val="100000"/>
                </a:lnSpc>
              </a:pPr>
              <a:r>
                <a:rPr lang="en-US" sz="4400"/>
                <a:t>Thomas Carter</a:t>
              </a:r>
            </a:p>
            <a:p>
              <a:pPr algn="ctr">
                <a:lnSpc>
                  <a:spcPct val="100000"/>
                </a:lnSpc>
              </a:pPr>
              <a:r>
                <a:rPr lang="en-US" sz="3200"/>
                <a:t>Senior Manager - Assortment Analytics</a:t>
              </a:r>
            </a:p>
          </p:txBody>
        </p:sp>
        <p:sp>
          <p:nvSpPr>
            <p:cNvPr id="14" name="Text Placeholder 10">
              <a:extLst>
                <a:ext uri="{FF2B5EF4-FFF2-40B4-BE49-F238E27FC236}">
                  <a16:creationId xmlns:a16="http://schemas.microsoft.com/office/drawing/2014/main" id="{9379308C-86D9-166B-E592-A40A0F2897A5}"/>
                </a:ext>
              </a:extLst>
            </p:cNvPr>
            <p:cNvSpPr txBox="1">
              <a:spLocks/>
            </p:cNvSpPr>
            <p:nvPr/>
          </p:nvSpPr>
          <p:spPr>
            <a:xfrm>
              <a:off x="6161974" y="5191228"/>
              <a:ext cx="6201933" cy="1094507"/>
            </a:xfrm>
            <a:prstGeom prst="rect">
              <a:avLst/>
            </a:prstGeom>
          </p:spPr>
          <p:txBody>
            <a:bodyPr vert="horz" lIns="0" tIns="0" rIns="0" bIns="0" rtlCol="0" anchor="t" anchorCtr="0">
              <a:noAutofit/>
            </a:bodyPr>
            <a:lstStyle>
              <a:lvl1pPr marL="0" indent="0" algn="l" defTabSz="1828343" rtl="0" eaLnBrk="1" latinLnBrk="0" hangingPunct="1">
                <a:lnSpc>
                  <a:spcPts val="3400"/>
                </a:lnSpc>
                <a:spcBef>
                  <a:spcPts val="0"/>
                </a:spcBef>
                <a:spcAft>
                  <a:spcPts val="0"/>
                </a:spcAft>
                <a:buFont typeface="Arial" panose="020B0604020202020204" pitchFamily="34" charset="0"/>
                <a:buNone/>
                <a:defRPr sz="2600" b="0" i="0" kern="1200">
                  <a:solidFill>
                    <a:schemeClr val="accent1"/>
                  </a:solidFill>
                  <a:latin typeface="+mj-lt"/>
                  <a:ea typeface="+mn-ea"/>
                  <a:cs typeface="+mn-cs"/>
                </a:defRPr>
              </a:lvl1pPr>
              <a:lvl2pPr marL="914171" indent="0" algn="l" defTabSz="1828343" rtl="0" eaLnBrk="1" latinLnBrk="0" hangingPunct="1">
                <a:lnSpc>
                  <a:spcPts val="4600"/>
                </a:lnSpc>
                <a:spcBef>
                  <a:spcPts val="0"/>
                </a:spcBef>
                <a:spcAft>
                  <a:spcPts val="1100"/>
                </a:spcAft>
                <a:buFont typeface="System Font Regular"/>
                <a:buNone/>
                <a:tabLst/>
                <a:defRPr sz="3999" b="1" kern="1200">
                  <a:solidFill>
                    <a:schemeClr val="accent1"/>
                  </a:solidFill>
                  <a:latin typeface="+mn-lt"/>
                  <a:ea typeface="+mn-ea"/>
                  <a:cs typeface="+mn-cs"/>
                </a:defRPr>
              </a:lvl2pPr>
              <a:lvl3pPr marL="1828343" indent="0" algn="l" defTabSz="1828343" rtl="0" eaLnBrk="1" latinLnBrk="0" hangingPunct="1">
                <a:lnSpc>
                  <a:spcPts val="4600"/>
                </a:lnSpc>
                <a:spcBef>
                  <a:spcPts val="0"/>
                </a:spcBef>
                <a:spcAft>
                  <a:spcPts val="1100"/>
                </a:spcAft>
                <a:buFont typeface="System Font Regular"/>
                <a:buNone/>
                <a:tabLst/>
                <a:defRPr sz="3599" b="1" kern="1200">
                  <a:solidFill>
                    <a:schemeClr val="accent1"/>
                  </a:solidFill>
                  <a:latin typeface="+mn-lt"/>
                  <a:ea typeface="+mn-ea"/>
                  <a:cs typeface="+mn-cs"/>
                </a:defRPr>
              </a:lvl3pPr>
              <a:lvl4pPr marL="2742514" indent="0" algn="l" defTabSz="1828343" rtl="0" eaLnBrk="1" latinLnBrk="0" hangingPunct="1">
                <a:lnSpc>
                  <a:spcPts val="4600"/>
                </a:lnSpc>
                <a:spcBef>
                  <a:spcPts val="0"/>
                </a:spcBef>
                <a:spcAft>
                  <a:spcPts val="1100"/>
                </a:spcAft>
                <a:buFont typeface="System Font Regular"/>
                <a:buNone/>
                <a:tabLst/>
                <a:defRPr sz="3199" b="1" kern="1200">
                  <a:solidFill>
                    <a:schemeClr val="accent1"/>
                  </a:solidFill>
                  <a:latin typeface="+mn-lt"/>
                  <a:ea typeface="+mn-ea"/>
                  <a:cs typeface="+mn-cs"/>
                </a:defRPr>
              </a:lvl4pPr>
              <a:lvl5pPr marL="3656686" indent="0" algn="l" defTabSz="1828343" rtl="0" eaLnBrk="1" latinLnBrk="0" hangingPunct="1">
                <a:lnSpc>
                  <a:spcPts val="4600"/>
                </a:lnSpc>
                <a:spcBef>
                  <a:spcPts val="0"/>
                </a:spcBef>
                <a:spcAft>
                  <a:spcPts val="1100"/>
                </a:spcAft>
                <a:buFont typeface="System Font Regular"/>
                <a:buNone/>
                <a:tabLst/>
                <a:defRPr sz="3199" b="1" kern="1200">
                  <a:solidFill>
                    <a:schemeClr val="accent1"/>
                  </a:solidFill>
                  <a:latin typeface="+mn-lt"/>
                  <a:ea typeface="+mn-ea"/>
                  <a:cs typeface="+mn-cs"/>
                </a:defRPr>
              </a:lvl5pPr>
              <a:lvl6pPr marL="4570857"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6pPr>
              <a:lvl7pPr marL="5485028"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7pPr>
              <a:lvl8pPr marL="6399200"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8pPr>
              <a:lvl9pPr marL="7313371"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9pPr>
            </a:lstStyle>
            <a:p>
              <a:pPr algn="ctr">
                <a:lnSpc>
                  <a:spcPct val="100000"/>
                </a:lnSpc>
              </a:pPr>
              <a:r>
                <a:rPr lang="en-US" sz="4400"/>
                <a:t>Christopher Rainey</a:t>
              </a:r>
            </a:p>
            <a:p>
              <a:pPr algn="ctr">
                <a:lnSpc>
                  <a:spcPct val="100000"/>
                </a:lnSpc>
              </a:pPr>
              <a:r>
                <a:rPr lang="en-US" sz="3200" b="0" i="0" u="none" strike="noStrike">
                  <a:effectLst/>
                  <a:latin typeface="-apple-system"/>
                </a:rPr>
                <a:t>Senior Manager - Advanced Analytics</a:t>
              </a:r>
              <a:endParaRPr lang="en-US" sz="4400"/>
            </a:p>
          </p:txBody>
        </p:sp>
      </p:grpSp>
      <p:sp>
        <p:nvSpPr>
          <p:cNvPr id="7" name="TextBox 6">
            <a:extLst>
              <a:ext uri="{FF2B5EF4-FFF2-40B4-BE49-F238E27FC236}">
                <a16:creationId xmlns:a16="http://schemas.microsoft.com/office/drawing/2014/main" id="{0B834C07-5CEC-1AA7-C2A4-E63124369EC6}"/>
              </a:ext>
            </a:extLst>
          </p:cNvPr>
          <p:cNvSpPr txBox="1"/>
          <p:nvPr/>
        </p:nvSpPr>
        <p:spPr>
          <a:xfrm>
            <a:off x="2426519" y="7614583"/>
            <a:ext cx="0" cy="0"/>
          </a:xfrm>
          <a:prstGeom prst="rect">
            <a:avLst/>
          </a:prstGeom>
          <a:noFill/>
        </p:spPr>
        <p:txBody>
          <a:bodyPr wrap="none" lIns="0" tIns="0" rIns="0" bIns="0" rtlCol="0">
            <a:noAutofit/>
          </a:bodyPr>
          <a:lstStyle/>
          <a:p>
            <a:pPr algn="l"/>
            <a:endParaRPr lang="en-US" err="1">
              <a:solidFill>
                <a:schemeClr val="accent1"/>
              </a:solidFill>
            </a:endParaRPr>
          </a:p>
        </p:txBody>
      </p:sp>
      <p:sp>
        <p:nvSpPr>
          <p:cNvPr id="18" name="Title 45">
            <a:extLst>
              <a:ext uri="{FF2B5EF4-FFF2-40B4-BE49-F238E27FC236}">
                <a16:creationId xmlns:a16="http://schemas.microsoft.com/office/drawing/2014/main" id="{F43B4A16-727B-24D8-4195-98C496E1A396}"/>
              </a:ext>
            </a:extLst>
          </p:cNvPr>
          <p:cNvSpPr txBox="1">
            <a:spLocks/>
          </p:cNvSpPr>
          <p:nvPr/>
        </p:nvSpPr>
        <p:spPr>
          <a:xfrm>
            <a:off x="7629618" y="7674134"/>
            <a:ext cx="9118415" cy="726551"/>
          </a:xfrm>
          <a:prstGeom prst="rect">
            <a:avLst/>
          </a:prstGeom>
        </p:spPr>
        <p:txBody>
          <a:bodyPr vert="horz" lIns="0" tIns="0" rIns="0" bIns="0" rtlCol="0" anchor="t" anchorCtr="0">
            <a:noAutofit/>
          </a:bodyPr>
          <a:lstStyle>
            <a:lvl1pPr algn="l" defTabSz="1828343" rtl="0" eaLnBrk="1" latinLnBrk="0" hangingPunct="1">
              <a:lnSpc>
                <a:spcPts val="4600"/>
              </a:lnSpc>
              <a:spcBef>
                <a:spcPct val="0"/>
              </a:spcBef>
              <a:buNone/>
              <a:defRPr sz="3600" b="0" i="0" kern="1200">
                <a:solidFill>
                  <a:schemeClr val="accent1"/>
                </a:solidFill>
                <a:latin typeface="Everyday Sans Medium" pitchFamily="2" charset="77"/>
                <a:ea typeface="+mj-ea"/>
                <a:cs typeface="+mj-cs"/>
              </a:defRPr>
            </a:lvl1pPr>
          </a:lstStyle>
          <a:p>
            <a:pPr algn="ctr">
              <a:lnSpc>
                <a:spcPct val="100000"/>
              </a:lnSpc>
            </a:pPr>
            <a:r>
              <a:rPr lang="en-US" sz="4800" b="1"/>
              <a:t>Walmart Industry Partners</a:t>
            </a:r>
          </a:p>
        </p:txBody>
      </p:sp>
      <p:cxnSp>
        <p:nvCxnSpPr>
          <p:cNvPr id="19" name="Straight Connector 18">
            <a:extLst>
              <a:ext uri="{FF2B5EF4-FFF2-40B4-BE49-F238E27FC236}">
                <a16:creationId xmlns:a16="http://schemas.microsoft.com/office/drawing/2014/main" id="{4BC15757-F8A5-A10D-E635-B5C4986BC06C}"/>
              </a:ext>
            </a:extLst>
          </p:cNvPr>
          <p:cNvCxnSpPr>
            <a:cxnSpLocks/>
          </p:cNvCxnSpPr>
          <p:nvPr/>
        </p:nvCxnSpPr>
        <p:spPr>
          <a:xfrm>
            <a:off x="4017818" y="1607476"/>
            <a:ext cx="16265237" cy="0"/>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0A5F391-1DF4-03DA-BC34-0098B388A490}"/>
              </a:ext>
            </a:extLst>
          </p:cNvPr>
          <p:cNvCxnSpPr>
            <a:cxnSpLocks/>
          </p:cNvCxnSpPr>
          <p:nvPr/>
        </p:nvCxnSpPr>
        <p:spPr>
          <a:xfrm>
            <a:off x="4017818" y="8400686"/>
            <a:ext cx="16265237" cy="0"/>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5011505"/>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752AA2-0588-6B3A-371B-9D11F58B4ED1}"/>
              </a:ext>
            </a:extLst>
          </p:cNvPr>
          <p:cNvSpPr>
            <a:spLocks noGrp="1"/>
          </p:cNvSpPr>
          <p:nvPr>
            <p:ph type="sldNum" sz="quarter" idx="12"/>
          </p:nvPr>
        </p:nvSpPr>
        <p:spPr/>
        <p:txBody>
          <a:bodyPr/>
          <a:lstStyle/>
          <a:p>
            <a:fld id="{E7E83E8E-4C8F-494C-96FC-84A57D31552C}" type="slidenum">
              <a:rPr lang="en-US" smtClean="0"/>
              <a:pPr/>
              <a:t>3</a:t>
            </a:fld>
            <a:endParaRPr lang="en-US"/>
          </a:p>
        </p:txBody>
      </p:sp>
      <p:sp>
        <p:nvSpPr>
          <p:cNvPr id="3" name="Title 2">
            <a:extLst>
              <a:ext uri="{FF2B5EF4-FFF2-40B4-BE49-F238E27FC236}">
                <a16:creationId xmlns:a16="http://schemas.microsoft.com/office/drawing/2014/main" id="{6170C0A5-FBA7-4E60-7CDD-B91475D02C07}"/>
              </a:ext>
            </a:extLst>
          </p:cNvPr>
          <p:cNvSpPr>
            <a:spLocks noGrp="1"/>
          </p:cNvSpPr>
          <p:nvPr>
            <p:ph type="title"/>
          </p:nvPr>
        </p:nvSpPr>
        <p:spPr/>
        <p:txBody>
          <a:bodyPr/>
          <a:lstStyle/>
          <a:p>
            <a:r>
              <a:rPr lang="en-US"/>
              <a:t>1. The Problem</a:t>
            </a:r>
          </a:p>
        </p:txBody>
      </p:sp>
      <p:sp>
        <p:nvSpPr>
          <p:cNvPr id="4" name="Footer Placeholder 3">
            <a:extLst>
              <a:ext uri="{FF2B5EF4-FFF2-40B4-BE49-F238E27FC236}">
                <a16:creationId xmlns:a16="http://schemas.microsoft.com/office/drawing/2014/main" id="{5268350C-5829-D86F-C6F6-937DFE2AFCBD}"/>
              </a:ext>
            </a:extLst>
          </p:cNvPr>
          <p:cNvSpPr>
            <a:spLocks noGrp="1"/>
          </p:cNvSpPr>
          <p:nvPr>
            <p:ph type="ftr" sz="quarter" idx="13"/>
          </p:nvPr>
        </p:nvSpPr>
        <p:spPr/>
        <p:txBody>
          <a:bodyPr/>
          <a:lstStyle/>
          <a:p>
            <a:r>
              <a:rPr lang="en-US"/>
              <a:t>Walmart Team 02 | Practicum Team 06</a:t>
            </a:r>
          </a:p>
        </p:txBody>
      </p:sp>
      <p:sp>
        <p:nvSpPr>
          <p:cNvPr id="5" name="Rectangle 4">
            <a:extLst>
              <a:ext uri="{FF2B5EF4-FFF2-40B4-BE49-F238E27FC236}">
                <a16:creationId xmlns:a16="http://schemas.microsoft.com/office/drawing/2014/main" id="{5F47D7B6-014E-1C19-F247-936313AB6025}"/>
              </a:ext>
            </a:extLst>
          </p:cNvPr>
          <p:cNvSpPr/>
          <p:nvPr/>
        </p:nvSpPr>
        <p:spPr>
          <a:xfrm>
            <a:off x="353291" y="12933107"/>
            <a:ext cx="2888673"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882881429"/>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A257334-9CD9-10E9-9CED-A603F911FE38}"/>
              </a:ext>
            </a:extLst>
          </p:cNvPr>
          <p:cNvSpPr>
            <a:spLocks noGrp="1"/>
          </p:cNvSpPr>
          <p:nvPr>
            <p:ph type="pic" idx="1"/>
          </p:nvPr>
        </p:nvSpPr>
        <p:spPr/>
        <p:txBody>
          <a:bodyPr/>
          <a:lstStyle/>
          <a:p>
            <a:r>
              <a:rPr lang="en-US" sz="6600" b="1">
                <a:solidFill>
                  <a:srgbClr val="001E60"/>
                </a:solidFill>
                <a:latin typeface="Everyday Sans Light"/>
              </a:rPr>
              <a:t>Constraint:  </a:t>
            </a:r>
            <a:r>
              <a:rPr lang="en-US" sz="6600">
                <a:solidFill>
                  <a:srgbClr val="001E60"/>
                </a:solidFill>
                <a:latin typeface="Everyday Sans Light"/>
              </a:rPr>
              <a:t>Retail stores have limited space </a:t>
            </a:r>
          </a:p>
          <a:p>
            <a:endParaRPr lang="en-US" sz="6600">
              <a:solidFill>
                <a:srgbClr val="001E60"/>
              </a:solidFill>
              <a:latin typeface="Everyday Sans Light"/>
            </a:endParaRPr>
          </a:p>
          <a:p>
            <a:r>
              <a:rPr lang="en-US" sz="6600" b="1">
                <a:solidFill>
                  <a:srgbClr val="001E60"/>
                </a:solidFill>
                <a:latin typeface="Everyday Sans Light"/>
              </a:rPr>
              <a:t>Decision:  </a:t>
            </a:r>
            <a:r>
              <a:rPr lang="en-US" sz="6600">
                <a:solidFill>
                  <a:srgbClr val="001E60"/>
                </a:solidFill>
                <a:latin typeface="Everyday Sans Light"/>
              </a:rPr>
              <a:t>Walmart must determine how to allocate space to seasonal versus year-round product categories </a:t>
            </a:r>
          </a:p>
          <a:p>
            <a:endParaRPr lang="en-US" sz="6600">
              <a:solidFill>
                <a:srgbClr val="001E60"/>
              </a:solidFill>
              <a:latin typeface="Everyday Sans Light"/>
            </a:endParaRPr>
          </a:p>
          <a:p>
            <a:r>
              <a:rPr lang="en-US" sz="6600" b="1">
                <a:solidFill>
                  <a:srgbClr val="001E60"/>
                </a:solidFill>
                <a:latin typeface="Everyday Sans Light"/>
              </a:rPr>
              <a:t>Goal:  </a:t>
            </a:r>
            <a:r>
              <a:rPr lang="en-US" sz="6600">
                <a:solidFill>
                  <a:srgbClr val="001E60"/>
                </a:solidFill>
                <a:latin typeface="Everyday Sans Light"/>
              </a:rPr>
              <a:t>Ensure customers can consistently find the products they expect</a:t>
            </a:r>
            <a:br>
              <a:rPr lang="en-US">
                <a:solidFill>
                  <a:srgbClr val="001E60"/>
                </a:solidFill>
                <a:latin typeface="Everyday Sans Light"/>
              </a:rPr>
            </a:br>
            <a:endParaRPr lang="en-US"/>
          </a:p>
          <a:p>
            <a:pPr>
              <a:spcAft>
                <a:spcPts val="0"/>
              </a:spcAft>
            </a:pPr>
            <a:endParaRPr lang="en-US"/>
          </a:p>
        </p:txBody>
      </p:sp>
      <p:sp>
        <p:nvSpPr>
          <p:cNvPr id="3" name="Footer Placeholder 2">
            <a:extLst>
              <a:ext uri="{FF2B5EF4-FFF2-40B4-BE49-F238E27FC236}">
                <a16:creationId xmlns:a16="http://schemas.microsoft.com/office/drawing/2014/main" id="{B07E34AB-255A-57D0-80EF-76112415E972}"/>
              </a:ext>
            </a:extLst>
          </p:cNvPr>
          <p:cNvSpPr>
            <a:spLocks noGrp="1"/>
          </p:cNvSpPr>
          <p:nvPr>
            <p:ph type="ftr" sz="quarter" idx="11"/>
          </p:nvPr>
        </p:nvSpPr>
        <p:spPr/>
        <p:txBody>
          <a:bodyPr/>
          <a:lstStyle/>
          <a:p>
            <a:r>
              <a:rPr lang="en-US"/>
              <a:t>Walmart Team 02 | Practicum Team 06</a:t>
            </a:r>
          </a:p>
        </p:txBody>
      </p:sp>
      <p:sp>
        <p:nvSpPr>
          <p:cNvPr id="4" name="Slide Number Placeholder 3">
            <a:extLst>
              <a:ext uri="{FF2B5EF4-FFF2-40B4-BE49-F238E27FC236}">
                <a16:creationId xmlns:a16="http://schemas.microsoft.com/office/drawing/2014/main" id="{77F1C32A-5237-97D2-A4EB-E78910214F0C}"/>
              </a:ext>
            </a:extLst>
          </p:cNvPr>
          <p:cNvSpPr>
            <a:spLocks noGrp="1"/>
          </p:cNvSpPr>
          <p:nvPr>
            <p:ph type="sldNum" sz="quarter" idx="12"/>
          </p:nvPr>
        </p:nvSpPr>
        <p:spPr/>
        <p:txBody>
          <a:bodyPr/>
          <a:lstStyle/>
          <a:p>
            <a:fld id="{E7E83E8E-4C8F-494C-96FC-84A57D31552C}" type="slidenum">
              <a:rPr lang="en-US" smtClean="0"/>
              <a:t>4</a:t>
            </a:fld>
            <a:endParaRPr lang="en-US"/>
          </a:p>
        </p:txBody>
      </p:sp>
      <p:sp>
        <p:nvSpPr>
          <p:cNvPr id="5" name="Title 4">
            <a:extLst>
              <a:ext uri="{FF2B5EF4-FFF2-40B4-BE49-F238E27FC236}">
                <a16:creationId xmlns:a16="http://schemas.microsoft.com/office/drawing/2014/main" id="{A8F2F155-DF81-58E9-7799-86381C009F37}"/>
              </a:ext>
            </a:extLst>
          </p:cNvPr>
          <p:cNvSpPr>
            <a:spLocks noGrp="1"/>
          </p:cNvSpPr>
          <p:nvPr>
            <p:ph type="title"/>
          </p:nvPr>
        </p:nvSpPr>
        <p:spPr/>
        <p:txBody>
          <a:bodyPr/>
          <a:lstStyle/>
          <a:p>
            <a:r>
              <a:rPr lang="en-US" sz="4800">
                <a:latin typeface="Everyday Sans Medium"/>
              </a:rPr>
              <a:t>Business Problem</a:t>
            </a:r>
            <a:endParaRPr lang="en-US"/>
          </a:p>
        </p:txBody>
      </p:sp>
      <p:sp>
        <p:nvSpPr>
          <p:cNvPr id="6" name="Rectangle 5">
            <a:extLst>
              <a:ext uri="{FF2B5EF4-FFF2-40B4-BE49-F238E27FC236}">
                <a16:creationId xmlns:a16="http://schemas.microsoft.com/office/drawing/2014/main" id="{97B07982-F027-820C-687D-CD18E930E98B}"/>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829586218"/>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19274-C6BD-88FC-8312-363E58071BBD}"/>
            </a:ext>
          </a:extLst>
        </p:cNvPr>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0E4AF12-D80D-0548-2A47-9E4E3FD76F8B}"/>
              </a:ext>
            </a:extLst>
          </p:cNvPr>
          <p:cNvSpPr>
            <a:spLocks noGrp="1"/>
          </p:cNvSpPr>
          <p:nvPr>
            <p:ph type="pic" idx="1"/>
          </p:nvPr>
        </p:nvSpPr>
        <p:spPr/>
        <p:txBody>
          <a:bodyPr/>
          <a:lstStyle/>
          <a:p>
            <a:pPr>
              <a:spcAft>
                <a:spcPts val="0"/>
              </a:spcAft>
            </a:pPr>
            <a:r>
              <a:rPr lang="en-US" b="0" i="0">
                <a:effectLst/>
              </a:rPr>
              <a:t>What percentage of space should be allocated to seasonal categories in each store and fashion department?</a:t>
            </a:r>
            <a:endParaRPr lang="en-US"/>
          </a:p>
        </p:txBody>
      </p:sp>
      <p:sp>
        <p:nvSpPr>
          <p:cNvPr id="3" name="Footer Placeholder 2">
            <a:extLst>
              <a:ext uri="{FF2B5EF4-FFF2-40B4-BE49-F238E27FC236}">
                <a16:creationId xmlns:a16="http://schemas.microsoft.com/office/drawing/2014/main" id="{8DFEAFB1-01AD-B7B2-D490-9F9277A55D77}"/>
              </a:ext>
            </a:extLst>
          </p:cNvPr>
          <p:cNvSpPr>
            <a:spLocks noGrp="1"/>
          </p:cNvSpPr>
          <p:nvPr>
            <p:ph type="ftr" sz="quarter" idx="11"/>
          </p:nvPr>
        </p:nvSpPr>
        <p:spPr/>
        <p:txBody>
          <a:bodyPr/>
          <a:lstStyle/>
          <a:p>
            <a:r>
              <a:rPr lang="en-US"/>
              <a:t>Walmart Team 02 | Practicum Team 06</a:t>
            </a:r>
          </a:p>
        </p:txBody>
      </p:sp>
      <p:sp>
        <p:nvSpPr>
          <p:cNvPr id="4" name="Slide Number Placeholder 3">
            <a:extLst>
              <a:ext uri="{FF2B5EF4-FFF2-40B4-BE49-F238E27FC236}">
                <a16:creationId xmlns:a16="http://schemas.microsoft.com/office/drawing/2014/main" id="{6E6690F7-16E7-EB2A-BD63-FD4A8E4253D5}"/>
              </a:ext>
            </a:extLst>
          </p:cNvPr>
          <p:cNvSpPr>
            <a:spLocks noGrp="1"/>
          </p:cNvSpPr>
          <p:nvPr>
            <p:ph type="sldNum" sz="quarter" idx="12"/>
          </p:nvPr>
        </p:nvSpPr>
        <p:spPr/>
        <p:txBody>
          <a:bodyPr/>
          <a:lstStyle/>
          <a:p>
            <a:fld id="{E7E83E8E-4C8F-494C-96FC-84A57D31552C}" type="slidenum">
              <a:rPr lang="en-US" smtClean="0"/>
              <a:t>5</a:t>
            </a:fld>
            <a:endParaRPr lang="en-US"/>
          </a:p>
        </p:txBody>
      </p:sp>
      <p:sp>
        <p:nvSpPr>
          <p:cNvPr id="5" name="Title 4">
            <a:extLst>
              <a:ext uri="{FF2B5EF4-FFF2-40B4-BE49-F238E27FC236}">
                <a16:creationId xmlns:a16="http://schemas.microsoft.com/office/drawing/2014/main" id="{38A1AAF4-C537-DD76-EB0C-844A43110135}"/>
              </a:ext>
            </a:extLst>
          </p:cNvPr>
          <p:cNvSpPr>
            <a:spLocks noGrp="1"/>
          </p:cNvSpPr>
          <p:nvPr>
            <p:ph type="title"/>
          </p:nvPr>
        </p:nvSpPr>
        <p:spPr/>
        <p:txBody>
          <a:bodyPr/>
          <a:lstStyle/>
          <a:p>
            <a:r>
              <a:rPr lang="en-US" sz="4800">
                <a:latin typeface="Everyday Sans Medium"/>
              </a:rPr>
              <a:t>Project Question</a:t>
            </a:r>
            <a:endParaRPr lang="en-US"/>
          </a:p>
        </p:txBody>
      </p:sp>
      <p:sp>
        <p:nvSpPr>
          <p:cNvPr id="6" name="Rectangle 5">
            <a:extLst>
              <a:ext uri="{FF2B5EF4-FFF2-40B4-BE49-F238E27FC236}">
                <a16:creationId xmlns:a16="http://schemas.microsoft.com/office/drawing/2014/main" id="{CD363379-39DC-73DC-C3E0-5676AACFDDD0}"/>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1682825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50474B9-C8F2-BBFD-93C3-7A92A20016B1}"/>
              </a:ext>
            </a:extLst>
          </p:cNvPr>
          <p:cNvSpPr>
            <a:spLocks noGrp="1"/>
          </p:cNvSpPr>
          <p:nvPr>
            <p:ph type="title"/>
          </p:nvPr>
        </p:nvSpPr>
        <p:spPr>
          <a:xfrm>
            <a:off x="2016124" y="2121408"/>
            <a:ext cx="21677313" cy="1188720"/>
          </a:xfrm>
        </p:spPr>
        <p:txBody>
          <a:bodyPr/>
          <a:lstStyle/>
          <a:p>
            <a:r>
              <a:rPr lang="en-US" sz="4800"/>
              <a:t>Why it matters</a:t>
            </a:r>
          </a:p>
        </p:txBody>
      </p:sp>
      <p:sp>
        <p:nvSpPr>
          <p:cNvPr id="7" name="Content Placeholder 6">
            <a:extLst>
              <a:ext uri="{FF2B5EF4-FFF2-40B4-BE49-F238E27FC236}">
                <a16:creationId xmlns:a16="http://schemas.microsoft.com/office/drawing/2014/main" id="{8B718A69-0A29-BCFC-3FD5-E0B30E62F483}"/>
              </a:ext>
            </a:extLst>
          </p:cNvPr>
          <p:cNvSpPr>
            <a:spLocks noGrp="1"/>
          </p:cNvSpPr>
          <p:nvPr>
            <p:ph idx="1"/>
          </p:nvPr>
        </p:nvSpPr>
        <p:spPr>
          <a:xfrm>
            <a:off x="2016125" y="3767328"/>
            <a:ext cx="20345400" cy="8877247"/>
          </a:xfrm>
        </p:spPr>
        <p:txBody>
          <a:bodyPr/>
          <a:lstStyle/>
          <a:p>
            <a:pPr lvl="1">
              <a:lnSpc>
                <a:spcPct val="150000"/>
              </a:lnSpc>
              <a:buFont typeface="Arial" panose="020B0604020202020204" pitchFamily="34" charset="0"/>
              <a:buChar char="•"/>
            </a:pPr>
            <a:r>
              <a:rPr lang="en-US" sz="4000" dirty="0"/>
              <a:t>Improved seasonal sales productivity  </a:t>
            </a:r>
          </a:p>
          <a:p>
            <a:pPr lvl="1">
              <a:lnSpc>
                <a:spcPct val="150000"/>
              </a:lnSpc>
              <a:buFont typeface="Arial" panose="020B0604020202020204" pitchFamily="34" charset="0"/>
              <a:buChar char="•"/>
            </a:pPr>
            <a:r>
              <a:rPr lang="en-US" sz="4000" dirty="0"/>
              <a:t>Increased customer satisfaction </a:t>
            </a:r>
          </a:p>
          <a:p>
            <a:pPr lvl="1">
              <a:lnSpc>
                <a:spcPct val="150000"/>
              </a:lnSpc>
              <a:buFont typeface="Arial" panose="020B0604020202020204" pitchFamily="34" charset="0"/>
              <a:buChar char="•"/>
            </a:pPr>
            <a:r>
              <a:rPr lang="en-US" sz="4000" dirty="0"/>
              <a:t>﻿Optimal fixture utilization both in-season and out-of-season</a:t>
            </a:r>
          </a:p>
          <a:p>
            <a:pPr lvl="1">
              <a:lnSpc>
                <a:spcPct val="150000"/>
              </a:lnSpc>
              <a:buFont typeface="Arial" panose="020B0604020202020204" pitchFamily="34" charset="0"/>
              <a:buChar char="•"/>
            </a:pPr>
            <a:r>
              <a:rPr lang="en-US" sz="4000" dirty="0"/>
              <a:t>Enhanced decision-making for space allocation </a:t>
            </a:r>
          </a:p>
        </p:txBody>
      </p:sp>
      <p:sp>
        <p:nvSpPr>
          <p:cNvPr id="3" name="Footer Placeholder 2">
            <a:extLst>
              <a:ext uri="{FF2B5EF4-FFF2-40B4-BE49-F238E27FC236}">
                <a16:creationId xmlns:a16="http://schemas.microsoft.com/office/drawing/2014/main" id="{C116EF08-7936-0C53-87A6-B95995562FC7}"/>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4" name="Slide Number Placeholder 3">
            <a:extLst>
              <a:ext uri="{FF2B5EF4-FFF2-40B4-BE49-F238E27FC236}">
                <a16:creationId xmlns:a16="http://schemas.microsoft.com/office/drawing/2014/main" id="{00414F48-BC60-9ED3-B57C-E1E0E99F8D47}"/>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6</a:t>
            </a:fld>
            <a:endParaRPr lang="en-US"/>
          </a:p>
        </p:txBody>
      </p:sp>
      <p:sp>
        <p:nvSpPr>
          <p:cNvPr id="2" name="Rectangle 1">
            <a:extLst>
              <a:ext uri="{FF2B5EF4-FFF2-40B4-BE49-F238E27FC236}">
                <a16:creationId xmlns:a16="http://schemas.microsoft.com/office/drawing/2014/main" id="{010450EF-5FBE-4D52-034F-FAB3272978FA}"/>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73606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626F1F4E-F901-BB3F-781B-4023385E6379}"/>
              </a:ext>
            </a:extLst>
          </p:cNvPr>
          <p:cNvSpPr>
            <a:spLocks noGrp="1"/>
          </p:cNvSpPr>
          <p:nvPr>
            <p:ph type="title"/>
          </p:nvPr>
        </p:nvSpPr>
        <p:spPr/>
        <p:txBody>
          <a:bodyPr/>
          <a:lstStyle/>
          <a:p>
            <a:r>
              <a:rPr lang="en-US" sz="4800"/>
              <a:t>Literature Review</a:t>
            </a:r>
          </a:p>
        </p:txBody>
      </p:sp>
      <p:sp>
        <p:nvSpPr>
          <p:cNvPr id="2" name="Text Placeholder 1">
            <a:extLst>
              <a:ext uri="{FF2B5EF4-FFF2-40B4-BE49-F238E27FC236}">
                <a16:creationId xmlns:a16="http://schemas.microsoft.com/office/drawing/2014/main" id="{A3073865-94C0-D52D-82E3-446E241725B0}"/>
              </a:ext>
            </a:extLst>
          </p:cNvPr>
          <p:cNvSpPr>
            <a:spLocks noGrp="1"/>
          </p:cNvSpPr>
          <p:nvPr>
            <p:ph type="body" idx="1"/>
          </p:nvPr>
        </p:nvSpPr>
        <p:spPr>
          <a:xfrm>
            <a:off x="1375043" y="5075033"/>
            <a:ext cx="10363676" cy="635027"/>
          </a:xfrm>
        </p:spPr>
        <p:txBody>
          <a:bodyPr/>
          <a:lstStyle/>
          <a:p>
            <a:r>
              <a:rPr lang="en-US" sz="4000" b="1"/>
              <a:t>What We Found in the Literature</a:t>
            </a:r>
          </a:p>
          <a:p>
            <a:endParaRPr lang="en-US"/>
          </a:p>
        </p:txBody>
      </p:sp>
      <p:sp>
        <p:nvSpPr>
          <p:cNvPr id="15" name="Content Placeholder 14">
            <a:extLst>
              <a:ext uri="{FF2B5EF4-FFF2-40B4-BE49-F238E27FC236}">
                <a16:creationId xmlns:a16="http://schemas.microsoft.com/office/drawing/2014/main" id="{E8763541-FF35-F3AD-8F0A-D1E5A65385C6}"/>
              </a:ext>
            </a:extLst>
          </p:cNvPr>
          <p:cNvSpPr>
            <a:spLocks noGrp="1"/>
          </p:cNvSpPr>
          <p:nvPr>
            <p:ph sz="half" idx="2"/>
          </p:nvPr>
        </p:nvSpPr>
        <p:spPr>
          <a:xfrm>
            <a:off x="1375042" y="5932449"/>
            <a:ext cx="10519793" cy="5374888"/>
          </a:xfrm>
        </p:spPr>
        <p:txBody>
          <a:bodyPr/>
          <a:lstStyle/>
          <a:p>
            <a:pPr marL="571500" indent="-571500" algn="l">
              <a:buFont typeface="Arial" panose="020B0604020202020204" pitchFamily="34" charset="0"/>
              <a:buChar char="•"/>
            </a:pPr>
            <a:r>
              <a:rPr lang="en-US"/>
              <a:t>Most studies focus on </a:t>
            </a:r>
            <a:r>
              <a:rPr lang="en-US" b="1"/>
              <a:t>SKU-level shelf-space optimization</a:t>
            </a:r>
          </a:p>
          <a:p>
            <a:pPr marL="571500" indent="-571500" algn="l">
              <a:buFont typeface="Arial" panose="020B0604020202020204" pitchFamily="34" charset="0"/>
              <a:buChar char="•"/>
            </a:pPr>
            <a:r>
              <a:rPr lang="en-US"/>
              <a:t>Some research on </a:t>
            </a:r>
            <a:r>
              <a:rPr lang="en-US" b="1"/>
              <a:t>seasonal planning</a:t>
            </a:r>
            <a:r>
              <a:rPr lang="en-US"/>
              <a:t>, but limited to promotions and scheduling</a:t>
            </a:r>
          </a:p>
          <a:p>
            <a:pPr marL="571500" indent="-571500" algn="l">
              <a:buFont typeface="Arial" panose="020B0604020202020204" pitchFamily="34" charset="0"/>
              <a:buChar char="•"/>
            </a:pPr>
            <a:r>
              <a:rPr lang="en-US"/>
              <a:t>Studies on </a:t>
            </a:r>
            <a:r>
              <a:rPr lang="en-US" b="1"/>
              <a:t>classifying seasonal vs. non-seasonal demand</a:t>
            </a:r>
            <a:r>
              <a:rPr lang="en-US"/>
              <a:t> using variation and clustering</a:t>
            </a:r>
          </a:p>
          <a:p>
            <a:pPr marL="571500" indent="-571500" algn="l">
              <a:buFont typeface="Arial" panose="020B0604020202020204" pitchFamily="34" charset="0"/>
              <a:buChar char="•"/>
            </a:pPr>
            <a:r>
              <a:rPr lang="en-US"/>
              <a:t>A few address </a:t>
            </a:r>
            <a:r>
              <a:rPr lang="en-US" b="1"/>
              <a:t>operational constraints </a:t>
            </a:r>
            <a:r>
              <a:rPr lang="en-US"/>
              <a:t>or real-world implementation</a:t>
            </a:r>
          </a:p>
          <a:p>
            <a:endParaRPr lang="en-US"/>
          </a:p>
        </p:txBody>
      </p:sp>
      <p:sp>
        <p:nvSpPr>
          <p:cNvPr id="3" name="Text Placeholder 2">
            <a:extLst>
              <a:ext uri="{FF2B5EF4-FFF2-40B4-BE49-F238E27FC236}">
                <a16:creationId xmlns:a16="http://schemas.microsoft.com/office/drawing/2014/main" id="{2CD836DD-BFA3-FC53-E60D-6D826118219F}"/>
              </a:ext>
            </a:extLst>
          </p:cNvPr>
          <p:cNvSpPr>
            <a:spLocks noGrp="1"/>
          </p:cNvSpPr>
          <p:nvPr>
            <p:ph type="body" sz="quarter" idx="3"/>
          </p:nvPr>
        </p:nvSpPr>
        <p:spPr>
          <a:xfrm>
            <a:off x="13033604" y="5075033"/>
            <a:ext cx="10363676" cy="635027"/>
          </a:xfrm>
        </p:spPr>
        <p:txBody>
          <a:bodyPr/>
          <a:lstStyle/>
          <a:p>
            <a:pPr>
              <a:lnSpc>
                <a:spcPct val="100000"/>
              </a:lnSpc>
            </a:pPr>
            <a:r>
              <a:rPr lang="en-US" sz="4000" b="1"/>
              <a:t>Key Takeaways for Our Problem</a:t>
            </a:r>
          </a:p>
        </p:txBody>
      </p:sp>
      <p:sp>
        <p:nvSpPr>
          <p:cNvPr id="4" name="Content Placeholder 3">
            <a:extLst>
              <a:ext uri="{FF2B5EF4-FFF2-40B4-BE49-F238E27FC236}">
                <a16:creationId xmlns:a16="http://schemas.microsoft.com/office/drawing/2014/main" id="{6837C936-338A-FD9F-01B5-0ABA36C1A943}"/>
              </a:ext>
            </a:extLst>
          </p:cNvPr>
          <p:cNvSpPr>
            <a:spLocks noGrp="1"/>
          </p:cNvSpPr>
          <p:nvPr>
            <p:ph sz="quarter" idx="4"/>
          </p:nvPr>
        </p:nvSpPr>
        <p:spPr>
          <a:xfrm>
            <a:off x="13033604" y="5932449"/>
            <a:ext cx="10560306" cy="5374888"/>
          </a:xfrm>
        </p:spPr>
        <p:txBody>
          <a:bodyPr/>
          <a:lstStyle/>
          <a:p>
            <a:pPr marL="571500" indent="-571500">
              <a:buFont typeface="Arial" panose="020B0604020202020204" pitchFamily="34" charset="0"/>
              <a:buChar char="•"/>
            </a:pPr>
            <a:r>
              <a:rPr lang="en-US" b="1"/>
              <a:t>SKU-level models</a:t>
            </a:r>
            <a:r>
              <a:rPr lang="en-US"/>
              <a:t> are too granular for our context</a:t>
            </a:r>
          </a:p>
          <a:p>
            <a:pPr marL="571500" indent="-571500">
              <a:buFont typeface="Arial" panose="020B0604020202020204" pitchFamily="34" charset="0"/>
              <a:buChar char="•"/>
            </a:pPr>
            <a:r>
              <a:rPr lang="en-US" b="1"/>
              <a:t>Seasonal planning</a:t>
            </a:r>
            <a:r>
              <a:rPr lang="en-US"/>
              <a:t> lacks fixture-level guidance</a:t>
            </a:r>
          </a:p>
          <a:p>
            <a:pPr marL="571500" indent="-571500">
              <a:buFont typeface="Arial" panose="020B0604020202020204" pitchFamily="34" charset="0"/>
              <a:buChar char="•"/>
            </a:pPr>
            <a:r>
              <a:rPr lang="en-US" b="1"/>
              <a:t>Data-driven classification</a:t>
            </a:r>
            <a:r>
              <a:rPr lang="en-US"/>
              <a:t> can identify seasonal vs. year-round categories</a:t>
            </a:r>
          </a:p>
          <a:p>
            <a:pPr marL="571500" indent="-571500">
              <a:buFont typeface="Arial" panose="020B0604020202020204" pitchFamily="34" charset="0"/>
              <a:buChar char="•"/>
            </a:pPr>
            <a:r>
              <a:rPr lang="en-US"/>
              <a:t>There’s a </a:t>
            </a:r>
            <a:r>
              <a:rPr lang="en-US" b="1"/>
              <a:t>gap in research </a:t>
            </a:r>
            <a:r>
              <a:rPr lang="en-US"/>
              <a:t>on broader category-level strategies</a:t>
            </a:r>
          </a:p>
        </p:txBody>
      </p:sp>
      <p:sp>
        <p:nvSpPr>
          <p:cNvPr id="6" name="Footer Placeholder 5">
            <a:extLst>
              <a:ext uri="{FF2B5EF4-FFF2-40B4-BE49-F238E27FC236}">
                <a16:creationId xmlns:a16="http://schemas.microsoft.com/office/drawing/2014/main" id="{2E7B14FA-E790-5C15-3E9B-6071C97B1C0A}"/>
              </a:ext>
            </a:extLst>
          </p:cNvPr>
          <p:cNvSpPr>
            <a:spLocks noGrp="1"/>
          </p:cNvSpPr>
          <p:nvPr>
            <p:ph type="ftr" sz="quarter" idx="11"/>
          </p:nvPr>
        </p:nvSpPr>
        <p:spPr/>
        <p:txBody>
          <a:bodyPr/>
          <a:lstStyle/>
          <a:p>
            <a:r>
              <a:rPr lang="en-US"/>
              <a:t>Walmart Team 02 | Practicum Team 06</a:t>
            </a:r>
          </a:p>
        </p:txBody>
      </p:sp>
      <p:sp>
        <p:nvSpPr>
          <p:cNvPr id="7" name="Slide Number Placeholder 6">
            <a:extLst>
              <a:ext uri="{FF2B5EF4-FFF2-40B4-BE49-F238E27FC236}">
                <a16:creationId xmlns:a16="http://schemas.microsoft.com/office/drawing/2014/main" id="{D9994A19-E270-6D1A-0B1A-E5497DDA6079}"/>
              </a:ext>
            </a:extLst>
          </p:cNvPr>
          <p:cNvSpPr>
            <a:spLocks noGrp="1"/>
          </p:cNvSpPr>
          <p:nvPr>
            <p:ph type="sldNum" sz="quarter" idx="12"/>
          </p:nvPr>
        </p:nvSpPr>
        <p:spPr/>
        <p:txBody>
          <a:bodyPr/>
          <a:lstStyle/>
          <a:p>
            <a:fld id="{E7E83E8E-4C8F-494C-96FC-84A57D31552C}" type="slidenum">
              <a:rPr lang="en-US" smtClean="0"/>
              <a:t>7</a:t>
            </a:fld>
            <a:endParaRPr lang="en-US"/>
          </a:p>
        </p:txBody>
      </p:sp>
      <p:sp>
        <p:nvSpPr>
          <p:cNvPr id="5" name="Rectangle 4">
            <a:extLst>
              <a:ext uri="{FF2B5EF4-FFF2-40B4-BE49-F238E27FC236}">
                <a16:creationId xmlns:a16="http://schemas.microsoft.com/office/drawing/2014/main" id="{0DFA167F-2A14-520F-81C9-E7E6ABB515EF}"/>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210380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752AA2-0588-6B3A-371B-9D11F58B4ED1}"/>
              </a:ext>
            </a:extLst>
          </p:cNvPr>
          <p:cNvSpPr>
            <a:spLocks noGrp="1"/>
          </p:cNvSpPr>
          <p:nvPr>
            <p:ph type="sldNum" sz="quarter" idx="12"/>
          </p:nvPr>
        </p:nvSpPr>
        <p:spPr/>
        <p:txBody>
          <a:bodyPr/>
          <a:lstStyle/>
          <a:p>
            <a:fld id="{E7E83E8E-4C8F-494C-96FC-84A57D31552C}" type="slidenum">
              <a:rPr lang="en-US" smtClean="0"/>
              <a:pPr/>
              <a:t>8</a:t>
            </a:fld>
            <a:endParaRPr lang="en-US"/>
          </a:p>
        </p:txBody>
      </p:sp>
      <p:sp>
        <p:nvSpPr>
          <p:cNvPr id="3" name="Title 2">
            <a:extLst>
              <a:ext uri="{FF2B5EF4-FFF2-40B4-BE49-F238E27FC236}">
                <a16:creationId xmlns:a16="http://schemas.microsoft.com/office/drawing/2014/main" id="{6170C0A5-FBA7-4E60-7CDD-B91475D02C07}"/>
              </a:ext>
            </a:extLst>
          </p:cNvPr>
          <p:cNvSpPr>
            <a:spLocks noGrp="1"/>
          </p:cNvSpPr>
          <p:nvPr>
            <p:ph type="title"/>
          </p:nvPr>
        </p:nvSpPr>
        <p:spPr/>
        <p:txBody>
          <a:bodyPr/>
          <a:lstStyle/>
          <a:p>
            <a:r>
              <a:rPr lang="en-US"/>
              <a:t>2. The Data</a:t>
            </a:r>
          </a:p>
        </p:txBody>
      </p:sp>
      <p:sp>
        <p:nvSpPr>
          <p:cNvPr id="4" name="Footer Placeholder 3">
            <a:extLst>
              <a:ext uri="{FF2B5EF4-FFF2-40B4-BE49-F238E27FC236}">
                <a16:creationId xmlns:a16="http://schemas.microsoft.com/office/drawing/2014/main" id="{5268350C-5829-D86F-C6F6-937DFE2AFCBD}"/>
              </a:ext>
            </a:extLst>
          </p:cNvPr>
          <p:cNvSpPr>
            <a:spLocks noGrp="1"/>
          </p:cNvSpPr>
          <p:nvPr>
            <p:ph type="ftr" sz="quarter" idx="13"/>
          </p:nvPr>
        </p:nvSpPr>
        <p:spPr/>
        <p:txBody>
          <a:bodyPr/>
          <a:lstStyle/>
          <a:p>
            <a:r>
              <a:rPr lang="en-US"/>
              <a:t>Walmart Team 02 | Practicum Team 06</a:t>
            </a:r>
          </a:p>
        </p:txBody>
      </p:sp>
      <p:sp>
        <p:nvSpPr>
          <p:cNvPr id="5" name="Rectangle 4">
            <a:extLst>
              <a:ext uri="{FF2B5EF4-FFF2-40B4-BE49-F238E27FC236}">
                <a16:creationId xmlns:a16="http://schemas.microsoft.com/office/drawing/2014/main" id="{3FBB7D99-83ED-4368-716A-123DDD418B22}"/>
              </a:ext>
            </a:extLst>
          </p:cNvPr>
          <p:cNvSpPr/>
          <p:nvPr/>
        </p:nvSpPr>
        <p:spPr>
          <a:xfrm>
            <a:off x="353291" y="12933107"/>
            <a:ext cx="2888673"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2290638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ounded Rectangle 35">
            <a:extLst>
              <a:ext uri="{FF2B5EF4-FFF2-40B4-BE49-F238E27FC236}">
                <a16:creationId xmlns:a16="http://schemas.microsoft.com/office/drawing/2014/main" id="{A6624974-0ABB-12D6-97E5-18A59496C5C8}"/>
              </a:ext>
            </a:extLst>
          </p:cNvPr>
          <p:cNvSpPr/>
          <p:nvPr/>
        </p:nvSpPr>
        <p:spPr>
          <a:xfrm>
            <a:off x="682161" y="3751385"/>
            <a:ext cx="15214331" cy="8839200"/>
          </a:xfrm>
          <a:prstGeom prst="roundRect">
            <a:avLst>
              <a:gd name="adj" fmla="val 4136"/>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5" name="Footer Placeholder 4">
            <a:extLst>
              <a:ext uri="{FF2B5EF4-FFF2-40B4-BE49-F238E27FC236}">
                <a16:creationId xmlns:a16="http://schemas.microsoft.com/office/drawing/2014/main" id="{DE2C28A3-5F47-5CA8-1A6A-868A02678634}"/>
              </a:ext>
            </a:extLst>
          </p:cNvPr>
          <p:cNvSpPr>
            <a:spLocks noGrp="1"/>
          </p:cNvSpPr>
          <p:nvPr>
            <p:ph type="ftr" sz="quarter" idx="11"/>
          </p:nvPr>
        </p:nvSpPr>
        <p:spPr/>
        <p:txBody>
          <a:bodyPr/>
          <a:lstStyle/>
          <a:p>
            <a:r>
              <a:rPr lang="en-US"/>
              <a:t>Walmart Team 02 | Practicum Team 06</a:t>
            </a:r>
          </a:p>
        </p:txBody>
      </p:sp>
      <p:sp>
        <p:nvSpPr>
          <p:cNvPr id="15" name="Title 14">
            <a:extLst>
              <a:ext uri="{FF2B5EF4-FFF2-40B4-BE49-F238E27FC236}">
                <a16:creationId xmlns:a16="http://schemas.microsoft.com/office/drawing/2014/main" id="{517E0410-7A70-162D-E19A-D7A497F2E379}"/>
              </a:ext>
            </a:extLst>
          </p:cNvPr>
          <p:cNvSpPr>
            <a:spLocks noGrp="1"/>
          </p:cNvSpPr>
          <p:nvPr>
            <p:ph type="title"/>
          </p:nvPr>
        </p:nvSpPr>
        <p:spPr>
          <a:xfrm>
            <a:off x="682161" y="2121408"/>
            <a:ext cx="23034547" cy="1169989"/>
          </a:xfrm>
        </p:spPr>
        <p:txBody>
          <a:bodyPr/>
          <a:lstStyle/>
          <a:p>
            <a:r>
              <a:rPr kumimoji="0" lang="en-US" sz="4800" b="0" i="0" u="none" strike="noStrike" kern="1200" cap="none" spc="0" normalizeH="0" baseline="0" noProof="0">
                <a:ln>
                  <a:noFill/>
                </a:ln>
                <a:solidFill>
                  <a:srgbClr val="001E60"/>
                </a:solidFill>
                <a:effectLst/>
                <a:uLnTx/>
                <a:uFillTx/>
                <a:latin typeface="Everyday Sans Medium" pitchFamily="2" charset="77"/>
                <a:ea typeface="+mj-ea"/>
                <a:cs typeface="+mj-cs"/>
              </a:rPr>
              <a:t>Datasets</a:t>
            </a:r>
            <a:endParaRPr lang="en-US"/>
          </a:p>
        </p:txBody>
      </p:sp>
      <p:sp>
        <p:nvSpPr>
          <p:cNvPr id="7" name="Text Placeholder 6">
            <a:extLst>
              <a:ext uri="{FF2B5EF4-FFF2-40B4-BE49-F238E27FC236}">
                <a16:creationId xmlns:a16="http://schemas.microsoft.com/office/drawing/2014/main" id="{5B2B58E8-B985-21E7-90E3-99F438C81AD7}"/>
              </a:ext>
            </a:extLst>
          </p:cNvPr>
          <p:cNvSpPr>
            <a:spLocks noGrp="1"/>
          </p:cNvSpPr>
          <p:nvPr>
            <p:ph type="body" idx="1"/>
          </p:nvPr>
        </p:nvSpPr>
        <p:spPr>
          <a:xfrm>
            <a:off x="1373585" y="4457648"/>
            <a:ext cx="14179550" cy="635027"/>
          </a:xfrm>
        </p:spPr>
        <p:txBody>
          <a:bodyPr/>
          <a:lstStyle/>
          <a:p>
            <a:r>
              <a:rPr lang="en-US" sz="4000" b="1"/>
              <a:t>Weekly Merchandising Data – Men’s &amp; Women’s Apparel</a:t>
            </a:r>
          </a:p>
        </p:txBody>
      </p:sp>
      <p:sp>
        <p:nvSpPr>
          <p:cNvPr id="24" name="Content Placeholder 23">
            <a:extLst>
              <a:ext uri="{FF2B5EF4-FFF2-40B4-BE49-F238E27FC236}">
                <a16:creationId xmlns:a16="http://schemas.microsoft.com/office/drawing/2014/main" id="{B2465CE4-247C-F6B4-A8EE-D5163A94198F}"/>
              </a:ext>
            </a:extLst>
          </p:cNvPr>
          <p:cNvSpPr>
            <a:spLocks noGrp="1"/>
          </p:cNvSpPr>
          <p:nvPr>
            <p:ph sz="quarter" idx="4"/>
          </p:nvPr>
        </p:nvSpPr>
        <p:spPr>
          <a:xfrm>
            <a:off x="16945516" y="5464294"/>
            <a:ext cx="6400800" cy="2244410"/>
          </a:xfrm>
        </p:spPr>
        <p:txBody>
          <a:bodyPr/>
          <a:lstStyle/>
          <a:p>
            <a:pPr>
              <a:lnSpc>
                <a:spcPct val="100000"/>
              </a:lnSpc>
              <a:spcBef>
                <a:spcPts val="600"/>
              </a:spcBef>
              <a:spcAft>
                <a:spcPts val="0"/>
              </a:spcAft>
            </a:pPr>
            <a:r>
              <a:rPr lang="en-US" sz="3600" b="1">
                <a:solidFill>
                  <a:schemeClr val="accent1"/>
                </a:solidFill>
              </a:rPr>
              <a:t>Date Dimensions:</a:t>
            </a:r>
          </a:p>
          <a:p>
            <a:pPr marL="571500" indent="-571500">
              <a:lnSpc>
                <a:spcPct val="100000"/>
              </a:lnSpc>
              <a:spcBef>
                <a:spcPts val="600"/>
              </a:spcBef>
              <a:spcAft>
                <a:spcPts val="0"/>
              </a:spcAft>
              <a:buFont typeface="Arial" panose="020B0604020202020204" pitchFamily="34" charset="0"/>
              <a:buChar char="•"/>
            </a:pPr>
            <a:r>
              <a:rPr lang="en-US" sz="3600">
                <a:solidFill>
                  <a:schemeClr val="accent1"/>
                </a:solidFill>
              </a:rPr>
              <a:t>Date data related to Walmart Weeks </a:t>
            </a:r>
          </a:p>
        </p:txBody>
      </p:sp>
      <p:sp>
        <p:nvSpPr>
          <p:cNvPr id="26" name="Text Placeholder 25">
            <a:extLst>
              <a:ext uri="{FF2B5EF4-FFF2-40B4-BE49-F238E27FC236}">
                <a16:creationId xmlns:a16="http://schemas.microsoft.com/office/drawing/2014/main" id="{DCAD9330-E707-F655-68E4-32BC144289C0}"/>
              </a:ext>
            </a:extLst>
          </p:cNvPr>
          <p:cNvSpPr>
            <a:spLocks noGrp="1"/>
          </p:cNvSpPr>
          <p:nvPr>
            <p:ph type="body" sz="quarter" idx="19"/>
          </p:nvPr>
        </p:nvSpPr>
        <p:spPr>
          <a:xfrm>
            <a:off x="16945516" y="4457647"/>
            <a:ext cx="6400800" cy="635027"/>
          </a:xfrm>
        </p:spPr>
        <p:txBody>
          <a:bodyPr/>
          <a:lstStyle/>
          <a:p>
            <a:r>
              <a:rPr lang="en-US" sz="4000" b="1"/>
              <a:t>Additional Data Sources</a:t>
            </a:r>
          </a:p>
        </p:txBody>
      </p:sp>
      <p:sp>
        <p:nvSpPr>
          <p:cNvPr id="29" name="TextBox 28">
            <a:extLst>
              <a:ext uri="{FF2B5EF4-FFF2-40B4-BE49-F238E27FC236}">
                <a16:creationId xmlns:a16="http://schemas.microsoft.com/office/drawing/2014/main" id="{0C5C3E44-FBC7-FFAF-4F44-8B8A3BD9F985}"/>
              </a:ext>
            </a:extLst>
          </p:cNvPr>
          <p:cNvSpPr txBox="1"/>
          <p:nvPr/>
        </p:nvSpPr>
        <p:spPr>
          <a:xfrm>
            <a:off x="1373585" y="8623326"/>
            <a:ext cx="12192000" cy="2539157"/>
          </a:xfrm>
          <a:prstGeom prst="rect">
            <a:avLst/>
          </a:prstGeom>
          <a:noFill/>
        </p:spPr>
        <p:txBody>
          <a:bodyPr wrap="square">
            <a:spAutoFit/>
          </a:bodyPr>
          <a:lstStyle/>
          <a:p>
            <a:pPr>
              <a:lnSpc>
                <a:spcPct val="100000"/>
              </a:lnSpc>
              <a:spcBef>
                <a:spcPts val="600"/>
              </a:spcBef>
            </a:pPr>
            <a:r>
              <a:rPr lang="en-US" sz="3600" b="1" dirty="0">
                <a:solidFill>
                  <a:schemeClr val="bg1"/>
                </a:solidFill>
              </a:rPr>
              <a:t>Useful for:</a:t>
            </a:r>
          </a:p>
          <a:p>
            <a:pPr marL="571500" indent="-571500">
              <a:lnSpc>
                <a:spcPct val="100000"/>
              </a:lnSpc>
              <a:spcBef>
                <a:spcPts val="600"/>
              </a:spcBef>
              <a:buFont typeface="Arial" panose="020B0604020202020204" pitchFamily="34" charset="0"/>
              <a:buChar char="•"/>
            </a:pPr>
            <a:r>
              <a:rPr lang="en-US" sz="3600" dirty="0">
                <a:solidFill>
                  <a:schemeClr val="bg1"/>
                </a:solidFill>
              </a:rPr>
              <a:t>Identifying sales and demand trends</a:t>
            </a:r>
          </a:p>
          <a:p>
            <a:pPr marL="571500" indent="-571500">
              <a:lnSpc>
                <a:spcPct val="100000"/>
              </a:lnSpc>
              <a:spcBef>
                <a:spcPts val="600"/>
              </a:spcBef>
              <a:buFont typeface="Arial" panose="020B0604020202020204" pitchFamily="34" charset="0"/>
              <a:buChar char="•"/>
            </a:pPr>
            <a:r>
              <a:rPr lang="en-US" sz="3600" dirty="0">
                <a:solidFill>
                  <a:schemeClr val="bg1"/>
                </a:solidFill>
              </a:rPr>
              <a:t>Measuring fixture allocation</a:t>
            </a:r>
          </a:p>
          <a:p>
            <a:pPr marL="571500" indent="-571500">
              <a:lnSpc>
                <a:spcPct val="100000"/>
              </a:lnSpc>
              <a:spcBef>
                <a:spcPts val="600"/>
              </a:spcBef>
              <a:buFont typeface="Arial" panose="020B0604020202020204" pitchFamily="34" charset="0"/>
              <a:buChar char="•"/>
            </a:pPr>
            <a:r>
              <a:rPr lang="en-US" sz="3600" dirty="0">
                <a:solidFill>
                  <a:schemeClr val="bg1"/>
                </a:solidFill>
              </a:rPr>
              <a:t>Deriving model features</a:t>
            </a:r>
          </a:p>
        </p:txBody>
      </p:sp>
      <p:sp>
        <p:nvSpPr>
          <p:cNvPr id="33" name="Content Placeholder 29">
            <a:extLst>
              <a:ext uri="{FF2B5EF4-FFF2-40B4-BE49-F238E27FC236}">
                <a16:creationId xmlns:a16="http://schemas.microsoft.com/office/drawing/2014/main" id="{AE1D30AA-B8AA-F5BA-2DB5-B2ABB1980BA0}"/>
              </a:ext>
            </a:extLst>
          </p:cNvPr>
          <p:cNvSpPr txBox="1">
            <a:spLocks/>
          </p:cNvSpPr>
          <p:nvPr/>
        </p:nvSpPr>
        <p:spPr>
          <a:xfrm>
            <a:off x="1388220" y="5584995"/>
            <a:ext cx="12192000" cy="2539157"/>
          </a:xfrm>
          <a:prstGeom prst="rect">
            <a:avLst/>
          </a:prstGeom>
        </p:spPr>
        <p:txBody>
          <a:bodyPr vert="horz" lIns="0" tIns="0" rIns="0" bIns="0" rtlCol="0">
            <a:noAutofit/>
          </a:bodyPr>
          <a:lstStyle>
            <a:lvl1pPr marL="0" indent="0" algn="l" defTabSz="1828343" rtl="0" eaLnBrk="1" latinLnBrk="0" hangingPunct="1">
              <a:lnSpc>
                <a:spcPts val="2600"/>
              </a:lnSpc>
              <a:spcBef>
                <a:spcPts val="0"/>
              </a:spcBef>
              <a:spcAft>
                <a:spcPts val="0"/>
              </a:spcAft>
              <a:buFont typeface="Arial" panose="020B0604020202020204" pitchFamily="34" charset="0"/>
              <a:buNone/>
              <a:defRPr sz="1800" kern="1200">
                <a:solidFill>
                  <a:schemeClr val="accent1"/>
                </a:solidFill>
                <a:latin typeface="+mn-lt"/>
                <a:ea typeface="+mn-ea"/>
                <a:cs typeface="+mn-cs"/>
              </a:defRPr>
            </a:lvl1pPr>
            <a:lvl2pPr marL="465138" indent="-4460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2pPr>
            <a:lvl3pPr marL="979488" indent="-4968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3pPr>
            <a:lvl4pPr marL="1543050" indent="-474663"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4pPr>
            <a:lvl5pPr marL="2008188" indent="-457200"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nSpc>
                <a:spcPct val="100000"/>
              </a:lnSpc>
              <a:spcBef>
                <a:spcPts val="600"/>
              </a:spcBef>
            </a:pPr>
            <a:r>
              <a:rPr lang="en-US" sz="3600" b="1" dirty="0">
                <a:solidFill>
                  <a:schemeClr val="bg1"/>
                </a:solidFill>
              </a:rPr>
              <a:t>Content:</a:t>
            </a:r>
          </a:p>
          <a:p>
            <a:pPr marL="571500" indent="-571500">
              <a:lnSpc>
                <a:spcPct val="100000"/>
              </a:lnSpc>
              <a:spcBef>
                <a:spcPts val="600"/>
              </a:spcBef>
              <a:buFont typeface="Arial" panose="020B0604020202020204" pitchFamily="34" charset="0"/>
              <a:buChar char="•"/>
            </a:pPr>
            <a:r>
              <a:rPr lang="en-US" sz="3600" dirty="0">
                <a:solidFill>
                  <a:schemeClr val="bg1"/>
                </a:solidFill>
              </a:rPr>
              <a:t>Weekly sales across a subset of stores</a:t>
            </a:r>
          </a:p>
          <a:p>
            <a:pPr marL="571500" indent="-571500">
              <a:lnSpc>
                <a:spcPct val="100000"/>
              </a:lnSpc>
              <a:spcBef>
                <a:spcPts val="600"/>
              </a:spcBef>
              <a:buFont typeface="Arial" panose="020B0604020202020204" pitchFamily="34" charset="0"/>
              <a:buChar char="•"/>
            </a:pPr>
            <a:r>
              <a:rPr lang="en-US" sz="3600" dirty="0">
                <a:solidFill>
                  <a:schemeClr val="bg1"/>
                </a:solidFill>
              </a:rPr>
              <a:t>Merchandising attributes (sales, inventory, category labels and fixture/space metrics)</a:t>
            </a:r>
            <a:endParaRPr lang="en-US" sz="3600" dirty="0"/>
          </a:p>
        </p:txBody>
      </p:sp>
      <p:sp>
        <p:nvSpPr>
          <p:cNvPr id="34" name="Content Placeholder 23">
            <a:extLst>
              <a:ext uri="{FF2B5EF4-FFF2-40B4-BE49-F238E27FC236}">
                <a16:creationId xmlns:a16="http://schemas.microsoft.com/office/drawing/2014/main" id="{5FE30CC6-6B72-48DA-7CBB-47A7A33E9069}"/>
              </a:ext>
            </a:extLst>
          </p:cNvPr>
          <p:cNvSpPr txBox="1">
            <a:spLocks/>
          </p:cNvSpPr>
          <p:nvPr/>
        </p:nvSpPr>
        <p:spPr>
          <a:xfrm>
            <a:off x="16945516" y="8623326"/>
            <a:ext cx="6400800" cy="1722007"/>
          </a:xfrm>
          <a:prstGeom prst="rect">
            <a:avLst/>
          </a:prstGeom>
        </p:spPr>
        <p:txBody>
          <a:bodyPr vert="horz" lIns="0" tIns="0" rIns="0" bIns="0" rtlCol="0">
            <a:noAutofit/>
          </a:bodyPr>
          <a:lstStyle>
            <a:lvl1pPr marL="0" indent="0" algn="l" defTabSz="1828343" rtl="0" eaLnBrk="1" latinLnBrk="0" hangingPunct="1">
              <a:lnSpc>
                <a:spcPts val="2600"/>
              </a:lnSpc>
              <a:spcBef>
                <a:spcPts val="0"/>
              </a:spcBef>
              <a:spcAft>
                <a:spcPts val="2000"/>
              </a:spcAft>
              <a:buFont typeface="Arial" panose="020B0604020202020204" pitchFamily="34" charset="0"/>
              <a:buNone/>
              <a:defRPr sz="1800" kern="1200">
                <a:solidFill>
                  <a:schemeClr val="bg1"/>
                </a:solidFill>
                <a:latin typeface="+mn-lt"/>
                <a:ea typeface="+mn-ea"/>
                <a:cs typeface="+mn-cs"/>
              </a:defRPr>
            </a:lvl1pPr>
            <a:lvl2pPr marL="465138" indent="-446088" algn="l" defTabSz="1828343" rtl="0" eaLnBrk="1" latinLnBrk="0" hangingPunct="1">
              <a:lnSpc>
                <a:spcPts val="2600"/>
              </a:lnSpc>
              <a:spcBef>
                <a:spcPts val="0"/>
              </a:spcBef>
              <a:spcAft>
                <a:spcPts val="2000"/>
              </a:spcAft>
              <a:buFont typeface="System Font Regular"/>
              <a:buChar char="—"/>
              <a:tabLst/>
              <a:defRPr sz="1800" kern="1200">
                <a:solidFill>
                  <a:schemeClr val="bg1"/>
                </a:solidFill>
                <a:latin typeface="+mn-lt"/>
                <a:ea typeface="+mn-ea"/>
                <a:cs typeface="+mn-cs"/>
              </a:defRPr>
            </a:lvl2pPr>
            <a:lvl3pPr marL="979488" indent="-496888" algn="l" defTabSz="1828343" rtl="0" eaLnBrk="1" latinLnBrk="0" hangingPunct="1">
              <a:lnSpc>
                <a:spcPts val="2600"/>
              </a:lnSpc>
              <a:spcBef>
                <a:spcPts val="0"/>
              </a:spcBef>
              <a:spcAft>
                <a:spcPts val="2000"/>
              </a:spcAft>
              <a:buFont typeface="System Font Regular"/>
              <a:buChar char="—"/>
              <a:tabLst/>
              <a:defRPr sz="1800" kern="1200">
                <a:solidFill>
                  <a:schemeClr val="bg1"/>
                </a:solidFill>
                <a:latin typeface="+mn-lt"/>
                <a:ea typeface="+mn-ea"/>
                <a:cs typeface="+mn-cs"/>
              </a:defRPr>
            </a:lvl3pPr>
            <a:lvl4pPr marL="1543050" indent="-474663" algn="l" defTabSz="1828343" rtl="0" eaLnBrk="1" latinLnBrk="0" hangingPunct="1">
              <a:lnSpc>
                <a:spcPts val="2600"/>
              </a:lnSpc>
              <a:spcBef>
                <a:spcPts val="0"/>
              </a:spcBef>
              <a:spcAft>
                <a:spcPts val="2000"/>
              </a:spcAft>
              <a:buFont typeface="System Font Regular"/>
              <a:buChar char="—"/>
              <a:tabLst/>
              <a:defRPr sz="1800" kern="1200">
                <a:solidFill>
                  <a:schemeClr val="bg1"/>
                </a:solidFill>
                <a:latin typeface="+mn-lt"/>
                <a:ea typeface="+mn-ea"/>
                <a:cs typeface="+mn-cs"/>
              </a:defRPr>
            </a:lvl4pPr>
            <a:lvl5pPr marL="2008188" indent="-457200" algn="l" defTabSz="1828343" rtl="0" eaLnBrk="1" latinLnBrk="0" hangingPunct="1">
              <a:lnSpc>
                <a:spcPts val="2600"/>
              </a:lnSpc>
              <a:spcBef>
                <a:spcPts val="0"/>
              </a:spcBef>
              <a:spcAft>
                <a:spcPts val="2000"/>
              </a:spcAft>
              <a:buFont typeface="System Font Regular"/>
              <a:buChar char="—"/>
              <a:tabLst/>
              <a:defRPr sz="1800" kern="1200">
                <a:solidFill>
                  <a:schemeClr val="bg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nSpc>
                <a:spcPct val="100000"/>
              </a:lnSpc>
              <a:spcBef>
                <a:spcPts val="600"/>
              </a:spcBef>
              <a:spcAft>
                <a:spcPts val="0"/>
              </a:spcAft>
            </a:pPr>
            <a:r>
              <a:rPr lang="en-US" sz="3600" b="1">
                <a:solidFill>
                  <a:schemeClr val="accent1"/>
                </a:solidFill>
              </a:rPr>
              <a:t>Store Dimensions:</a:t>
            </a:r>
          </a:p>
          <a:p>
            <a:pPr marL="571500" indent="-571500">
              <a:lnSpc>
                <a:spcPct val="100000"/>
              </a:lnSpc>
              <a:spcBef>
                <a:spcPts val="600"/>
              </a:spcBef>
              <a:spcAft>
                <a:spcPts val="0"/>
              </a:spcAft>
              <a:buFont typeface="Arial" panose="020B0604020202020204" pitchFamily="34" charset="0"/>
              <a:buChar char="•"/>
            </a:pPr>
            <a:r>
              <a:rPr lang="en-US" sz="3600">
                <a:solidFill>
                  <a:schemeClr val="accent1"/>
                </a:solidFill>
              </a:rPr>
              <a:t>Store attributes (e.g., location, region)</a:t>
            </a:r>
          </a:p>
        </p:txBody>
      </p:sp>
      <p:sp>
        <p:nvSpPr>
          <p:cNvPr id="35" name="Rectangle 34">
            <a:extLst>
              <a:ext uri="{FF2B5EF4-FFF2-40B4-BE49-F238E27FC236}">
                <a16:creationId xmlns:a16="http://schemas.microsoft.com/office/drawing/2014/main" id="{DC00E988-BC73-9941-32D0-7C5C4ADB978A}"/>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1912346272"/>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50474B9-C8F2-BBFD-93C3-7A92A20016B1}"/>
              </a:ext>
            </a:extLst>
          </p:cNvPr>
          <p:cNvSpPr>
            <a:spLocks noGrp="1"/>
          </p:cNvSpPr>
          <p:nvPr>
            <p:ph type="title"/>
          </p:nvPr>
        </p:nvSpPr>
        <p:spPr>
          <a:xfrm>
            <a:off x="682626" y="2121408"/>
            <a:ext cx="23010812" cy="1188720"/>
          </a:xfrm>
        </p:spPr>
        <p:txBody>
          <a:bodyPr/>
          <a:lstStyle/>
          <a:p>
            <a:r>
              <a:rPr lang="en-US" sz="4800"/>
              <a:t>Data Overview</a:t>
            </a:r>
          </a:p>
        </p:txBody>
      </p:sp>
      <p:sp>
        <p:nvSpPr>
          <p:cNvPr id="3" name="Footer Placeholder 2">
            <a:extLst>
              <a:ext uri="{FF2B5EF4-FFF2-40B4-BE49-F238E27FC236}">
                <a16:creationId xmlns:a16="http://schemas.microsoft.com/office/drawing/2014/main" id="{C116EF08-7936-0C53-87A6-B95995562FC7}"/>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4" name="Slide Number Placeholder 3">
            <a:extLst>
              <a:ext uri="{FF2B5EF4-FFF2-40B4-BE49-F238E27FC236}">
                <a16:creationId xmlns:a16="http://schemas.microsoft.com/office/drawing/2014/main" id="{00414F48-BC60-9ED3-B57C-E1E0E99F8D47}"/>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10</a:t>
            </a:fld>
            <a:endParaRPr lang="en-US"/>
          </a:p>
        </p:txBody>
      </p:sp>
      <p:sp>
        <p:nvSpPr>
          <p:cNvPr id="2" name="Content Placeholder 6">
            <a:extLst>
              <a:ext uri="{FF2B5EF4-FFF2-40B4-BE49-F238E27FC236}">
                <a16:creationId xmlns:a16="http://schemas.microsoft.com/office/drawing/2014/main" id="{4D23DCE8-3F98-902E-CA3B-3B49DAFC3DD6}"/>
              </a:ext>
            </a:extLst>
          </p:cNvPr>
          <p:cNvSpPr txBox="1">
            <a:spLocks/>
          </p:cNvSpPr>
          <p:nvPr/>
        </p:nvSpPr>
        <p:spPr>
          <a:xfrm>
            <a:off x="682625" y="3310129"/>
            <a:ext cx="7546975" cy="8312562"/>
          </a:xfrm>
          <a:prstGeom prst="rect">
            <a:avLst/>
          </a:prstGeom>
        </p:spPr>
        <p:txBody>
          <a:bodyPr vert="horz" lIns="0" tIns="0" rIns="0" bIns="0" rtlCol="0" anchor="t">
            <a:noAutofit/>
          </a:bodyPr>
          <a:lstStyle>
            <a:lvl1pPr marL="0" indent="0" algn="l" defTabSz="1828343" rtl="0" eaLnBrk="1" latinLnBrk="0" hangingPunct="1">
              <a:lnSpc>
                <a:spcPts val="4600"/>
              </a:lnSpc>
              <a:spcBef>
                <a:spcPts val="0"/>
              </a:spcBef>
              <a:spcAft>
                <a:spcPts val="3000"/>
              </a:spcAft>
              <a:buFont typeface="Arial" panose="020B0604020202020204" pitchFamily="34" charset="0"/>
              <a:buNone/>
              <a:defRPr sz="3600" kern="1200">
                <a:solidFill>
                  <a:schemeClr val="accent1"/>
                </a:solidFill>
                <a:latin typeface="+mn-lt"/>
                <a:ea typeface="+mn-ea"/>
                <a:cs typeface="+mn-cs"/>
              </a:defRPr>
            </a:lvl1pPr>
            <a:lvl2pPr marL="746125" indent="-727075"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2pPr>
            <a:lvl3pPr marL="1209675" indent="-727075"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3pPr>
            <a:lvl4pPr marL="1792288" indent="-723900"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4pPr>
            <a:lvl5pPr marL="2290763" indent="-739775"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19050" lvl="1" indent="0">
              <a:lnSpc>
                <a:spcPct val="100000"/>
              </a:lnSpc>
              <a:spcAft>
                <a:spcPts val="1200"/>
              </a:spcAft>
              <a:buNone/>
            </a:pPr>
            <a:r>
              <a:rPr lang="en-US" sz="4000" b="1"/>
              <a:t>Scope:</a:t>
            </a:r>
          </a:p>
          <a:p>
            <a:pPr lvl="1">
              <a:lnSpc>
                <a:spcPct val="100000"/>
              </a:lnSpc>
              <a:spcAft>
                <a:spcPts val="1200"/>
              </a:spcAft>
              <a:buFont typeface="Arial" panose="020B0604020202020204" pitchFamily="34" charset="0"/>
              <a:buChar char="•"/>
            </a:pPr>
            <a:r>
              <a:rPr lang="en-US" sz="4000"/>
              <a:t>Men’s: ~22 mil rows</a:t>
            </a:r>
          </a:p>
          <a:p>
            <a:pPr lvl="1">
              <a:lnSpc>
                <a:spcPct val="100000"/>
              </a:lnSpc>
              <a:buFont typeface="Arial" panose="020B0604020202020204" pitchFamily="34" charset="0"/>
              <a:buChar char="•"/>
            </a:pPr>
            <a:r>
              <a:rPr lang="en-US" sz="4000"/>
              <a:t>Women’s: ~15 mil rows</a:t>
            </a:r>
          </a:p>
          <a:p>
            <a:pPr marL="19050" lvl="1" indent="0">
              <a:lnSpc>
                <a:spcPct val="100000"/>
              </a:lnSpc>
              <a:spcAft>
                <a:spcPts val="1200"/>
              </a:spcAft>
              <a:buNone/>
            </a:pPr>
            <a:r>
              <a:rPr lang="en-US" sz="4000" b="1"/>
              <a:t>Timeframe: </a:t>
            </a:r>
          </a:p>
          <a:p>
            <a:pPr lvl="1">
              <a:lnSpc>
                <a:spcPct val="100000"/>
              </a:lnSpc>
              <a:buFont typeface="Arial" panose="020B0604020202020204" pitchFamily="34" charset="0"/>
              <a:buChar char="•"/>
            </a:pPr>
            <a:r>
              <a:rPr lang="en-US" sz="4000"/>
              <a:t>Weekly data from Sept 2023 – Sept 2025</a:t>
            </a:r>
          </a:p>
          <a:p>
            <a:pPr marL="19050" lvl="1" indent="0">
              <a:lnSpc>
                <a:spcPct val="100000"/>
              </a:lnSpc>
              <a:spcAft>
                <a:spcPts val="1200"/>
              </a:spcAft>
              <a:buNone/>
            </a:pPr>
            <a:r>
              <a:rPr lang="en-US" sz="4000" b="1"/>
              <a:t>Coverage: </a:t>
            </a:r>
          </a:p>
          <a:p>
            <a:pPr lvl="1">
              <a:lnSpc>
                <a:spcPct val="100000"/>
              </a:lnSpc>
              <a:buFont typeface="Arial" panose="020B0604020202020204" pitchFamily="34" charset="0"/>
              <a:buChar char="•"/>
            </a:pPr>
            <a:r>
              <a:rPr lang="en-US" sz="4000"/>
              <a:t>~1,200 stores in 35 states (limited to cold weather cluster)</a:t>
            </a:r>
          </a:p>
          <a:p>
            <a:pPr marL="19050" lvl="1" indent="0">
              <a:buNone/>
            </a:pPr>
            <a:endParaRPr lang="en-US" sz="4000"/>
          </a:p>
          <a:p>
            <a:pPr lvl="1"/>
            <a:endParaRPr lang="en-US"/>
          </a:p>
        </p:txBody>
      </p:sp>
      <p:grpSp>
        <p:nvGrpSpPr>
          <p:cNvPr id="10" name="Group 9">
            <a:extLst>
              <a:ext uri="{FF2B5EF4-FFF2-40B4-BE49-F238E27FC236}">
                <a16:creationId xmlns:a16="http://schemas.microsoft.com/office/drawing/2014/main" id="{F19D32BD-AF32-D186-1600-2D918256F7CA}"/>
              </a:ext>
            </a:extLst>
          </p:cNvPr>
          <p:cNvGrpSpPr>
            <a:grpSpLocks noChangeAspect="1"/>
          </p:cNvGrpSpPr>
          <p:nvPr/>
        </p:nvGrpSpPr>
        <p:grpSpPr>
          <a:xfrm>
            <a:off x="8466510" y="3310128"/>
            <a:ext cx="10070209" cy="6158337"/>
            <a:chOff x="7939668" y="3364583"/>
            <a:chExt cx="10529660" cy="6439310"/>
          </a:xfrm>
        </p:grpSpPr>
        <p:sp>
          <p:nvSpPr>
            <p:cNvPr id="9" name="TextBox 8">
              <a:extLst>
                <a:ext uri="{FF2B5EF4-FFF2-40B4-BE49-F238E27FC236}">
                  <a16:creationId xmlns:a16="http://schemas.microsoft.com/office/drawing/2014/main" id="{3E82340C-4CF5-2262-EBB4-D9D7FC9FDA4E}"/>
                </a:ext>
              </a:extLst>
            </p:cNvPr>
            <p:cNvSpPr txBox="1"/>
            <p:nvPr/>
          </p:nvSpPr>
          <p:spPr>
            <a:xfrm>
              <a:off x="11992508" y="3364583"/>
              <a:ext cx="2423979" cy="878200"/>
            </a:xfrm>
            <a:prstGeom prst="rect">
              <a:avLst/>
            </a:prstGeom>
            <a:noFill/>
          </p:spPr>
          <p:txBody>
            <a:bodyPr wrap="square" lIns="0" tIns="0" rIns="0" bIns="0" rtlCol="0">
              <a:noAutofit/>
            </a:bodyPr>
            <a:lstStyle/>
            <a:p>
              <a:pPr algn="l"/>
              <a:r>
                <a:rPr lang="en-US" sz="4000" b="1">
                  <a:solidFill>
                    <a:schemeClr val="accent1"/>
                  </a:solidFill>
                </a:rPr>
                <a:t>Store Map</a:t>
              </a:r>
            </a:p>
          </p:txBody>
        </p:sp>
        <p:pic>
          <p:nvPicPr>
            <p:cNvPr id="7" name="Picture 6">
              <a:extLst>
                <a:ext uri="{FF2B5EF4-FFF2-40B4-BE49-F238E27FC236}">
                  <a16:creationId xmlns:a16="http://schemas.microsoft.com/office/drawing/2014/main" id="{6242ADB8-0DD6-28F9-2269-4063F021365D}"/>
                </a:ext>
              </a:extLst>
            </p:cNvPr>
            <p:cNvPicPr>
              <a:picLocks noChangeAspect="1"/>
            </p:cNvPicPr>
            <p:nvPr/>
          </p:nvPicPr>
          <p:blipFill rotWithShape="1">
            <a:blip r:embed="rId4"/>
            <a:srcRect l="3616" t="16318" r="4736" b="14049"/>
            <a:stretch/>
          </p:blipFill>
          <p:spPr>
            <a:xfrm>
              <a:off x="7939668" y="3803684"/>
              <a:ext cx="10529660" cy="6000209"/>
            </a:xfrm>
            <a:prstGeom prst="rect">
              <a:avLst/>
            </a:prstGeom>
          </p:spPr>
        </p:pic>
      </p:grpSp>
      <p:grpSp>
        <p:nvGrpSpPr>
          <p:cNvPr id="12" name="Group 11">
            <a:extLst>
              <a:ext uri="{FF2B5EF4-FFF2-40B4-BE49-F238E27FC236}">
                <a16:creationId xmlns:a16="http://schemas.microsoft.com/office/drawing/2014/main" id="{2432DC22-25B5-5AFA-D1BE-C607AB2E0A19}"/>
              </a:ext>
            </a:extLst>
          </p:cNvPr>
          <p:cNvGrpSpPr/>
          <p:nvPr/>
        </p:nvGrpSpPr>
        <p:grpSpPr>
          <a:xfrm>
            <a:off x="18518537" y="3310128"/>
            <a:ext cx="4983599" cy="8967771"/>
            <a:chOff x="18536720" y="3310128"/>
            <a:chExt cx="4983599" cy="8967771"/>
          </a:xfrm>
        </p:grpSpPr>
        <p:graphicFrame>
          <p:nvGraphicFramePr>
            <p:cNvPr id="8" name="Diagram 7">
              <a:extLst>
                <a:ext uri="{FF2B5EF4-FFF2-40B4-BE49-F238E27FC236}">
                  <a16:creationId xmlns:a16="http://schemas.microsoft.com/office/drawing/2014/main" id="{FC210178-4901-1FBD-1267-054A68E2CD5F}"/>
                </a:ext>
              </a:extLst>
            </p:cNvPr>
            <p:cNvGraphicFramePr/>
            <p:nvPr>
              <p:extLst>
                <p:ext uri="{D42A27DB-BD31-4B8C-83A1-F6EECF244321}">
                  <p14:modId xmlns:p14="http://schemas.microsoft.com/office/powerpoint/2010/main" val="2373066553"/>
                </p:ext>
              </p:extLst>
            </p:nvPr>
          </p:nvGraphicFramePr>
          <p:xfrm>
            <a:off x="18536720" y="3965336"/>
            <a:ext cx="4983599" cy="831256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1" name="TextBox 10">
              <a:extLst>
                <a:ext uri="{FF2B5EF4-FFF2-40B4-BE49-F238E27FC236}">
                  <a16:creationId xmlns:a16="http://schemas.microsoft.com/office/drawing/2014/main" id="{DDC8E6EE-B520-9681-F993-68683AED5ABD}"/>
                </a:ext>
              </a:extLst>
            </p:cNvPr>
            <p:cNvSpPr txBox="1"/>
            <p:nvPr/>
          </p:nvSpPr>
          <p:spPr>
            <a:xfrm>
              <a:off x="19051280" y="3310128"/>
              <a:ext cx="3954477" cy="537490"/>
            </a:xfrm>
            <a:prstGeom prst="rect">
              <a:avLst/>
            </a:prstGeom>
            <a:noFill/>
          </p:spPr>
          <p:txBody>
            <a:bodyPr wrap="square" lIns="0" tIns="0" rIns="0" bIns="0" rtlCol="0">
              <a:noAutofit/>
            </a:bodyPr>
            <a:lstStyle/>
            <a:p>
              <a:pPr algn="ctr"/>
              <a:r>
                <a:rPr lang="en-US" sz="4000" b="1">
                  <a:solidFill>
                    <a:schemeClr val="accent1"/>
                  </a:solidFill>
                </a:rPr>
                <a:t>Product Hierarchy</a:t>
              </a:r>
            </a:p>
          </p:txBody>
        </p:sp>
      </p:grpSp>
      <p:sp>
        <p:nvSpPr>
          <p:cNvPr id="5" name="Rectangle 4">
            <a:extLst>
              <a:ext uri="{FF2B5EF4-FFF2-40B4-BE49-F238E27FC236}">
                <a16:creationId xmlns:a16="http://schemas.microsoft.com/office/drawing/2014/main" id="{C60E58EB-D43E-E8D8-03DA-FE416A355B88}"/>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cxnSp>
        <p:nvCxnSpPr>
          <p:cNvPr id="13" name="Straight Connector 12">
            <a:extLst>
              <a:ext uri="{FF2B5EF4-FFF2-40B4-BE49-F238E27FC236}">
                <a16:creationId xmlns:a16="http://schemas.microsoft.com/office/drawing/2014/main" id="{4A73FC33-4AC8-5113-4C4A-F70377159C5B}"/>
              </a:ext>
            </a:extLst>
          </p:cNvPr>
          <p:cNvCxnSpPr>
            <a:cxnSpLocks/>
          </p:cNvCxnSpPr>
          <p:nvPr/>
        </p:nvCxnSpPr>
        <p:spPr>
          <a:xfrm flipV="1">
            <a:off x="8466510" y="432006"/>
            <a:ext cx="0" cy="12958301"/>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3A19AAA-9AE5-AE2D-380F-2A6D33C4BAEA}"/>
              </a:ext>
            </a:extLst>
          </p:cNvPr>
          <p:cNvCxnSpPr>
            <a:cxnSpLocks/>
          </p:cNvCxnSpPr>
          <p:nvPr/>
        </p:nvCxnSpPr>
        <p:spPr>
          <a:xfrm flipV="1">
            <a:off x="18536719" y="432006"/>
            <a:ext cx="0" cy="12958301"/>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2719298"/>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50474B9-C8F2-BBFD-93C3-7A92A20016B1}"/>
              </a:ext>
            </a:extLst>
          </p:cNvPr>
          <p:cNvSpPr>
            <a:spLocks noGrp="1"/>
          </p:cNvSpPr>
          <p:nvPr>
            <p:ph type="title"/>
          </p:nvPr>
        </p:nvSpPr>
        <p:spPr>
          <a:xfrm>
            <a:off x="682626" y="2121408"/>
            <a:ext cx="23010812" cy="1188720"/>
          </a:xfrm>
        </p:spPr>
        <p:txBody>
          <a:bodyPr/>
          <a:lstStyle/>
          <a:p>
            <a:r>
              <a:rPr lang="en-US" sz="4800">
                <a:latin typeface="Everyday Sans Medium"/>
              </a:rPr>
              <a:t>Data Cleaning</a:t>
            </a:r>
          </a:p>
        </p:txBody>
      </p:sp>
      <p:sp>
        <p:nvSpPr>
          <p:cNvPr id="3" name="Footer Placeholder 2">
            <a:extLst>
              <a:ext uri="{FF2B5EF4-FFF2-40B4-BE49-F238E27FC236}">
                <a16:creationId xmlns:a16="http://schemas.microsoft.com/office/drawing/2014/main" id="{C116EF08-7936-0C53-87A6-B95995562FC7}"/>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4" name="Slide Number Placeholder 3">
            <a:extLst>
              <a:ext uri="{FF2B5EF4-FFF2-40B4-BE49-F238E27FC236}">
                <a16:creationId xmlns:a16="http://schemas.microsoft.com/office/drawing/2014/main" id="{00414F48-BC60-9ED3-B57C-E1E0E99F8D47}"/>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11</a:t>
            </a:fld>
            <a:endParaRPr lang="en-US"/>
          </a:p>
        </p:txBody>
      </p:sp>
      <p:sp>
        <p:nvSpPr>
          <p:cNvPr id="2" name="Content Placeholder 6">
            <a:extLst>
              <a:ext uri="{FF2B5EF4-FFF2-40B4-BE49-F238E27FC236}">
                <a16:creationId xmlns:a16="http://schemas.microsoft.com/office/drawing/2014/main" id="{4D23DCE8-3F98-902E-CA3B-3B49DAFC3DD6}"/>
              </a:ext>
            </a:extLst>
          </p:cNvPr>
          <p:cNvSpPr txBox="1">
            <a:spLocks/>
          </p:cNvSpPr>
          <p:nvPr/>
        </p:nvSpPr>
        <p:spPr>
          <a:xfrm>
            <a:off x="682625" y="3682994"/>
            <a:ext cx="10200715" cy="8877247"/>
          </a:xfrm>
          <a:prstGeom prst="rect">
            <a:avLst/>
          </a:prstGeom>
        </p:spPr>
        <p:txBody>
          <a:bodyPr vert="horz" lIns="0" tIns="0" rIns="0" bIns="0" rtlCol="0" anchor="t">
            <a:noAutofit/>
          </a:bodyPr>
          <a:lstStyle>
            <a:lvl1pPr marL="0" indent="0" algn="l" defTabSz="1828343" rtl="0" eaLnBrk="1" latinLnBrk="0" hangingPunct="1">
              <a:lnSpc>
                <a:spcPts val="4600"/>
              </a:lnSpc>
              <a:spcBef>
                <a:spcPts val="0"/>
              </a:spcBef>
              <a:spcAft>
                <a:spcPts val="3000"/>
              </a:spcAft>
              <a:buFont typeface="Arial" panose="020B0604020202020204" pitchFamily="34" charset="0"/>
              <a:buNone/>
              <a:defRPr sz="3600" kern="1200">
                <a:solidFill>
                  <a:schemeClr val="accent1"/>
                </a:solidFill>
                <a:latin typeface="+mn-lt"/>
                <a:ea typeface="+mn-ea"/>
                <a:cs typeface="+mn-cs"/>
              </a:defRPr>
            </a:lvl1pPr>
            <a:lvl2pPr marL="746125" indent="-727075"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2pPr>
            <a:lvl3pPr marL="1209675" indent="-727075"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3pPr>
            <a:lvl4pPr marL="1792288" indent="-723900"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4pPr>
            <a:lvl5pPr marL="2290763" indent="-739775"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19050" lvl="1" indent="0">
              <a:lnSpc>
                <a:spcPct val="100000"/>
              </a:lnSpc>
              <a:spcAft>
                <a:spcPts val="1200"/>
              </a:spcAft>
              <a:buNone/>
            </a:pPr>
            <a:r>
              <a:rPr lang="en-US" sz="4000" b="1"/>
              <a:t>Missing Values:</a:t>
            </a:r>
          </a:p>
          <a:p>
            <a:pPr lvl="1">
              <a:lnSpc>
                <a:spcPct val="100000"/>
              </a:lnSpc>
              <a:spcAft>
                <a:spcPts val="1200"/>
              </a:spcAft>
              <a:buFont typeface="Arial" panose="020B0604020202020204" pitchFamily="34" charset="0"/>
              <a:buChar char="•"/>
            </a:pPr>
            <a:r>
              <a:rPr lang="en-US" sz="4000"/>
              <a:t>Fixture data vs. mod plan comparison</a:t>
            </a:r>
          </a:p>
          <a:p>
            <a:pPr lvl="1">
              <a:lnSpc>
                <a:spcPct val="100000"/>
              </a:lnSpc>
              <a:buFont typeface="Arial" panose="020B0604020202020204" pitchFamily="34" charset="0"/>
              <a:buChar char="•"/>
            </a:pPr>
            <a:r>
              <a:rPr lang="en-US" sz="4000"/>
              <a:t>Recovered ~2.3M rows</a:t>
            </a:r>
          </a:p>
          <a:p>
            <a:pPr marL="19050" lvl="1" indent="0">
              <a:lnSpc>
                <a:spcPct val="100000"/>
              </a:lnSpc>
              <a:spcAft>
                <a:spcPts val="1200"/>
              </a:spcAft>
              <a:buNone/>
            </a:pPr>
            <a:r>
              <a:rPr lang="en-US" sz="4000" b="1"/>
              <a:t>Unusual Values:</a:t>
            </a:r>
          </a:p>
          <a:p>
            <a:pPr lvl="1">
              <a:lnSpc>
                <a:spcPct val="100000"/>
              </a:lnSpc>
              <a:spcAft>
                <a:spcPts val="1200"/>
              </a:spcAft>
              <a:buFont typeface="Arial" panose="020B0604020202020204" pitchFamily="34" charset="0"/>
              <a:buChar char="•"/>
            </a:pPr>
            <a:r>
              <a:rPr lang="en-US" sz="4000"/>
              <a:t>Negative values converted to 0</a:t>
            </a:r>
          </a:p>
          <a:p>
            <a:pPr lvl="1">
              <a:lnSpc>
                <a:spcPct val="100000"/>
              </a:lnSpc>
              <a:buFont typeface="Arial" panose="020B0604020202020204" pitchFamily="34" charset="0"/>
              <a:buChar char="•"/>
            </a:pPr>
            <a:r>
              <a:rPr lang="en-US" sz="4000"/>
              <a:t>Impact on analysis is minimal</a:t>
            </a:r>
          </a:p>
          <a:p>
            <a:pPr marL="19050" lvl="1" indent="0">
              <a:lnSpc>
                <a:spcPct val="100000"/>
              </a:lnSpc>
              <a:spcAft>
                <a:spcPts val="1200"/>
              </a:spcAft>
              <a:buNone/>
            </a:pPr>
            <a:r>
              <a:rPr lang="en-US" sz="4000" b="1"/>
              <a:t>Redundant Columns:</a:t>
            </a:r>
          </a:p>
          <a:p>
            <a:pPr lvl="1">
              <a:lnSpc>
                <a:spcPct val="100000"/>
              </a:lnSpc>
              <a:spcAft>
                <a:spcPts val="600"/>
              </a:spcAft>
              <a:buFont typeface="Arial" panose="020B0604020202020204" pitchFamily="34" charset="0"/>
              <a:buChar char="•"/>
            </a:pPr>
            <a:r>
              <a:rPr lang="en-US" sz="4000"/>
              <a:t>QTY Data – At one point this was all nulls</a:t>
            </a:r>
          </a:p>
          <a:p>
            <a:pPr marL="19050" lvl="1" indent="0">
              <a:buNone/>
            </a:pPr>
            <a:endParaRPr lang="en-US" sz="4000"/>
          </a:p>
          <a:p>
            <a:pPr lvl="1"/>
            <a:endParaRPr lang="en-US"/>
          </a:p>
        </p:txBody>
      </p:sp>
      <p:graphicFrame>
        <p:nvGraphicFramePr>
          <p:cNvPr id="8" name="Table 7">
            <a:extLst>
              <a:ext uri="{FF2B5EF4-FFF2-40B4-BE49-F238E27FC236}">
                <a16:creationId xmlns:a16="http://schemas.microsoft.com/office/drawing/2014/main" id="{BE4AECA5-8959-8ECE-720B-4FC8A7DF79C5}"/>
              </a:ext>
            </a:extLst>
          </p:cNvPr>
          <p:cNvGraphicFramePr>
            <a:graphicFrameLocks noGrp="1"/>
          </p:cNvGraphicFramePr>
          <p:nvPr>
            <p:extLst>
              <p:ext uri="{D42A27DB-BD31-4B8C-83A1-F6EECF244321}">
                <p14:modId xmlns:p14="http://schemas.microsoft.com/office/powerpoint/2010/main" val="823705590"/>
              </p:ext>
            </p:extLst>
          </p:nvPr>
        </p:nvGraphicFramePr>
        <p:xfrm>
          <a:off x="682625" y="10954575"/>
          <a:ext cx="9684543" cy="1280033"/>
        </p:xfrm>
        <a:graphic>
          <a:graphicData uri="http://schemas.openxmlformats.org/drawingml/2006/table">
            <a:tbl>
              <a:tblPr firstRow="1" bandRow="1">
                <a:tableStyleId>{5C22544A-7EE6-4342-B048-85BDC9FD1C3A}</a:tableStyleId>
              </a:tblPr>
              <a:tblGrid>
                <a:gridCol w="2203089">
                  <a:extLst>
                    <a:ext uri="{9D8B030D-6E8A-4147-A177-3AD203B41FA5}">
                      <a16:colId xmlns:a16="http://schemas.microsoft.com/office/drawing/2014/main" val="1969586717"/>
                    </a:ext>
                  </a:extLst>
                </a:gridCol>
                <a:gridCol w="3546763">
                  <a:extLst>
                    <a:ext uri="{9D8B030D-6E8A-4147-A177-3AD203B41FA5}">
                      <a16:colId xmlns:a16="http://schemas.microsoft.com/office/drawing/2014/main" val="2014660898"/>
                    </a:ext>
                  </a:extLst>
                </a:gridCol>
                <a:gridCol w="3934691">
                  <a:extLst>
                    <a:ext uri="{9D8B030D-6E8A-4147-A177-3AD203B41FA5}">
                      <a16:colId xmlns:a16="http://schemas.microsoft.com/office/drawing/2014/main" val="27107009"/>
                    </a:ext>
                  </a:extLst>
                </a:gridCol>
              </a:tblGrid>
              <a:tr h="370840">
                <a:tc>
                  <a:txBody>
                    <a:bodyPr/>
                    <a:lstStyle/>
                    <a:p>
                      <a:endParaRPr lang="en-US"/>
                    </a:p>
                  </a:txBody>
                  <a:tcPr/>
                </a:tc>
                <a:tc>
                  <a:txBody>
                    <a:bodyPr/>
                    <a:lstStyle/>
                    <a:p>
                      <a:r>
                        <a:rPr lang="en-US"/>
                        <a:t>Men's Negative</a:t>
                      </a:r>
                    </a:p>
                  </a:txBody>
                  <a:tcPr/>
                </a:tc>
                <a:tc>
                  <a:txBody>
                    <a:bodyPr/>
                    <a:lstStyle/>
                    <a:p>
                      <a:r>
                        <a:rPr lang="en-US"/>
                        <a:t>Women's Negative</a:t>
                      </a:r>
                    </a:p>
                  </a:txBody>
                  <a:tcPr/>
                </a:tc>
                <a:extLst>
                  <a:ext uri="{0D108BD9-81ED-4DB2-BD59-A6C34878D82A}">
                    <a16:rowId xmlns:a16="http://schemas.microsoft.com/office/drawing/2014/main" val="2173068429"/>
                  </a:ext>
                </a:extLst>
              </a:tr>
              <a:tr h="370840">
                <a:tc>
                  <a:txBody>
                    <a:bodyPr/>
                    <a:lstStyle/>
                    <a:p>
                      <a:r>
                        <a:rPr lang="en-US"/>
                        <a:t>Sales</a:t>
                      </a:r>
                    </a:p>
                  </a:txBody>
                  <a:tcPr/>
                </a:tc>
                <a:tc>
                  <a:txBody>
                    <a:bodyPr/>
                    <a:lstStyle/>
                    <a:p>
                      <a:r>
                        <a:rPr lang="en-US"/>
                        <a:t>~ 216 K</a:t>
                      </a:r>
                    </a:p>
                  </a:txBody>
                  <a:tcPr/>
                </a:tc>
                <a:tc>
                  <a:txBody>
                    <a:bodyPr/>
                    <a:lstStyle/>
                    <a:p>
                      <a:pPr lvl="0">
                        <a:buNone/>
                      </a:pPr>
                      <a:r>
                        <a:rPr lang="en-US" sz="3600" b="0" i="0" u="none" strike="noStrike" noProof="0">
                          <a:solidFill>
                            <a:srgbClr val="000000"/>
                          </a:solidFill>
                          <a:latin typeface="Everyday Sans"/>
                        </a:rPr>
                        <a:t>~ 517 K</a:t>
                      </a:r>
                      <a:endParaRPr lang="en-US"/>
                    </a:p>
                  </a:txBody>
                  <a:tcPr/>
                </a:tc>
                <a:extLst>
                  <a:ext uri="{0D108BD9-81ED-4DB2-BD59-A6C34878D82A}">
                    <a16:rowId xmlns:a16="http://schemas.microsoft.com/office/drawing/2014/main" val="145492242"/>
                  </a:ext>
                </a:extLst>
              </a:tr>
            </a:tbl>
          </a:graphicData>
        </a:graphic>
      </p:graphicFrame>
      <p:pic>
        <p:nvPicPr>
          <p:cNvPr id="5" name="Picture 4">
            <a:extLst>
              <a:ext uri="{FF2B5EF4-FFF2-40B4-BE49-F238E27FC236}">
                <a16:creationId xmlns:a16="http://schemas.microsoft.com/office/drawing/2014/main" id="{F93CC105-D2DC-2B29-61C0-7B7EE5B48F42}"/>
              </a:ext>
            </a:extLst>
          </p:cNvPr>
          <p:cNvPicPr>
            <a:picLocks noChangeAspect="1"/>
          </p:cNvPicPr>
          <p:nvPr/>
        </p:nvPicPr>
        <p:blipFill>
          <a:blip r:embed="rId3"/>
          <a:stretch>
            <a:fillRect/>
          </a:stretch>
        </p:blipFill>
        <p:spPr>
          <a:xfrm>
            <a:off x="12857206" y="1782225"/>
            <a:ext cx="9925043" cy="5719471"/>
          </a:xfrm>
          <a:prstGeom prst="rect">
            <a:avLst/>
          </a:prstGeom>
        </p:spPr>
      </p:pic>
      <p:pic>
        <p:nvPicPr>
          <p:cNvPr id="9" name="Picture 8" descr="A graph of blue squares&#10;&#10;AI-generated content may be incorrect.">
            <a:extLst>
              <a:ext uri="{FF2B5EF4-FFF2-40B4-BE49-F238E27FC236}">
                <a16:creationId xmlns:a16="http://schemas.microsoft.com/office/drawing/2014/main" id="{7BE38210-EDC3-9E21-9250-27928B4ED90D}"/>
              </a:ext>
            </a:extLst>
          </p:cNvPr>
          <p:cNvPicPr>
            <a:picLocks noChangeAspect="1"/>
          </p:cNvPicPr>
          <p:nvPr/>
        </p:nvPicPr>
        <p:blipFill>
          <a:blip r:embed="rId4"/>
          <a:stretch>
            <a:fillRect/>
          </a:stretch>
        </p:blipFill>
        <p:spPr>
          <a:xfrm>
            <a:off x="13494311" y="7751674"/>
            <a:ext cx="8598325" cy="5193371"/>
          </a:xfrm>
          <a:prstGeom prst="rect">
            <a:avLst/>
          </a:prstGeom>
        </p:spPr>
      </p:pic>
      <p:sp>
        <p:nvSpPr>
          <p:cNvPr id="7" name="Rectangle 6">
            <a:extLst>
              <a:ext uri="{FF2B5EF4-FFF2-40B4-BE49-F238E27FC236}">
                <a16:creationId xmlns:a16="http://schemas.microsoft.com/office/drawing/2014/main" id="{B3D367F7-5FE1-FC49-776B-72CC879BF195}"/>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0" name="Frame 9">
            <a:extLst>
              <a:ext uri="{FF2B5EF4-FFF2-40B4-BE49-F238E27FC236}">
                <a16:creationId xmlns:a16="http://schemas.microsoft.com/office/drawing/2014/main" id="{9C22D8AE-DD56-87BA-7223-9B22280F82FA}"/>
              </a:ext>
            </a:extLst>
          </p:cNvPr>
          <p:cNvSpPr/>
          <p:nvPr/>
        </p:nvSpPr>
        <p:spPr>
          <a:xfrm>
            <a:off x="12857206" y="2021509"/>
            <a:ext cx="9235440" cy="5968794"/>
          </a:xfrm>
          <a:prstGeom prst="frame">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cxnSp>
        <p:nvCxnSpPr>
          <p:cNvPr id="12" name="Straight Connector 11">
            <a:extLst>
              <a:ext uri="{FF2B5EF4-FFF2-40B4-BE49-F238E27FC236}">
                <a16:creationId xmlns:a16="http://schemas.microsoft.com/office/drawing/2014/main" id="{B1DBE467-F661-CF4A-FB98-7F5B4026902E}"/>
              </a:ext>
            </a:extLst>
          </p:cNvPr>
          <p:cNvCxnSpPr>
            <a:cxnSpLocks/>
          </p:cNvCxnSpPr>
          <p:nvPr/>
        </p:nvCxnSpPr>
        <p:spPr>
          <a:xfrm>
            <a:off x="12581538" y="7585022"/>
            <a:ext cx="9862826" cy="0"/>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677E414-C111-61D6-D89F-6F1BB619B0D8}"/>
              </a:ext>
            </a:extLst>
          </p:cNvPr>
          <p:cNvCxnSpPr>
            <a:cxnSpLocks/>
          </p:cNvCxnSpPr>
          <p:nvPr/>
        </p:nvCxnSpPr>
        <p:spPr>
          <a:xfrm>
            <a:off x="12581538" y="1302327"/>
            <a:ext cx="0" cy="11642718"/>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4911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A6D3361-DC5C-AC8E-23F7-CEF3BD5061A8}"/>
              </a:ext>
            </a:extLst>
          </p:cNvPr>
          <p:cNvSpPr>
            <a:spLocks noGrp="1"/>
          </p:cNvSpPr>
          <p:nvPr>
            <p:ph type="title"/>
          </p:nvPr>
        </p:nvSpPr>
        <p:spPr>
          <a:xfrm>
            <a:off x="682626" y="2121408"/>
            <a:ext cx="11346036" cy="1169989"/>
          </a:xfrm>
        </p:spPr>
        <p:txBody>
          <a:bodyPr/>
          <a:lstStyle/>
          <a:p>
            <a:r>
              <a:rPr lang="en-US" sz="4800">
                <a:latin typeface="Everyday Sans Medium"/>
              </a:rPr>
              <a:t>Null Issues</a:t>
            </a:r>
          </a:p>
        </p:txBody>
      </p:sp>
      <p:sp>
        <p:nvSpPr>
          <p:cNvPr id="15" name="Content Placeholder 14">
            <a:extLst>
              <a:ext uri="{FF2B5EF4-FFF2-40B4-BE49-F238E27FC236}">
                <a16:creationId xmlns:a16="http://schemas.microsoft.com/office/drawing/2014/main" id="{4DACC135-C9F7-565C-8BF0-D5571C234422}"/>
              </a:ext>
            </a:extLst>
          </p:cNvPr>
          <p:cNvSpPr>
            <a:spLocks noGrp="1"/>
          </p:cNvSpPr>
          <p:nvPr>
            <p:ph sz="half" idx="2"/>
          </p:nvPr>
        </p:nvSpPr>
        <p:spPr>
          <a:xfrm>
            <a:off x="682626" y="3291397"/>
            <a:ext cx="11346036" cy="9113015"/>
          </a:xfrm>
        </p:spPr>
        <p:txBody>
          <a:bodyPr vert="horz" lIns="0" tIns="0" rIns="0" bIns="0" rtlCol="0" anchor="t">
            <a:noAutofit/>
          </a:bodyPr>
          <a:lstStyle/>
          <a:p>
            <a:pPr>
              <a:lnSpc>
                <a:spcPct val="100000"/>
              </a:lnSpc>
              <a:spcAft>
                <a:spcPts val="1200"/>
              </a:spcAft>
            </a:pPr>
            <a:r>
              <a:rPr lang="en-US" sz="4000" b="1"/>
              <a:t>Generating Nulls:</a:t>
            </a:r>
          </a:p>
          <a:p>
            <a:pPr marL="571500" indent="-571500">
              <a:lnSpc>
                <a:spcPct val="100000"/>
              </a:lnSpc>
              <a:spcAft>
                <a:spcPts val="1200"/>
              </a:spcAft>
              <a:buFont typeface="Arial" panose="020B0604020202020204" pitchFamily="34" charset="0"/>
              <a:buChar char="•"/>
            </a:pPr>
            <a:r>
              <a:rPr lang="en-US" sz="4000"/>
              <a:t>Fixture data generated using mod plans</a:t>
            </a:r>
          </a:p>
          <a:p>
            <a:pPr marL="571500" indent="-571500">
              <a:lnSpc>
                <a:spcPct val="100000"/>
              </a:lnSpc>
              <a:spcAft>
                <a:spcPts val="3000"/>
              </a:spcAft>
              <a:buFont typeface="Arial" panose="020B0604020202020204" pitchFamily="34" charset="0"/>
              <a:buChar char="•"/>
            </a:pPr>
            <a:r>
              <a:rPr lang="en-US" sz="4000"/>
              <a:t>Increased usable data coverage</a:t>
            </a:r>
          </a:p>
          <a:p>
            <a:pPr>
              <a:lnSpc>
                <a:spcPct val="100000"/>
              </a:lnSpc>
              <a:spcAft>
                <a:spcPts val="1200"/>
              </a:spcAft>
            </a:pPr>
            <a:r>
              <a:rPr lang="en-US" sz="4000" b="1"/>
              <a:t>Not all nulls are equal:</a:t>
            </a:r>
          </a:p>
          <a:p>
            <a:pPr marL="571500" indent="-571500">
              <a:lnSpc>
                <a:spcPct val="100000"/>
              </a:lnSpc>
              <a:spcAft>
                <a:spcPts val="1200"/>
              </a:spcAft>
              <a:buFont typeface="Arial" panose="020B0604020202020204" pitchFamily="34" charset="0"/>
              <a:buChar char="•"/>
            </a:pPr>
            <a:r>
              <a:rPr lang="en-US" sz="4000"/>
              <a:t>Dropped mod plans with 100% missing fixture data</a:t>
            </a:r>
          </a:p>
          <a:p>
            <a:pPr marL="571500" indent="-571500">
              <a:lnSpc>
                <a:spcPct val="100000"/>
              </a:lnSpc>
              <a:spcAft>
                <a:spcPts val="1200"/>
              </a:spcAft>
              <a:buFont typeface="Arial" panose="020B0604020202020204" pitchFamily="34" charset="0"/>
              <a:buChar char="•"/>
            </a:pPr>
            <a:r>
              <a:rPr lang="en-US" sz="4000"/>
              <a:t>Dropped </a:t>
            </a:r>
            <a:r>
              <a:rPr lang="en-US" sz="4000" err="1"/>
              <a:t>finelines</a:t>
            </a:r>
            <a:r>
              <a:rPr lang="en-US" sz="4000"/>
              <a:t> with ≤ 3 sales</a:t>
            </a:r>
          </a:p>
          <a:p>
            <a:pPr marL="571500" indent="-571500">
              <a:lnSpc>
                <a:spcPct val="100000"/>
              </a:lnSpc>
              <a:spcAft>
                <a:spcPts val="3000"/>
              </a:spcAft>
              <a:buFont typeface="Arial" panose="020B0604020202020204" pitchFamily="34" charset="0"/>
              <a:buChar char="•"/>
            </a:pPr>
            <a:r>
              <a:rPr lang="en-US" sz="4000"/>
              <a:t>Department-level &amp; QTY nulls retained</a:t>
            </a:r>
          </a:p>
          <a:p>
            <a:pPr>
              <a:lnSpc>
                <a:spcPct val="100000"/>
              </a:lnSpc>
              <a:spcAft>
                <a:spcPts val="1200"/>
              </a:spcAft>
            </a:pPr>
            <a:r>
              <a:rPr lang="en-US" sz="4000" b="1"/>
              <a:t>Summary: </a:t>
            </a:r>
          </a:p>
          <a:p>
            <a:pPr marL="457200" indent="-457200">
              <a:lnSpc>
                <a:spcPct val="100000"/>
              </a:lnSpc>
              <a:spcAft>
                <a:spcPts val="1200"/>
              </a:spcAft>
              <a:buChar char="•"/>
            </a:pPr>
            <a:r>
              <a:rPr lang="en-US" sz="4000"/>
              <a:t>Men’s records dropped: 4,490,173</a:t>
            </a:r>
          </a:p>
          <a:p>
            <a:pPr marL="457200" indent="-457200">
              <a:lnSpc>
                <a:spcPct val="100000"/>
              </a:lnSpc>
              <a:spcAft>
                <a:spcPts val="1200"/>
              </a:spcAft>
              <a:buChar char="•"/>
            </a:pPr>
            <a:r>
              <a:rPr lang="en-US" sz="4000"/>
              <a:t>Women’s records dropped: 240,278</a:t>
            </a:r>
          </a:p>
          <a:p>
            <a:pPr marL="457200" indent="-457200">
              <a:lnSpc>
                <a:spcPct val="100000"/>
              </a:lnSpc>
              <a:spcAft>
                <a:spcPts val="600"/>
              </a:spcAft>
              <a:buChar char="•"/>
            </a:pPr>
            <a:r>
              <a:rPr lang="en-US" sz="4000"/>
              <a:t>Higher data quality issues observed in men’s data</a:t>
            </a:r>
          </a:p>
        </p:txBody>
      </p:sp>
      <p:sp>
        <p:nvSpPr>
          <p:cNvPr id="7" name="Footer Placeholder 6">
            <a:extLst>
              <a:ext uri="{FF2B5EF4-FFF2-40B4-BE49-F238E27FC236}">
                <a16:creationId xmlns:a16="http://schemas.microsoft.com/office/drawing/2014/main" id="{A68655D9-27F3-7DDE-E6EC-AFFDBF194D85}"/>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8" name="Slide Number Placeholder 7">
            <a:extLst>
              <a:ext uri="{FF2B5EF4-FFF2-40B4-BE49-F238E27FC236}">
                <a16:creationId xmlns:a16="http://schemas.microsoft.com/office/drawing/2014/main" id="{3A4AA1DD-3EEC-01F8-A55F-AC98E7C942BF}"/>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12</a:t>
            </a:fld>
            <a:endParaRPr lang="en-US"/>
          </a:p>
        </p:txBody>
      </p:sp>
      <p:pic>
        <p:nvPicPr>
          <p:cNvPr id="5" name="Picture 4" descr="A graph of a line graph&#10;&#10;AI-generated content may be incorrect.">
            <a:extLst>
              <a:ext uri="{FF2B5EF4-FFF2-40B4-BE49-F238E27FC236}">
                <a16:creationId xmlns:a16="http://schemas.microsoft.com/office/drawing/2014/main" id="{934CB3A7-E55E-59FD-8C92-936627BA432D}"/>
              </a:ext>
            </a:extLst>
          </p:cNvPr>
          <p:cNvPicPr>
            <a:picLocks noChangeAspect="1"/>
          </p:cNvPicPr>
          <p:nvPr/>
        </p:nvPicPr>
        <p:blipFill>
          <a:blip r:embed="rId3"/>
          <a:stretch>
            <a:fillRect/>
          </a:stretch>
        </p:blipFill>
        <p:spPr>
          <a:xfrm>
            <a:off x="12323760" y="434020"/>
            <a:ext cx="10894835" cy="6452687"/>
          </a:xfrm>
          <a:prstGeom prst="rect">
            <a:avLst/>
          </a:prstGeom>
        </p:spPr>
      </p:pic>
      <p:pic>
        <p:nvPicPr>
          <p:cNvPr id="9" name="Picture 8" descr="A graph showing a line graph&#10;&#10;AI-generated content may be incorrect.">
            <a:extLst>
              <a:ext uri="{FF2B5EF4-FFF2-40B4-BE49-F238E27FC236}">
                <a16:creationId xmlns:a16="http://schemas.microsoft.com/office/drawing/2014/main" id="{465EDBD2-A396-3941-D368-0ED0BB0CD85E}"/>
              </a:ext>
            </a:extLst>
          </p:cNvPr>
          <p:cNvPicPr>
            <a:picLocks noChangeAspect="1"/>
          </p:cNvPicPr>
          <p:nvPr/>
        </p:nvPicPr>
        <p:blipFill>
          <a:blip r:embed="rId4"/>
          <a:stretch>
            <a:fillRect/>
          </a:stretch>
        </p:blipFill>
        <p:spPr>
          <a:xfrm>
            <a:off x="12580521" y="6881709"/>
            <a:ext cx="9747851" cy="6056397"/>
          </a:xfrm>
          <a:prstGeom prst="rect">
            <a:avLst/>
          </a:prstGeom>
        </p:spPr>
      </p:pic>
      <p:sp>
        <p:nvSpPr>
          <p:cNvPr id="2" name="Rectangle 1">
            <a:extLst>
              <a:ext uri="{FF2B5EF4-FFF2-40B4-BE49-F238E27FC236}">
                <a16:creationId xmlns:a16="http://schemas.microsoft.com/office/drawing/2014/main" id="{A803C329-D11A-874D-CE46-C8BA979AC1BF}"/>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cxnSp>
        <p:nvCxnSpPr>
          <p:cNvPr id="3" name="Straight Connector 2">
            <a:extLst>
              <a:ext uri="{FF2B5EF4-FFF2-40B4-BE49-F238E27FC236}">
                <a16:creationId xmlns:a16="http://schemas.microsoft.com/office/drawing/2014/main" id="{8538D2BD-7F0F-08A5-1F27-9D8ED6673C7B}"/>
              </a:ext>
            </a:extLst>
          </p:cNvPr>
          <p:cNvCxnSpPr>
            <a:cxnSpLocks/>
          </p:cNvCxnSpPr>
          <p:nvPr/>
        </p:nvCxnSpPr>
        <p:spPr>
          <a:xfrm>
            <a:off x="12188825" y="6881709"/>
            <a:ext cx="10643466" cy="0"/>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186A4F-0E8E-1948-0274-8DF150033A64}"/>
              </a:ext>
            </a:extLst>
          </p:cNvPr>
          <p:cNvCxnSpPr>
            <a:cxnSpLocks/>
          </p:cNvCxnSpPr>
          <p:nvPr/>
        </p:nvCxnSpPr>
        <p:spPr>
          <a:xfrm flipV="1">
            <a:off x="12188825" y="660606"/>
            <a:ext cx="0" cy="12272501"/>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20392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A6D3361-DC5C-AC8E-23F7-CEF3BD5061A8}"/>
              </a:ext>
            </a:extLst>
          </p:cNvPr>
          <p:cNvSpPr>
            <a:spLocks noGrp="1"/>
          </p:cNvSpPr>
          <p:nvPr>
            <p:ph type="title"/>
          </p:nvPr>
        </p:nvSpPr>
        <p:spPr>
          <a:xfrm>
            <a:off x="682626" y="2121408"/>
            <a:ext cx="11346036" cy="1169989"/>
          </a:xfrm>
        </p:spPr>
        <p:txBody>
          <a:bodyPr/>
          <a:lstStyle/>
          <a:p>
            <a:r>
              <a:rPr lang="en-US" sz="4800">
                <a:latin typeface="Everyday Sans Medium"/>
              </a:rPr>
              <a:t>Exploring Seasonality</a:t>
            </a:r>
          </a:p>
        </p:txBody>
      </p:sp>
      <p:sp>
        <p:nvSpPr>
          <p:cNvPr id="15" name="Content Placeholder 14">
            <a:extLst>
              <a:ext uri="{FF2B5EF4-FFF2-40B4-BE49-F238E27FC236}">
                <a16:creationId xmlns:a16="http://schemas.microsoft.com/office/drawing/2014/main" id="{4DACC135-C9F7-565C-8BF0-D5571C234422}"/>
              </a:ext>
            </a:extLst>
          </p:cNvPr>
          <p:cNvSpPr>
            <a:spLocks noGrp="1"/>
          </p:cNvSpPr>
          <p:nvPr>
            <p:ph sz="half" idx="2"/>
          </p:nvPr>
        </p:nvSpPr>
        <p:spPr>
          <a:xfrm>
            <a:off x="682625" y="3525790"/>
            <a:ext cx="12576174" cy="3038736"/>
          </a:xfrm>
        </p:spPr>
        <p:txBody>
          <a:bodyPr/>
          <a:lstStyle/>
          <a:p>
            <a:pPr marL="457200" indent="-457200">
              <a:lnSpc>
                <a:spcPct val="100000"/>
              </a:lnSpc>
              <a:spcAft>
                <a:spcPts val="1200"/>
              </a:spcAft>
              <a:buFont typeface="Arial" panose="020B0604020202020204" pitchFamily="34" charset="0"/>
              <a:buChar char="•"/>
            </a:pPr>
            <a:r>
              <a:rPr lang="en-US" sz="4000"/>
              <a:t>The existing “seasonal” grouping does not reflect true subcategory behavior</a:t>
            </a:r>
          </a:p>
          <a:p>
            <a:pPr marL="457200" indent="-457200">
              <a:lnSpc>
                <a:spcPct val="100000"/>
              </a:lnSpc>
              <a:spcAft>
                <a:spcPts val="1200"/>
              </a:spcAft>
              <a:buFont typeface="Arial" panose="020B0604020202020204" pitchFamily="34" charset="0"/>
              <a:buChar char="•"/>
            </a:pPr>
            <a:r>
              <a:rPr lang="en-US" sz="4000"/>
              <a:t>These insights motivated a data-driven classification to distinguish seasonal vs. year-round categories</a:t>
            </a:r>
          </a:p>
        </p:txBody>
      </p:sp>
      <p:sp>
        <p:nvSpPr>
          <p:cNvPr id="7" name="Footer Placeholder 6">
            <a:extLst>
              <a:ext uri="{FF2B5EF4-FFF2-40B4-BE49-F238E27FC236}">
                <a16:creationId xmlns:a16="http://schemas.microsoft.com/office/drawing/2014/main" id="{A68655D9-27F3-7DDE-E6EC-AFFDBF194D85}"/>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8" name="Slide Number Placeholder 7">
            <a:extLst>
              <a:ext uri="{FF2B5EF4-FFF2-40B4-BE49-F238E27FC236}">
                <a16:creationId xmlns:a16="http://schemas.microsoft.com/office/drawing/2014/main" id="{3A4AA1DD-3EEC-01F8-A55F-AC98E7C942BF}"/>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13</a:t>
            </a:fld>
            <a:endParaRPr lang="en-US"/>
          </a:p>
        </p:txBody>
      </p:sp>
      <p:sp>
        <p:nvSpPr>
          <p:cNvPr id="2" name="Rectangle 1">
            <a:extLst>
              <a:ext uri="{FF2B5EF4-FFF2-40B4-BE49-F238E27FC236}">
                <a16:creationId xmlns:a16="http://schemas.microsoft.com/office/drawing/2014/main" id="{F770A683-2968-E764-D116-247B5F48772A}"/>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grpSp>
        <p:nvGrpSpPr>
          <p:cNvPr id="33" name="Group 32">
            <a:extLst>
              <a:ext uri="{FF2B5EF4-FFF2-40B4-BE49-F238E27FC236}">
                <a16:creationId xmlns:a16="http://schemas.microsoft.com/office/drawing/2014/main" id="{1DAF9372-17EF-50FB-3EF8-1FF7F768DCF8}"/>
              </a:ext>
            </a:extLst>
          </p:cNvPr>
          <p:cNvGrpSpPr/>
          <p:nvPr/>
        </p:nvGrpSpPr>
        <p:grpSpPr>
          <a:xfrm>
            <a:off x="682625" y="7633055"/>
            <a:ext cx="12250294" cy="4805112"/>
            <a:chOff x="914399" y="6789480"/>
            <a:chExt cx="12250294" cy="4805112"/>
          </a:xfrm>
        </p:grpSpPr>
        <p:grpSp>
          <p:nvGrpSpPr>
            <p:cNvPr id="28" name="Group 27">
              <a:extLst>
                <a:ext uri="{FF2B5EF4-FFF2-40B4-BE49-F238E27FC236}">
                  <a16:creationId xmlns:a16="http://schemas.microsoft.com/office/drawing/2014/main" id="{4E42923A-3B1B-0D6A-7D61-3CC9D1BF930A}"/>
                </a:ext>
              </a:extLst>
            </p:cNvPr>
            <p:cNvGrpSpPr/>
            <p:nvPr/>
          </p:nvGrpSpPr>
          <p:grpSpPr>
            <a:xfrm>
              <a:off x="914399" y="6789480"/>
              <a:ext cx="12250294" cy="4805112"/>
              <a:chOff x="992461" y="6657788"/>
              <a:chExt cx="12250294" cy="4805112"/>
            </a:xfrm>
          </p:grpSpPr>
          <p:grpSp>
            <p:nvGrpSpPr>
              <p:cNvPr id="26" name="Group 25">
                <a:extLst>
                  <a:ext uri="{FF2B5EF4-FFF2-40B4-BE49-F238E27FC236}">
                    <a16:creationId xmlns:a16="http://schemas.microsoft.com/office/drawing/2014/main" id="{8440694A-CFD7-3CCC-764D-9DD33872C327}"/>
                  </a:ext>
                </a:extLst>
              </p:cNvPr>
              <p:cNvGrpSpPr/>
              <p:nvPr/>
            </p:nvGrpSpPr>
            <p:grpSpPr>
              <a:xfrm>
                <a:off x="992461" y="6657788"/>
                <a:ext cx="10406867" cy="4805112"/>
                <a:chOff x="865460" y="7367871"/>
                <a:chExt cx="10406867" cy="4805112"/>
              </a:xfrm>
            </p:grpSpPr>
            <p:sp>
              <p:nvSpPr>
                <p:cNvPr id="22" name="TextBox 21">
                  <a:extLst>
                    <a:ext uri="{FF2B5EF4-FFF2-40B4-BE49-F238E27FC236}">
                      <a16:creationId xmlns:a16="http://schemas.microsoft.com/office/drawing/2014/main" id="{579FFEDE-7680-1569-D2B7-FB23B2F7E1AD}"/>
                    </a:ext>
                  </a:extLst>
                </p:cNvPr>
                <p:cNvSpPr txBox="1"/>
                <p:nvPr/>
              </p:nvSpPr>
              <p:spPr>
                <a:xfrm>
                  <a:off x="2395177" y="7367871"/>
                  <a:ext cx="8877150" cy="578167"/>
                </a:xfrm>
                <a:prstGeom prst="rect">
                  <a:avLst/>
                </a:prstGeom>
                <a:noFill/>
              </p:spPr>
              <p:txBody>
                <a:bodyPr wrap="square" lIns="0" tIns="0" rIns="0" bIns="0" rtlCol="0">
                  <a:noAutofit/>
                </a:bodyPr>
                <a:lstStyle/>
                <a:p>
                  <a:pPr algn="l"/>
                  <a:r>
                    <a:rPr lang="en-US" sz="2800" b="1">
                      <a:solidFill>
                        <a:schemeClr val="accent1"/>
                      </a:solidFill>
                    </a:rPr>
                    <a:t>Percent of Total Subcategories in ‘Seasonal’ Group vs Other</a:t>
                  </a:r>
                </a:p>
              </p:txBody>
            </p:sp>
            <p:sp>
              <p:nvSpPr>
                <p:cNvPr id="23" name="TextBox 22">
                  <a:extLst>
                    <a:ext uri="{FF2B5EF4-FFF2-40B4-BE49-F238E27FC236}">
                      <a16:creationId xmlns:a16="http://schemas.microsoft.com/office/drawing/2014/main" id="{D1C2C06E-6C5C-525E-C107-5C898638C412}"/>
                    </a:ext>
                  </a:extLst>
                </p:cNvPr>
                <p:cNvSpPr txBox="1"/>
                <p:nvPr/>
              </p:nvSpPr>
              <p:spPr>
                <a:xfrm>
                  <a:off x="865460" y="9072809"/>
                  <a:ext cx="1455519" cy="457200"/>
                </a:xfrm>
                <a:prstGeom prst="rect">
                  <a:avLst/>
                </a:prstGeom>
                <a:noFill/>
              </p:spPr>
              <p:txBody>
                <a:bodyPr wrap="square" lIns="0" tIns="0" rIns="0" bIns="0" rtlCol="0">
                  <a:noAutofit/>
                </a:bodyPr>
                <a:lstStyle/>
                <a:p>
                  <a:pPr algn="r"/>
                  <a:r>
                    <a:rPr lang="en-US" sz="2800" b="1">
                      <a:solidFill>
                        <a:schemeClr val="accent1"/>
                      </a:solidFill>
                    </a:rPr>
                    <a:t>Women’s</a:t>
                  </a:r>
                </a:p>
              </p:txBody>
            </p:sp>
            <p:sp>
              <p:nvSpPr>
                <p:cNvPr id="24" name="TextBox 23">
                  <a:extLst>
                    <a:ext uri="{FF2B5EF4-FFF2-40B4-BE49-F238E27FC236}">
                      <a16:creationId xmlns:a16="http://schemas.microsoft.com/office/drawing/2014/main" id="{A1770467-73A1-7415-579E-16E43FCAB269}"/>
                    </a:ext>
                  </a:extLst>
                </p:cNvPr>
                <p:cNvSpPr txBox="1"/>
                <p:nvPr/>
              </p:nvSpPr>
              <p:spPr>
                <a:xfrm>
                  <a:off x="1254235" y="10260395"/>
                  <a:ext cx="1066745" cy="465190"/>
                </a:xfrm>
                <a:prstGeom prst="rect">
                  <a:avLst/>
                </a:prstGeom>
                <a:noFill/>
              </p:spPr>
              <p:txBody>
                <a:bodyPr wrap="square" lIns="0" tIns="0" rIns="0" bIns="0" rtlCol="0">
                  <a:noAutofit/>
                </a:bodyPr>
                <a:lstStyle/>
                <a:p>
                  <a:pPr algn="r"/>
                  <a:r>
                    <a:rPr lang="en-US" sz="2800" b="1">
                      <a:solidFill>
                        <a:schemeClr val="accent1"/>
                      </a:solidFill>
                    </a:rPr>
                    <a:t>Men’s</a:t>
                  </a:r>
                </a:p>
              </p:txBody>
            </p:sp>
            <p:sp>
              <p:nvSpPr>
                <p:cNvPr id="25" name="TextBox 24">
                  <a:extLst>
                    <a:ext uri="{FF2B5EF4-FFF2-40B4-BE49-F238E27FC236}">
                      <a16:creationId xmlns:a16="http://schemas.microsoft.com/office/drawing/2014/main" id="{6819DCF6-106B-D8FD-615A-33E41B41DC7F}"/>
                    </a:ext>
                  </a:extLst>
                </p:cNvPr>
                <p:cNvSpPr txBox="1"/>
                <p:nvPr/>
              </p:nvSpPr>
              <p:spPr>
                <a:xfrm>
                  <a:off x="5843598" y="11715783"/>
                  <a:ext cx="1209199" cy="457200"/>
                </a:xfrm>
                <a:prstGeom prst="rect">
                  <a:avLst/>
                </a:prstGeom>
                <a:noFill/>
              </p:spPr>
              <p:txBody>
                <a:bodyPr wrap="square" lIns="0" tIns="0" rIns="0" bIns="0" rtlCol="0">
                  <a:noAutofit/>
                </a:bodyPr>
                <a:lstStyle/>
                <a:p>
                  <a:pPr algn="ctr"/>
                  <a:r>
                    <a:rPr lang="en-US" sz="2000" b="1">
                      <a:solidFill>
                        <a:schemeClr val="accent1"/>
                      </a:solidFill>
                    </a:rPr>
                    <a:t>Percent</a:t>
                  </a:r>
                </a:p>
              </p:txBody>
            </p:sp>
          </p:grpSp>
          <p:pic>
            <p:nvPicPr>
              <p:cNvPr id="12" name="Picture 11" descr="A graph with numbers and text&#10;&#10;Description automatically generated with medium confidence">
                <a:extLst>
                  <a:ext uri="{FF2B5EF4-FFF2-40B4-BE49-F238E27FC236}">
                    <a16:creationId xmlns:a16="http://schemas.microsoft.com/office/drawing/2014/main" id="{33A29354-4A40-AECE-8166-8A8982E26D84}"/>
                  </a:ext>
                </a:extLst>
              </p:cNvPr>
              <p:cNvPicPr>
                <a:picLocks noChangeAspect="1"/>
              </p:cNvPicPr>
              <p:nvPr/>
            </p:nvPicPr>
            <p:blipFill rotWithShape="1">
              <a:blip r:embed="rId4"/>
              <a:srcRect l="12128" t="12871" r="1825" b="11644"/>
              <a:stretch/>
            </p:blipFill>
            <p:spPr>
              <a:xfrm>
                <a:off x="2522178" y="7759637"/>
                <a:ext cx="10720577" cy="3134898"/>
              </a:xfrm>
              <a:prstGeom prst="rect">
                <a:avLst/>
              </a:prstGeom>
            </p:spPr>
          </p:pic>
        </p:grpSp>
        <p:sp>
          <p:nvSpPr>
            <p:cNvPr id="29" name="TextBox 28">
              <a:extLst>
                <a:ext uri="{FF2B5EF4-FFF2-40B4-BE49-F238E27FC236}">
                  <a16:creationId xmlns:a16="http://schemas.microsoft.com/office/drawing/2014/main" id="{83354AAA-466D-E060-734B-0A03BA9F94FD}"/>
                </a:ext>
              </a:extLst>
            </p:cNvPr>
            <p:cNvSpPr txBox="1"/>
            <p:nvPr/>
          </p:nvSpPr>
          <p:spPr>
            <a:xfrm>
              <a:off x="2444116" y="7340405"/>
              <a:ext cx="9354880" cy="578167"/>
            </a:xfrm>
            <a:prstGeom prst="rect">
              <a:avLst/>
            </a:prstGeom>
            <a:noFill/>
          </p:spPr>
          <p:txBody>
            <a:bodyPr wrap="square" lIns="0" tIns="0" rIns="0" bIns="0" rtlCol="0">
              <a:noAutofit/>
            </a:bodyPr>
            <a:lstStyle/>
            <a:p>
              <a:r>
                <a:rPr lang="en-US" sz="2400" b="1">
                  <a:solidFill>
                    <a:schemeClr val="accent1"/>
                  </a:solidFill>
                </a:rPr>
                <a:t>Takeaway: </a:t>
              </a:r>
              <a:r>
                <a:rPr lang="en-US" sz="2400">
                  <a:solidFill>
                    <a:schemeClr val="accent1"/>
                  </a:solidFill>
                </a:rPr>
                <a:t>Very few subcategories fall into the “seasonal” category group</a:t>
              </a:r>
            </a:p>
          </p:txBody>
        </p:sp>
      </p:grpSp>
      <p:grpSp>
        <p:nvGrpSpPr>
          <p:cNvPr id="35" name="Group 34">
            <a:extLst>
              <a:ext uri="{FF2B5EF4-FFF2-40B4-BE49-F238E27FC236}">
                <a16:creationId xmlns:a16="http://schemas.microsoft.com/office/drawing/2014/main" id="{FC6AA497-5C83-06A6-144D-9B376D7D3F86}"/>
              </a:ext>
            </a:extLst>
          </p:cNvPr>
          <p:cNvGrpSpPr/>
          <p:nvPr/>
        </p:nvGrpSpPr>
        <p:grpSpPr>
          <a:xfrm>
            <a:off x="13884003" y="645999"/>
            <a:ext cx="9150081" cy="12744308"/>
            <a:chOff x="14036403" y="272376"/>
            <a:chExt cx="9150081" cy="12744308"/>
          </a:xfrm>
        </p:grpSpPr>
        <p:grpSp>
          <p:nvGrpSpPr>
            <p:cNvPr id="34" name="Group 33">
              <a:extLst>
                <a:ext uri="{FF2B5EF4-FFF2-40B4-BE49-F238E27FC236}">
                  <a16:creationId xmlns:a16="http://schemas.microsoft.com/office/drawing/2014/main" id="{3E95F222-FF09-4CCD-8512-CB1441B40869}"/>
                </a:ext>
              </a:extLst>
            </p:cNvPr>
            <p:cNvGrpSpPr/>
            <p:nvPr/>
          </p:nvGrpSpPr>
          <p:grpSpPr>
            <a:xfrm>
              <a:off x="14036403" y="272376"/>
              <a:ext cx="8949190" cy="12744308"/>
              <a:chOff x="14036403" y="272376"/>
              <a:chExt cx="8949190" cy="12744308"/>
            </a:xfrm>
          </p:grpSpPr>
          <p:pic>
            <p:nvPicPr>
              <p:cNvPr id="10" name="Picture 9" descr="A graph of blue bars&#10;&#10;Description automatically generated">
                <a:extLst>
                  <a:ext uri="{FF2B5EF4-FFF2-40B4-BE49-F238E27FC236}">
                    <a16:creationId xmlns:a16="http://schemas.microsoft.com/office/drawing/2014/main" id="{0D2D60CB-4478-05AB-6B6A-33BE39AB16C9}"/>
                  </a:ext>
                </a:extLst>
              </p:cNvPr>
              <p:cNvPicPr>
                <a:picLocks noChangeAspect="1"/>
              </p:cNvPicPr>
              <p:nvPr/>
            </p:nvPicPr>
            <p:blipFill rotWithShape="1">
              <a:blip r:embed="rId5">
                <a:clrChange>
                  <a:clrFrom>
                    <a:srgbClr val="FFFFFF"/>
                  </a:clrFrom>
                  <a:clrTo>
                    <a:srgbClr val="FFFFFF">
                      <a:alpha val="0"/>
                    </a:srgbClr>
                  </a:clrTo>
                </a:clrChange>
              </a:blip>
              <a:srcRect l="4016" t="6695" b="6569"/>
              <a:stretch/>
            </p:blipFill>
            <p:spPr>
              <a:xfrm>
                <a:off x="14431265" y="7232054"/>
                <a:ext cx="8554328" cy="5153397"/>
              </a:xfrm>
              <a:prstGeom prst="rect">
                <a:avLst/>
              </a:prstGeom>
            </p:spPr>
          </p:pic>
          <p:pic>
            <p:nvPicPr>
              <p:cNvPr id="4" name="Picture 3" descr="A graph of blue bars&#10;&#10;Description automatically generated">
                <a:extLst>
                  <a:ext uri="{FF2B5EF4-FFF2-40B4-BE49-F238E27FC236}">
                    <a16:creationId xmlns:a16="http://schemas.microsoft.com/office/drawing/2014/main" id="{E7958E00-2738-448A-0EFC-FDF9739351BC}"/>
                  </a:ext>
                </a:extLst>
              </p:cNvPr>
              <p:cNvPicPr>
                <a:picLocks noChangeAspect="1"/>
              </p:cNvPicPr>
              <p:nvPr/>
            </p:nvPicPr>
            <p:blipFill rotWithShape="1">
              <a:blip r:embed="rId6">
                <a:clrChange>
                  <a:clrFrom>
                    <a:srgbClr val="FFFFFF"/>
                  </a:clrFrom>
                  <a:clrTo>
                    <a:srgbClr val="FFFFFF">
                      <a:alpha val="0"/>
                    </a:srgbClr>
                  </a:clrTo>
                </a:clrChange>
              </a:blip>
              <a:srcRect l="4282" t="6878" b="6478"/>
              <a:stretch/>
            </p:blipFill>
            <p:spPr>
              <a:xfrm>
                <a:off x="14431265" y="1322124"/>
                <a:ext cx="8554328" cy="5162253"/>
              </a:xfrm>
              <a:prstGeom prst="rect">
                <a:avLst/>
              </a:prstGeom>
            </p:spPr>
          </p:pic>
          <p:grpSp>
            <p:nvGrpSpPr>
              <p:cNvPr id="27" name="Group 26">
                <a:extLst>
                  <a:ext uri="{FF2B5EF4-FFF2-40B4-BE49-F238E27FC236}">
                    <a16:creationId xmlns:a16="http://schemas.microsoft.com/office/drawing/2014/main" id="{9CE4A19F-829C-986E-FD9F-5D0E7BE032E9}"/>
                  </a:ext>
                </a:extLst>
              </p:cNvPr>
              <p:cNvGrpSpPr/>
              <p:nvPr/>
            </p:nvGrpSpPr>
            <p:grpSpPr>
              <a:xfrm>
                <a:off x="14036403" y="272376"/>
                <a:ext cx="8351111" cy="12744308"/>
                <a:chOff x="14354604" y="236107"/>
                <a:chExt cx="8351111" cy="12744308"/>
              </a:xfrm>
            </p:grpSpPr>
            <p:sp>
              <p:nvSpPr>
                <p:cNvPr id="16" name="TextBox 15">
                  <a:extLst>
                    <a:ext uri="{FF2B5EF4-FFF2-40B4-BE49-F238E27FC236}">
                      <a16:creationId xmlns:a16="http://schemas.microsoft.com/office/drawing/2014/main" id="{A2DAD0B0-2AF3-5C73-CCC5-185AA7389FA8}"/>
                    </a:ext>
                  </a:extLst>
                </p:cNvPr>
                <p:cNvSpPr txBox="1"/>
                <p:nvPr/>
              </p:nvSpPr>
              <p:spPr>
                <a:xfrm>
                  <a:off x="15347545" y="236107"/>
                  <a:ext cx="7358170" cy="530130"/>
                </a:xfrm>
                <a:prstGeom prst="rect">
                  <a:avLst/>
                </a:prstGeom>
                <a:noFill/>
              </p:spPr>
              <p:txBody>
                <a:bodyPr wrap="square" lIns="0" tIns="0" rIns="0" bIns="0" rtlCol="0">
                  <a:noAutofit/>
                </a:bodyPr>
                <a:lstStyle/>
                <a:p>
                  <a:pPr algn="l"/>
                  <a:r>
                    <a:rPr lang="en-US" sz="2800" b="1">
                      <a:solidFill>
                        <a:schemeClr val="accent1"/>
                      </a:solidFill>
                    </a:rPr>
                    <a:t>Distribution of Presence by Subcategory per Store</a:t>
                  </a:r>
                </a:p>
              </p:txBody>
            </p:sp>
            <p:sp>
              <p:nvSpPr>
                <p:cNvPr id="17" name="TextBox 16">
                  <a:extLst>
                    <a:ext uri="{FF2B5EF4-FFF2-40B4-BE49-F238E27FC236}">
                      <a16:creationId xmlns:a16="http://schemas.microsoft.com/office/drawing/2014/main" id="{95905E12-581C-4F19-D0A7-AE0B3681E0CB}"/>
                    </a:ext>
                  </a:extLst>
                </p:cNvPr>
                <p:cNvSpPr txBox="1"/>
                <p:nvPr/>
              </p:nvSpPr>
              <p:spPr>
                <a:xfrm>
                  <a:off x="15881210" y="12523215"/>
                  <a:ext cx="6290840" cy="457200"/>
                </a:xfrm>
                <a:prstGeom prst="rect">
                  <a:avLst/>
                </a:prstGeom>
                <a:noFill/>
              </p:spPr>
              <p:txBody>
                <a:bodyPr wrap="square" lIns="0" tIns="0" rIns="0" bIns="0" rtlCol="0">
                  <a:noAutofit/>
                </a:bodyPr>
                <a:lstStyle/>
                <a:p>
                  <a:pPr algn="ctr"/>
                  <a:r>
                    <a:rPr lang="en-US" sz="2000" b="1">
                      <a:solidFill>
                        <a:schemeClr val="accent1"/>
                      </a:solidFill>
                    </a:rPr>
                    <a:t>Proportion of Weeks Active (Active Weeks / Total Weeks)</a:t>
                  </a:r>
                </a:p>
              </p:txBody>
            </p:sp>
            <p:sp>
              <p:nvSpPr>
                <p:cNvPr id="19" name="TextBox 18">
                  <a:extLst>
                    <a:ext uri="{FF2B5EF4-FFF2-40B4-BE49-F238E27FC236}">
                      <a16:creationId xmlns:a16="http://schemas.microsoft.com/office/drawing/2014/main" id="{235A373B-1551-9F9C-1DF0-5F3F64D6264F}"/>
                    </a:ext>
                  </a:extLst>
                </p:cNvPr>
                <p:cNvSpPr txBox="1"/>
                <p:nvPr/>
              </p:nvSpPr>
              <p:spPr>
                <a:xfrm>
                  <a:off x="15477266" y="1270613"/>
                  <a:ext cx="1017004" cy="530130"/>
                </a:xfrm>
                <a:prstGeom prst="rect">
                  <a:avLst/>
                </a:prstGeom>
                <a:noFill/>
              </p:spPr>
              <p:txBody>
                <a:bodyPr wrap="square" lIns="0" tIns="0" rIns="0" bIns="0" rtlCol="0">
                  <a:noAutofit/>
                </a:bodyPr>
                <a:lstStyle/>
                <a:p>
                  <a:pPr algn="l"/>
                  <a:r>
                    <a:rPr lang="en-US" sz="2800" b="1">
                      <a:solidFill>
                        <a:schemeClr val="accent1"/>
                      </a:solidFill>
                    </a:rPr>
                    <a:t>Men’s</a:t>
                  </a:r>
                </a:p>
              </p:txBody>
            </p:sp>
            <p:sp>
              <p:nvSpPr>
                <p:cNvPr id="20" name="TextBox 19">
                  <a:extLst>
                    <a:ext uri="{FF2B5EF4-FFF2-40B4-BE49-F238E27FC236}">
                      <a16:creationId xmlns:a16="http://schemas.microsoft.com/office/drawing/2014/main" id="{CDB8FE63-BA54-A8F9-EED6-8CB7DA16A957}"/>
                    </a:ext>
                  </a:extLst>
                </p:cNvPr>
                <p:cNvSpPr txBox="1"/>
                <p:nvPr/>
              </p:nvSpPr>
              <p:spPr>
                <a:xfrm>
                  <a:off x="15548180" y="7195785"/>
                  <a:ext cx="1465030" cy="541898"/>
                </a:xfrm>
                <a:prstGeom prst="rect">
                  <a:avLst/>
                </a:prstGeom>
                <a:noFill/>
              </p:spPr>
              <p:txBody>
                <a:bodyPr wrap="square" lIns="0" tIns="0" rIns="0" bIns="0" rtlCol="0">
                  <a:noAutofit/>
                </a:bodyPr>
                <a:lstStyle/>
                <a:p>
                  <a:pPr algn="l"/>
                  <a:r>
                    <a:rPr lang="en-US" sz="2800" b="1">
                      <a:solidFill>
                        <a:schemeClr val="accent1"/>
                      </a:solidFill>
                    </a:rPr>
                    <a:t>Women’s</a:t>
                  </a:r>
                </a:p>
              </p:txBody>
            </p:sp>
            <p:sp>
              <p:nvSpPr>
                <p:cNvPr id="21" name="TextBox 20">
                  <a:extLst>
                    <a:ext uri="{FF2B5EF4-FFF2-40B4-BE49-F238E27FC236}">
                      <a16:creationId xmlns:a16="http://schemas.microsoft.com/office/drawing/2014/main" id="{0FC0A0EB-28F5-1B9A-C11D-32E9D6BAFF1E}"/>
                    </a:ext>
                  </a:extLst>
                </p:cNvPr>
                <p:cNvSpPr txBox="1"/>
                <p:nvPr/>
              </p:nvSpPr>
              <p:spPr>
                <a:xfrm rot="16200000">
                  <a:off x="13194251" y="9588612"/>
                  <a:ext cx="2688445" cy="367740"/>
                </a:xfrm>
                <a:prstGeom prst="rect">
                  <a:avLst/>
                </a:prstGeom>
                <a:noFill/>
              </p:spPr>
              <p:txBody>
                <a:bodyPr wrap="square" lIns="0" tIns="0" rIns="0" bIns="0" rtlCol="0">
                  <a:noAutofit/>
                </a:bodyPr>
                <a:lstStyle/>
                <a:p>
                  <a:pPr algn="ctr"/>
                  <a:r>
                    <a:rPr lang="en-US" sz="2000" b="1">
                      <a:solidFill>
                        <a:schemeClr val="accent1"/>
                      </a:solidFill>
                    </a:rPr>
                    <a:t>Count of Subcategories</a:t>
                  </a:r>
                </a:p>
              </p:txBody>
            </p:sp>
          </p:grpSp>
        </p:grpSp>
        <p:sp>
          <p:nvSpPr>
            <p:cNvPr id="31" name="TextBox 30">
              <a:extLst>
                <a:ext uri="{FF2B5EF4-FFF2-40B4-BE49-F238E27FC236}">
                  <a16:creationId xmlns:a16="http://schemas.microsoft.com/office/drawing/2014/main" id="{A23E4918-333E-D8C3-2E14-6BF550E49588}"/>
                </a:ext>
              </a:extLst>
            </p:cNvPr>
            <p:cNvSpPr txBox="1"/>
            <p:nvPr/>
          </p:nvSpPr>
          <p:spPr>
            <a:xfrm>
              <a:off x="15029343" y="743573"/>
              <a:ext cx="8157141" cy="530131"/>
            </a:xfrm>
            <a:prstGeom prst="rect">
              <a:avLst/>
            </a:prstGeom>
            <a:noFill/>
          </p:spPr>
          <p:txBody>
            <a:bodyPr wrap="square" lIns="0" tIns="0" rIns="0" bIns="0" rtlCol="0">
              <a:noAutofit/>
            </a:bodyPr>
            <a:lstStyle/>
            <a:p>
              <a:r>
                <a:rPr lang="en-US" sz="2400" b="1">
                  <a:solidFill>
                    <a:schemeClr val="accent1"/>
                  </a:solidFill>
                </a:rPr>
                <a:t>Takeaway: </a:t>
              </a:r>
              <a:r>
                <a:rPr lang="en-US" sz="2400">
                  <a:solidFill>
                    <a:schemeClr val="accent1"/>
                  </a:solidFill>
                </a:rPr>
                <a:t>Subcategory presence varies widely across stores</a:t>
              </a:r>
            </a:p>
          </p:txBody>
        </p:sp>
      </p:grpSp>
      <p:cxnSp>
        <p:nvCxnSpPr>
          <p:cNvPr id="5" name="Straight Connector 4">
            <a:extLst>
              <a:ext uri="{FF2B5EF4-FFF2-40B4-BE49-F238E27FC236}">
                <a16:creationId xmlns:a16="http://schemas.microsoft.com/office/drawing/2014/main" id="{F3A44ECE-AEA0-1710-4D69-AB7434578E3F}"/>
              </a:ext>
            </a:extLst>
          </p:cNvPr>
          <p:cNvCxnSpPr>
            <a:cxnSpLocks/>
          </p:cNvCxnSpPr>
          <p:nvPr/>
        </p:nvCxnSpPr>
        <p:spPr>
          <a:xfrm>
            <a:off x="682625" y="7138115"/>
            <a:ext cx="12798934" cy="0"/>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60CDD67-AD2E-6743-03FC-1B2C0639E1F4}"/>
              </a:ext>
            </a:extLst>
          </p:cNvPr>
          <p:cNvCxnSpPr>
            <a:cxnSpLocks/>
          </p:cNvCxnSpPr>
          <p:nvPr/>
        </p:nvCxnSpPr>
        <p:spPr>
          <a:xfrm flipV="1">
            <a:off x="13481559" y="432006"/>
            <a:ext cx="0" cy="12958301"/>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7636483"/>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A6D3361-DC5C-AC8E-23F7-CEF3BD5061A8}"/>
              </a:ext>
            </a:extLst>
          </p:cNvPr>
          <p:cNvSpPr>
            <a:spLocks noGrp="1"/>
          </p:cNvSpPr>
          <p:nvPr>
            <p:ph type="title"/>
          </p:nvPr>
        </p:nvSpPr>
        <p:spPr>
          <a:xfrm>
            <a:off x="682626" y="2121408"/>
            <a:ext cx="12974380" cy="1169989"/>
          </a:xfrm>
        </p:spPr>
        <p:txBody>
          <a:bodyPr/>
          <a:lstStyle/>
          <a:p>
            <a:pPr>
              <a:lnSpc>
                <a:spcPct val="100000"/>
              </a:lnSpc>
            </a:pPr>
            <a:r>
              <a:rPr lang="en-US" sz="4800">
                <a:latin typeface="Everyday Sans Medium"/>
              </a:rPr>
              <a:t>Men’s Departments: </a:t>
            </a:r>
            <a:br>
              <a:rPr lang="en-US" sz="4800">
                <a:latin typeface="Everyday Sans Medium"/>
              </a:rPr>
            </a:br>
            <a:r>
              <a:rPr lang="en-US" sz="4800">
                <a:latin typeface="Everyday Sans Medium"/>
              </a:rPr>
              <a:t>Stable and Uniform Space Allocation</a:t>
            </a:r>
            <a:endParaRPr lang="en-US" sz="4800"/>
          </a:p>
        </p:txBody>
      </p:sp>
      <p:sp>
        <p:nvSpPr>
          <p:cNvPr id="15" name="Content Placeholder 14">
            <a:extLst>
              <a:ext uri="{FF2B5EF4-FFF2-40B4-BE49-F238E27FC236}">
                <a16:creationId xmlns:a16="http://schemas.microsoft.com/office/drawing/2014/main" id="{4DACC135-C9F7-565C-8BF0-D5571C234422}"/>
              </a:ext>
            </a:extLst>
          </p:cNvPr>
          <p:cNvSpPr>
            <a:spLocks noGrp="1"/>
          </p:cNvSpPr>
          <p:nvPr>
            <p:ph sz="half" idx="2"/>
          </p:nvPr>
        </p:nvSpPr>
        <p:spPr>
          <a:xfrm>
            <a:off x="682625" y="4523599"/>
            <a:ext cx="11506200" cy="5041557"/>
          </a:xfrm>
        </p:spPr>
        <p:txBody>
          <a:bodyPr vert="horz" lIns="0" tIns="0" rIns="0" bIns="0" rtlCol="0" anchor="t">
            <a:noAutofit/>
          </a:bodyPr>
          <a:lstStyle/>
          <a:p>
            <a:pPr>
              <a:lnSpc>
                <a:spcPct val="100000"/>
              </a:lnSpc>
              <a:spcAft>
                <a:spcPts val="1200"/>
              </a:spcAft>
            </a:pPr>
            <a:r>
              <a:rPr lang="en-US" sz="4000" b="1"/>
              <a:t>Takeaway:</a:t>
            </a:r>
            <a:endParaRPr lang="en-US" sz="4000"/>
          </a:p>
          <a:p>
            <a:pPr marL="457200" indent="-457200">
              <a:lnSpc>
                <a:spcPct val="100000"/>
              </a:lnSpc>
              <a:spcAft>
                <a:spcPts val="1200"/>
              </a:spcAft>
              <a:buChar char="•"/>
            </a:pPr>
            <a:r>
              <a:rPr lang="en-US" sz="4000"/>
              <a:t>Fixture space is distributed across many subcategories</a:t>
            </a:r>
          </a:p>
          <a:p>
            <a:pPr marL="457200" indent="-457200">
              <a:lnSpc>
                <a:spcPct val="100000"/>
              </a:lnSpc>
              <a:spcAft>
                <a:spcPts val="1200"/>
              </a:spcAft>
              <a:buChar char="•"/>
            </a:pPr>
            <a:r>
              <a:rPr lang="en-US" sz="4000"/>
              <a:t>Allocation per subcategory is relatively small</a:t>
            </a:r>
          </a:p>
          <a:p>
            <a:pPr marL="457200" indent="-457200">
              <a:lnSpc>
                <a:spcPct val="100000"/>
              </a:lnSpc>
              <a:spcAft>
                <a:spcPts val="1200"/>
              </a:spcAft>
              <a:buChar char="•"/>
            </a:pPr>
            <a:r>
              <a:rPr lang="en-US" sz="4000"/>
              <a:t>Fixture usage is concentrated in wall-based fixtures</a:t>
            </a:r>
          </a:p>
          <a:p>
            <a:pPr marL="457200" indent="-457200">
              <a:lnSpc>
                <a:spcPct val="100000"/>
              </a:lnSpc>
              <a:buChar char="•"/>
            </a:pPr>
            <a:endParaRPr lang="en-US" sz="3200"/>
          </a:p>
        </p:txBody>
      </p:sp>
      <p:sp>
        <p:nvSpPr>
          <p:cNvPr id="7" name="Footer Placeholder 6">
            <a:extLst>
              <a:ext uri="{FF2B5EF4-FFF2-40B4-BE49-F238E27FC236}">
                <a16:creationId xmlns:a16="http://schemas.microsoft.com/office/drawing/2014/main" id="{A68655D9-27F3-7DDE-E6EC-AFFDBF194D85}"/>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8" name="Slide Number Placeholder 7">
            <a:extLst>
              <a:ext uri="{FF2B5EF4-FFF2-40B4-BE49-F238E27FC236}">
                <a16:creationId xmlns:a16="http://schemas.microsoft.com/office/drawing/2014/main" id="{3A4AA1DD-3EEC-01F8-A55F-AC98E7C942BF}"/>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14</a:t>
            </a:fld>
            <a:endParaRPr lang="en-US"/>
          </a:p>
        </p:txBody>
      </p:sp>
      <p:sp>
        <p:nvSpPr>
          <p:cNvPr id="2" name="Rectangle 1">
            <a:extLst>
              <a:ext uri="{FF2B5EF4-FFF2-40B4-BE49-F238E27FC236}">
                <a16:creationId xmlns:a16="http://schemas.microsoft.com/office/drawing/2014/main" id="{16AEE8ED-9C16-2328-2EFC-A32A5567FAF5}"/>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grpSp>
        <p:nvGrpSpPr>
          <p:cNvPr id="19" name="Group 18">
            <a:extLst>
              <a:ext uri="{FF2B5EF4-FFF2-40B4-BE49-F238E27FC236}">
                <a16:creationId xmlns:a16="http://schemas.microsoft.com/office/drawing/2014/main" id="{C5E0BB6A-C284-A040-574B-794D6743F9FF}"/>
              </a:ext>
            </a:extLst>
          </p:cNvPr>
          <p:cNvGrpSpPr/>
          <p:nvPr/>
        </p:nvGrpSpPr>
        <p:grpSpPr>
          <a:xfrm>
            <a:off x="13819656" y="432006"/>
            <a:ext cx="8832792" cy="6492783"/>
            <a:chOff x="13493112" y="802526"/>
            <a:chExt cx="8832792" cy="6492783"/>
          </a:xfrm>
        </p:grpSpPr>
        <p:grpSp>
          <p:nvGrpSpPr>
            <p:cNvPr id="17" name="Group 16">
              <a:extLst>
                <a:ext uri="{FF2B5EF4-FFF2-40B4-BE49-F238E27FC236}">
                  <a16:creationId xmlns:a16="http://schemas.microsoft.com/office/drawing/2014/main" id="{359C1AC5-EEA9-B13E-AFD5-3EAFDBF3EC45}"/>
                </a:ext>
              </a:extLst>
            </p:cNvPr>
            <p:cNvGrpSpPr/>
            <p:nvPr/>
          </p:nvGrpSpPr>
          <p:grpSpPr>
            <a:xfrm>
              <a:off x="13493112" y="802526"/>
              <a:ext cx="8832792" cy="6070847"/>
              <a:chOff x="13475261" y="663671"/>
              <a:chExt cx="8832792" cy="6070847"/>
            </a:xfrm>
          </p:grpSpPr>
          <p:grpSp>
            <p:nvGrpSpPr>
              <p:cNvPr id="5" name="Group 4">
                <a:extLst>
                  <a:ext uri="{FF2B5EF4-FFF2-40B4-BE49-F238E27FC236}">
                    <a16:creationId xmlns:a16="http://schemas.microsoft.com/office/drawing/2014/main" id="{ACB9371B-0A62-F9D5-3693-7AF66FA187CA}"/>
                  </a:ext>
                </a:extLst>
              </p:cNvPr>
              <p:cNvGrpSpPr/>
              <p:nvPr/>
            </p:nvGrpSpPr>
            <p:grpSpPr>
              <a:xfrm>
                <a:off x="13657006" y="1703755"/>
                <a:ext cx="8651047" cy="5030763"/>
                <a:chOff x="14403135" y="1374745"/>
                <a:chExt cx="7650979" cy="4410611"/>
              </a:xfrm>
            </p:grpSpPr>
            <p:pic>
              <p:nvPicPr>
                <p:cNvPr id="3" name="Picture 2">
                  <a:extLst>
                    <a:ext uri="{FF2B5EF4-FFF2-40B4-BE49-F238E27FC236}">
                      <a16:creationId xmlns:a16="http://schemas.microsoft.com/office/drawing/2014/main" id="{FC7C9787-A389-7C63-622B-F570CAFDCD84}"/>
                    </a:ext>
                  </a:extLst>
                </p:cNvPr>
                <p:cNvPicPr>
                  <a:picLocks noChangeAspect="1"/>
                </p:cNvPicPr>
                <p:nvPr/>
              </p:nvPicPr>
              <p:blipFill>
                <a:blip r:embed="rId3"/>
                <a:srcRect t="11027" b="11027"/>
                <a:stretch/>
              </p:blipFill>
              <p:spPr>
                <a:xfrm>
                  <a:off x="14629849" y="1374745"/>
                  <a:ext cx="7424265" cy="4172197"/>
                </a:xfrm>
                <a:prstGeom prst="rect">
                  <a:avLst/>
                </a:prstGeom>
              </p:spPr>
            </p:pic>
            <p:pic>
              <p:nvPicPr>
                <p:cNvPr id="4" name="Picture 3" descr="A graph with different colored squares&#10;&#10;AI-generated content may be incorrect.">
                  <a:extLst>
                    <a:ext uri="{FF2B5EF4-FFF2-40B4-BE49-F238E27FC236}">
                      <a16:creationId xmlns:a16="http://schemas.microsoft.com/office/drawing/2014/main" id="{B5AA1368-B6DC-CAC4-EF31-FA6F7960F573}"/>
                    </a:ext>
                  </a:extLst>
                </p:cNvPr>
                <p:cNvPicPr>
                  <a:picLocks noChangeAspect="1"/>
                </p:cNvPicPr>
                <p:nvPr/>
              </p:nvPicPr>
              <p:blipFill rotWithShape="1">
                <a:blip r:embed="rId4"/>
                <a:srcRect t="92334" b="3138"/>
                <a:stretch/>
              </p:blipFill>
              <p:spPr>
                <a:xfrm>
                  <a:off x="14403135" y="5500689"/>
                  <a:ext cx="7588758" cy="284667"/>
                </a:xfrm>
                <a:prstGeom prst="rect">
                  <a:avLst/>
                </a:prstGeom>
              </p:spPr>
            </p:pic>
          </p:grpSp>
          <p:sp>
            <p:nvSpPr>
              <p:cNvPr id="6" name="TextBox 5">
                <a:extLst>
                  <a:ext uri="{FF2B5EF4-FFF2-40B4-BE49-F238E27FC236}">
                    <a16:creationId xmlns:a16="http://schemas.microsoft.com/office/drawing/2014/main" id="{ADF111BD-0D53-C8E5-DD0D-3691DA59423A}"/>
                  </a:ext>
                </a:extLst>
              </p:cNvPr>
              <p:cNvSpPr txBox="1"/>
              <p:nvPr/>
            </p:nvSpPr>
            <p:spPr>
              <a:xfrm>
                <a:off x="15785643" y="663671"/>
                <a:ext cx="5928151" cy="530130"/>
              </a:xfrm>
              <a:prstGeom prst="rect">
                <a:avLst/>
              </a:prstGeom>
              <a:noFill/>
            </p:spPr>
            <p:txBody>
              <a:bodyPr wrap="square" lIns="0" tIns="0" rIns="0" bIns="0" rtlCol="0">
                <a:noAutofit/>
              </a:bodyPr>
              <a:lstStyle/>
              <a:p>
                <a:pPr algn="l"/>
                <a:r>
                  <a:rPr lang="en-US" sz="2800">
                    <a:solidFill>
                      <a:schemeClr val="accent1"/>
                    </a:solidFill>
                  </a:rPr>
                  <a:t>Fixture Space by Category Group – Men’s</a:t>
                </a:r>
              </a:p>
            </p:txBody>
          </p:sp>
          <p:sp>
            <p:nvSpPr>
              <p:cNvPr id="10" name="TextBox 9">
                <a:extLst>
                  <a:ext uri="{FF2B5EF4-FFF2-40B4-BE49-F238E27FC236}">
                    <a16:creationId xmlns:a16="http://schemas.microsoft.com/office/drawing/2014/main" id="{CB11D1CE-0C0B-83AB-49FE-E0E63875AE1A}"/>
                  </a:ext>
                </a:extLst>
              </p:cNvPr>
              <p:cNvSpPr txBox="1"/>
              <p:nvPr/>
            </p:nvSpPr>
            <p:spPr>
              <a:xfrm rot="16200000">
                <a:off x="12314908" y="3846543"/>
                <a:ext cx="2688445" cy="367740"/>
              </a:xfrm>
              <a:prstGeom prst="rect">
                <a:avLst/>
              </a:prstGeom>
              <a:noFill/>
            </p:spPr>
            <p:txBody>
              <a:bodyPr wrap="square" lIns="0" tIns="0" rIns="0" bIns="0" rtlCol="0">
                <a:noAutofit/>
              </a:bodyPr>
              <a:lstStyle/>
              <a:p>
                <a:pPr algn="ctr"/>
                <a:r>
                  <a:rPr lang="en-US" sz="2000">
                    <a:solidFill>
                      <a:schemeClr val="accent1"/>
                    </a:solidFill>
                  </a:rPr>
                  <a:t>Category Group</a:t>
                </a:r>
              </a:p>
            </p:txBody>
          </p:sp>
        </p:grpSp>
        <p:sp>
          <p:nvSpPr>
            <p:cNvPr id="13" name="TextBox 12">
              <a:extLst>
                <a:ext uri="{FF2B5EF4-FFF2-40B4-BE49-F238E27FC236}">
                  <a16:creationId xmlns:a16="http://schemas.microsoft.com/office/drawing/2014/main" id="{B1941973-9D84-E11F-5434-429F3EC7432F}"/>
                </a:ext>
              </a:extLst>
            </p:cNvPr>
            <p:cNvSpPr txBox="1"/>
            <p:nvPr/>
          </p:nvSpPr>
          <p:spPr>
            <a:xfrm>
              <a:off x="16911547" y="6929400"/>
              <a:ext cx="2659938" cy="365909"/>
            </a:xfrm>
            <a:prstGeom prst="rect">
              <a:avLst/>
            </a:prstGeom>
            <a:noFill/>
          </p:spPr>
          <p:txBody>
            <a:bodyPr wrap="square" lIns="0" tIns="0" rIns="0" bIns="0" rtlCol="0">
              <a:noAutofit/>
            </a:bodyPr>
            <a:lstStyle/>
            <a:p>
              <a:pPr algn="ctr"/>
              <a:r>
                <a:rPr lang="en-US" sz="2000">
                  <a:solidFill>
                    <a:schemeClr val="accent1"/>
                  </a:solidFill>
                </a:rPr>
                <a:t>Total Fixtures</a:t>
              </a:r>
            </a:p>
          </p:txBody>
        </p:sp>
      </p:grpSp>
      <p:grpSp>
        <p:nvGrpSpPr>
          <p:cNvPr id="18" name="Group 17">
            <a:extLst>
              <a:ext uri="{FF2B5EF4-FFF2-40B4-BE49-F238E27FC236}">
                <a16:creationId xmlns:a16="http://schemas.microsoft.com/office/drawing/2014/main" id="{B54C8095-5D52-E6FA-BAF8-6F2B34817B42}"/>
              </a:ext>
            </a:extLst>
          </p:cNvPr>
          <p:cNvGrpSpPr/>
          <p:nvPr/>
        </p:nvGrpSpPr>
        <p:grpSpPr>
          <a:xfrm>
            <a:off x="14784806" y="6926033"/>
            <a:ext cx="7867642" cy="6692874"/>
            <a:chOff x="14784806" y="6873279"/>
            <a:chExt cx="7867642" cy="6692874"/>
          </a:xfrm>
        </p:grpSpPr>
        <p:pic>
          <p:nvPicPr>
            <p:cNvPr id="11" name="Picture 10">
              <a:extLst>
                <a:ext uri="{FF2B5EF4-FFF2-40B4-BE49-F238E27FC236}">
                  <a16:creationId xmlns:a16="http://schemas.microsoft.com/office/drawing/2014/main" id="{0AA64CBA-69B4-706D-DC58-0C56ED3EA4FF}"/>
                </a:ext>
              </a:extLst>
            </p:cNvPr>
            <p:cNvPicPr>
              <a:picLocks noChangeAspect="1"/>
            </p:cNvPicPr>
            <p:nvPr/>
          </p:nvPicPr>
          <p:blipFill>
            <a:blip r:embed="rId5"/>
            <a:srcRect l="3099" t="3618" r="3099" b="944"/>
            <a:stretch>
              <a:fillRect/>
            </a:stretch>
          </p:blipFill>
          <p:spPr>
            <a:xfrm>
              <a:off x="14990303" y="7485289"/>
              <a:ext cx="7662145" cy="5669641"/>
            </a:xfrm>
            <a:prstGeom prst="rect">
              <a:avLst/>
            </a:prstGeom>
          </p:spPr>
        </p:pic>
        <p:sp>
          <p:nvSpPr>
            <p:cNvPr id="9" name="TextBox 8">
              <a:extLst>
                <a:ext uri="{FF2B5EF4-FFF2-40B4-BE49-F238E27FC236}">
                  <a16:creationId xmlns:a16="http://schemas.microsoft.com/office/drawing/2014/main" id="{E455421A-479B-1380-BAD8-CEF0A6D073E5}"/>
                </a:ext>
              </a:extLst>
            </p:cNvPr>
            <p:cNvSpPr txBox="1"/>
            <p:nvPr/>
          </p:nvSpPr>
          <p:spPr>
            <a:xfrm>
              <a:off x="15907322" y="6873279"/>
              <a:ext cx="5301575" cy="530130"/>
            </a:xfrm>
            <a:prstGeom prst="rect">
              <a:avLst/>
            </a:prstGeom>
            <a:noFill/>
          </p:spPr>
          <p:txBody>
            <a:bodyPr wrap="square" lIns="0" tIns="0" rIns="0" bIns="0" rtlCol="0">
              <a:noAutofit/>
            </a:bodyPr>
            <a:lstStyle/>
            <a:p>
              <a:pPr algn="l"/>
              <a:r>
                <a:rPr lang="en-US" sz="2800">
                  <a:solidFill>
                    <a:schemeClr val="accent1"/>
                  </a:solidFill>
                </a:rPr>
                <a:t>Fixture Type Mix by Region – Men’s</a:t>
              </a:r>
            </a:p>
          </p:txBody>
        </p:sp>
        <p:sp>
          <p:nvSpPr>
            <p:cNvPr id="12" name="TextBox 11">
              <a:extLst>
                <a:ext uri="{FF2B5EF4-FFF2-40B4-BE49-F238E27FC236}">
                  <a16:creationId xmlns:a16="http://schemas.microsoft.com/office/drawing/2014/main" id="{F88B67A8-2E2A-34BD-A559-5575FCF0215E}"/>
                </a:ext>
              </a:extLst>
            </p:cNvPr>
            <p:cNvSpPr txBox="1"/>
            <p:nvPr/>
          </p:nvSpPr>
          <p:spPr>
            <a:xfrm rot="16200000">
              <a:off x="13624453" y="10232267"/>
              <a:ext cx="2688445" cy="367740"/>
            </a:xfrm>
            <a:prstGeom prst="rect">
              <a:avLst/>
            </a:prstGeom>
            <a:noFill/>
          </p:spPr>
          <p:txBody>
            <a:bodyPr wrap="square" lIns="0" tIns="0" rIns="0" bIns="0" rtlCol="0">
              <a:noAutofit/>
            </a:bodyPr>
            <a:lstStyle/>
            <a:p>
              <a:pPr algn="ctr"/>
              <a:r>
                <a:rPr lang="en-US" sz="2000">
                  <a:solidFill>
                    <a:schemeClr val="accent1"/>
                  </a:solidFill>
                </a:rPr>
                <a:t>Share of Fixtures</a:t>
              </a:r>
            </a:p>
          </p:txBody>
        </p:sp>
        <p:sp>
          <p:nvSpPr>
            <p:cNvPr id="16" name="TextBox 15">
              <a:extLst>
                <a:ext uri="{FF2B5EF4-FFF2-40B4-BE49-F238E27FC236}">
                  <a16:creationId xmlns:a16="http://schemas.microsoft.com/office/drawing/2014/main" id="{78643BC5-AA06-4EA8-2F12-D92BA4C3AEF3}"/>
                </a:ext>
              </a:extLst>
            </p:cNvPr>
            <p:cNvSpPr txBox="1"/>
            <p:nvPr/>
          </p:nvSpPr>
          <p:spPr>
            <a:xfrm>
              <a:off x="17228140" y="13108953"/>
              <a:ext cx="2659938" cy="457200"/>
            </a:xfrm>
            <a:prstGeom prst="rect">
              <a:avLst/>
            </a:prstGeom>
            <a:noFill/>
          </p:spPr>
          <p:txBody>
            <a:bodyPr wrap="square" lIns="0" tIns="0" rIns="0" bIns="0" rtlCol="0">
              <a:noAutofit/>
            </a:bodyPr>
            <a:lstStyle/>
            <a:p>
              <a:pPr algn="ctr"/>
              <a:r>
                <a:rPr lang="en-US" sz="2000">
                  <a:solidFill>
                    <a:schemeClr val="accent1"/>
                  </a:solidFill>
                </a:rPr>
                <a:t>Region</a:t>
              </a:r>
            </a:p>
          </p:txBody>
        </p:sp>
      </p:grpSp>
      <p:cxnSp>
        <p:nvCxnSpPr>
          <p:cNvPr id="22" name="Straight Connector 21">
            <a:extLst>
              <a:ext uri="{FF2B5EF4-FFF2-40B4-BE49-F238E27FC236}">
                <a16:creationId xmlns:a16="http://schemas.microsoft.com/office/drawing/2014/main" id="{85D031BF-62B2-6326-3134-8C2AA72586EE}"/>
              </a:ext>
            </a:extLst>
          </p:cNvPr>
          <p:cNvCxnSpPr>
            <a:cxnSpLocks/>
          </p:cNvCxnSpPr>
          <p:nvPr/>
        </p:nvCxnSpPr>
        <p:spPr>
          <a:xfrm>
            <a:off x="13119950" y="6928500"/>
            <a:ext cx="10238814" cy="0"/>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E1081DB-3722-32CA-5228-3E04A66FF8B6}"/>
              </a:ext>
            </a:extLst>
          </p:cNvPr>
          <p:cNvCxnSpPr>
            <a:cxnSpLocks/>
          </p:cNvCxnSpPr>
          <p:nvPr/>
        </p:nvCxnSpPr>
        <p:spPr>
          <a:xfrm flipV="1">
            <a:off x="13119950" y="889206"/>
            <a:ext cx="0" cy="12318478"/>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5139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7358E-33B3-CB04-443E-57810C7E5736}"/>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7DC0E639-491A-2D91-2499-E21BD6EBCB1A}"/>
              </a:ext>
            </a:extLst>
          </p:cNvPr>
          <p:cNvSpPr>
            <a:spLocks noGrp="1"/>
          </p:cNvSpPr>
          <p:nvPr>
            <p:ph type="title"/>
          </p:nvPr>
        </p:nvSpPr>
        <p:spPr>
          <a:xfrm>
            <a:off x="682626" y="2121408"/>
            <a:ext cx="16713276" cy="1169989"/>
          </a:xfrm>
        </p:spPr>
        <p:txBody>
          <a:bodyPr/>
          <a:lstStyle/>
          <a:p>
            <a:pPr>
              <a:lnSpc>
                <a:spcPct val="100000"/>
              </a:lnSpc>
            </a:pPr>
            <a:r>
              <a:rPr lang="en-US" sz="4800">
                <a:latin typeface="Everyday Sans Medium"/>
              </a:rPr>
              <a:t>Women’s Departments: </a:t>
            </a:r>
            <a:br>
              <a:rPr lang="en-US" sz="4800">
                <a:latin typeface="Everyday Sans Medium"/>
              </a:rPr>
            </a:br>
            <a:r>
              <a:rPr lang="en-US" sz="4800">
                <a:latin typeface="Everyday Sans Medium"/>
              </a:rPr>
              <a:t>Flexible and Concentrated Space Allocation</a:t>
            </a:r>
            <a:endParaRPr lang="en-US" sz="4800"/>
          </a:p>
        </p:txBody>
      </p:sp>
      <p:sp>
        <p:nvSpPr>
          <p:cNvPr id="15" name="Content Placeholder 14">
            <a:extLst>
              <a:ext uri="{FF2B5EF4-FFF2-40B4-BE49-F238E27FC236}">
                <a16:creationId xmlns:a16="http://schemas.microsoft.com/office/drawing/2014/main" id="{2F94EED8-B172-887D-1194-FC6AA3D92CF4}"/>
              </a:ext>
            </a:extLst>
          </p:cNvPr>
          <p:cNvSpPr>
            <a:spLocks noGrp="1"/>
          </p:cNvSpPr>
          <p:nvPr>
            <p:ph sz="half" idx="2"/>
          </p:nvPr>
        </p:nvSpPr>
        <p:spPr>
          <a:xfrm>
            <a:off x="682625" y="4523599"/>
            <a:ext cx="11058321" cy="5231128"/>
          </a:xfrm>
        </p:spPr>
        <p:txBody>
          <a:bodyPr vert="horz" lIns="0" tIns="0" rIns="0" bIns="0" rtlCol="0" anchor="t">
            <a:noAutofit/>
          </a:bodyPr>
          <a:lstStyle/>
          <a:p>
            <a:pPr>
              <a:lnSpc>
                <a:spcPct val="100000"/>
              </a:lnSpc>
              <a:spcAft>
                <a:spcPts val="1200"/>
              </a:spcAft>
            </a:pPr>
            <a:r>
              <a:rPr lang="en-US" sz="4000" b="1"/>
              <a:t>Takeaway:</a:t>
            </a:r>
            <a:endParaRPr lang="en-US" sz="4000"/>
          </a:p>
          <a:p>
            <a:pPr marL="457200" indent="-457200">
              <a:lnSpc>
                <a:spcPct val="100000"/>
              </a:lnSpc>
              <a:spcAft>
                <a:spcPts val="1200"/>
              </a:spcAft>
              <a:buChar char="•"/>
            </a:pPr>
            <a:r>
              <a:rPr lang="en-US" sz="4000"/>
              <a:t>Fewer subcategories account for most fixture space</a:t>
            </a:r>
          </a:p>
          <a:p>
            <a:pPr marL="457200" indent="-457200">
              <a:lnSpc>
                <a:spcPct val="100000"/>
              </a:lnSpc>
              <a:spcAft>
                <a:spcPts val="1200"/>
              </a:spcAft>
              <a:buChar char="•"/>
            </a:pPr>
            <a:r>
              <a:rPr lang="en-US" sz="4000"/>
              <a:t>Larger allocations are given to key categories</a:t>
            </a:r>
          </a:p>
          <a:p>
            <a:pPr marL="457200" indent="-457200">
              <a:lnSpc>
                <a:spcPct val="100000"/>
              </a:lnSpc>
              <a:spcAft>
                <a:spcPts val="1200"/>
              </a:spcAft>
              <a:buChar char="•"/>
            </a:pPr>
            <a:r>
              <a:rPr lang="en-US" sz="4000"/>
              <a:t>Fixture usage is more diverse and adaptable</a:t>
            </a:r>
          </a:p>
          <a:p>
            <a:pPr marL="457200" indent="-457200">
              <a:lnSpc>
                <a:spcPct val="100000"/>
              </a:lnSpc>
              <a:buChar char="•"/>
            </a:pPr>
            <a:endParaRPr lang="en-US" sz="3200"/>
          </a:p>
        </p:txBody>
      </p:sp>
      <p:sp>
        <p:nvSpPr>
          <p:cNvPr id="7" name="Footer Placeholder 6">
            <a:extLst>
              <a:ext uri="{FF2B5EF4-FFF2-40B4-BE49-F238E27FC236}">
                <a16:creationId xmlns:a16="http://schemas.microsoft.com/office/drawing/2014/main" id="{10F7C7FB-DD1E-431F-20F0-BD33C6FE28C2}"/>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8" name="Slide Number Placeholder 7">
            <a:extLst>
              <a:ext uri="{FF2B5EF4-FFF2-40B4-BE49-F238E27FC236}">
                <a16:creationId xmlns:a16="http://schemas.microsoft.com/office/drawing/2014/main" id="{B271776C-86DA-E607-1F78-A7F1E84F8F56}"/>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15</a:t>
            </a:fld>
            <a:endParaRPr lang="en-US"/>
          </a:p>
        </p:txBody>
      </p:sp>
      <p:sp>
        <p:nvSpPr>
          <p:cNvPr id="2" name="Rectangle 1">
            <a:extLst>
              <a:ext uri="{FF2B5EF4-FFF2-40B4-BE49-F238E27FC236}">
                <a16:creationId xmlns:a16="http://schemas.microsoft.com/office/drawing/2014/main" id="{D6A352B6-414F-C1DB-6173-BF85C092770B}"/>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grpSp>
        <p:nvGrpSpPr>
          <p:cNvPr id="16" name="Group 15">
            <a:extLst>
              <a:ext uri="{FF2B5EF4-FFF2-40B4-BE49-F238E27FC236}">
                <a16:creationId xmlns:a16="http://schemas.microsoft.com/office/drawing/2014/main" id="{C3626CD3-F140-36E6-E218-2D46969DE3FB}"/>
              </a:ext>
            </a:extLst>
          </p:cNvPr>
          <p:cNvGrpSpPr/>
          <p:nvPr/>
        </p:nvGrpSpPr>
        <p:grpSpPr>
          <a:xfrm>
            <a:off x="14016094" y="224615"/>
            <a:ext cx="8431285" cy="6661329"/>
            <a:chOff x="13621831" y="379625"/>
            <a:chExt cx="8431285" cy="6661329"/>
          </a:xfrm>
        </p:grpSpPr>
        <p:pic>
          <p:nvPicPr>
            <p:cNvPr id="5" name="Picture 4">
              <a:extLst>
                <a:ext uri="{FF2B5EF4-FFF2-40B4-BE49-F238E27FC236}">
                  <a16:creationId xmlns:a16="http://schemas.microsoft.com/office/drawing/2014/main" id="{28B928B6-8896-9C60-3361-EB9D27E7DE2D}"/>
                </a:ext>
              </a:extLst>
            </p:cNvPr>
            <p:cNvPicPr>
              <a:picLocks noChangeAspect="1"/>
            </p:cNvPicPr>
            <p:nvPr/>
          </p:nvPicPr>
          <p:blipFill rotWithShape="1">
            <a:blip r:embed="rId3"/>
            <a:srcRect l="2193" t="5316" b="3598"/>
            <a:stretch/>
          </p:blipFill>
          <p:spPr>
            <a:xfrm>
              <a:off x="14157196" y="1504840"/>
              <a:ext cx="7477143" cy="5064160"/>
            </a:xfrm>
            <a:prstGeom prst="rect">
              <a:avLst/>
            </a:prstGeom>
          </p:spPr>
        </p:pic>
        <p:sp>
          <p:nvSpPr>
            <p:cNvPr id="3" name="TextBox 2">
              <a:extLst>
                <a:ext uri="{FF2B5EF4-FFF2-40B4-BE49-F238E27FC236}">
                  <a16:creationId xmlns:a16="http://schemas.microsoft.com/office/drawing/2014/main" id="{B56CF745-D263-4455-939E-7D29C01AF55F}"/>
                </a:ext>
              </a:extLst>
            </p:cNvPr>
            <p:cNvSpPr txBox="1"/>
            <p:nvPr/>
          </p:nvSpPr>
          <p:spPr>
            <a:xfrm>
              <a:off x="15595834" y="379625"/>
              <a:ext cx="6457282" cy="555522"/>
            </a:xfrm>
            <a:prstGeom prst="rect">
              <a:avLst/>
            </a:prstGeom>
            <a:noFill/>
          </p:spPr>
          <p:txBody>
            <a:bodyPr wrap="square" lIns="0" tIns="0" rIns="0" bIns="0" rtlCol="0">
              <a:noAutofit/>
            </a:bodyPr>
            <a:lstStyle/>
            <a:p>
              <a:pPr algn="l"/>
              <a:r>
                <a:rPr lang="en-US" sz="2800">
                  <a:solidFill>
                    <a:schemeClr val="accent1"/>
                  </a:solidFill>
                </a:rPr>
                <a:t>Fixture Space by Category Group – Women’s</a:t>
              </a:r>
            </a:p>
          </p:txBody>
        </p:sp>
        <p:sp>
          <p:nvSpPr>
            <p:cNvPr id="6" name="TextBox 5">
              <a:extLst>
                <a:ext uri="{FF2B5EF4-FFF2-40B4-BE49-F238E27FC236}">
                  <a16:creationId xmlns:a16="http://schemas.microsoft.com/office/drawing/2014/main" id="{B96C1F17-C9D1-0702-C29B-4451558BEF8E}"/>
                </a:ext>
              </a:extLst>
            </p:cNvPr>
            <p:cNvSpPr txBox="1"/>
            <p:nvPr/>
          </p:nvSpPr>
          <p:spPr>
            <a:xfrm rot="16200000">
              <a:off x="12461478" y="3805273"/>
              <a:ext cx="2688445" cy="367740"/>
            </a:xfrm>
            <a:prstGeom prst="rect">
              <a:avLst/>
            </a:prstGeom>
            <a:noFill/>
          </p:spPr>
          <p:txBody>
            <a:bodyPr wrap="square" lIns="0" tIns="0" rIns="0" bIns="0" rtlCol="0">
              <a:noAutofit/>
            </a:bodyPr>
            <a:lstStyle/>
            <a:p>
              <a:pPr algn="ctr"/>
              <a:r>
                <a:rPr lang="en-US" sz="2000">
                  <a:solidFill>
                    <a:schemeClr val="accent1"/>
                  </a:solidFill>
                </a:rPr>
                <a:t>Category Group</a:t>
              </a:r>
            </a:p>
          </p:txBody>
        </p:sp>
        <p:sp>
          <p:nvSpPr>
            <p:cNvPr id="12" name="TextBox 11">
              <a:extLst>
                <a:ext uri="{FF2B5EF4-FFF2-40B4-BE49-F238E27FC236}">
                  <a16:creationId xmlns:a16="http://schemas.microsoft.com/office/drawing/2014/main" id="{DE29E29E-F045-63B4-427E-34CA4665EB79}"/>
                </a:ext>
              </a:extLst>
            </p:cNvPr>
            <p:cNvSpPr txBox="1"/>
            <p:nvPr/>
          </p:nvSpPr>
          <p:spPr>
            <a:xfrm>
              <a:off x="16481986" y="6675045"/>
              <a:ext cx="2659938" cy="365909"/>
            </a:xfrm>
            <a:prstGeom prst="rect">
              <a:avLst/>
            </a:prstGeom>
            <a:noFill/>
          </p:spPr>
          <p:txBody>
            <a:bodyPr wrap="square" lIns="0" tIns="0" rIns="0" bIns="0" rtlCol="0">
              <a:noAutofit/>
            </a:bodyPr>
            <a:lstStyle/>
            <a:p>
              <a:pPr algn="ctr"/>
              <a:r>
                <a:rPr lang="en-US" sz="2000">
                  <a:solidFill>
                    <a:schemeClr val="accent1"/>
                  </a:solidFill>
                </a:rPr>
                <a:t>Total Fixtures</a:t>
              </a:r>
            </a:p>
          </p:txBody>
        </p:sp>
      </p:grpSp>
      <p:grpSp>
        <p:nvGrpSpPr>
          <p:cNvPr id="17" name="Group 16">
            <a:extLst>
              <a:ext uri="{FF2B5EF4-FFF2-40B4-BE49-F238E27FC236}">
                <a16:creationId xmlns:a16="http://schemas.microsoft.com/office/drawing/2014/main" id="{BAA4A4DF-749B-D506-6078-634D179E911D}"/>
              </a:ext>
            </a:extLst>
          </p:cNvPr>
          <p:cNvGrpSpPr/>
          <p:nvPr/>
        </p:nvGrpSpPr>
        <p:grpSpPr>
          <a:xfrm>
            <a:off x="14294932" y="7138247"/>
            <a:ext cx="8307780" cy="6653915"/>
            <a:chOff x="14686410" y="7019209"/>
            <a:chExt cx="8307780" cy="6653915"/>
          </a:xfrm>
        </p:grpSpPr>
        <p:pic>
          <p:nvPicPr>
            <p:cNvPr id="4" name="Picture 3">
              <a:extLst>
                <a:ext uri="{FF2B5EF4-FFF2-40B4-BE49-F238E27FC236}">
                  <a16:creationId xmlns:a16="http://schemas.microsoft.com/office/drawing/2014/main" id="{19B4951E-1816-3FD4-BC0F-B3206324C19E}"/>
                </a:ext>
              </a:extLst>
            </p:cNvPr>
            <p:cNvPicPr>
              <a:picLocks noChangeAspect="1"/>
            </p:cNvPicPr>
            <p:nvPr/>
          </p:nvPicPr>
          <p:blipFill>
            <a:blip r:embed="rId4"/>
            <a:srcRect l="2583" t="5600" b="3381"/>
            <a:stretch>
              <a:fillRect/>
            </a:stretch>
          </p:blipFill>
          <p:spPr>
            <a:xfrm>
              <a:off x="15234537" y="7664810"/>
              <a:ext cx="7759653" cy="5354156"/>
            </a:xfrm>
            <a:prstGeom prst="rect">
              <a:avLst/>
            </a:prstGeom>
          </p:spPr>
        </p:pic>
        <p:sp>
          <p:nvSpPr>
            <p:cNvPr id="10" name="TextBox 9">
              <a:extLst>
                <a:ext uri="{FF2B5EF4-FFF2-40B4-BE49-F238E27FC236}">
                  <a16:creationId xmlns:a16="http://schemas.microsoft.com/office/drawing/2014/main" id="{246B72A5-282D-8F51-1AC9-4A686D9858EC}"/>
                </a:ext>
              </a:extLst>
            </p:cNvPr>
            <p:cNvSpPr txBox="1"/>
            <p:nvPr/>
          </p:nvSpPr>
          <p:spPr>
            <a:xfrm rot="16200000">
              <a:off x="13526057" y="10211248"/>
              <a:ext cx="2688445" cy="367740"/>
            </a:xfrm>
            <a:prstGeom prst="rect">
              <a:avLst/>
            </a:prstGeom>
            <a:noFill/>
          </p:spPr>
          <p:txBody>
            <a:bodyPr wrap="square" lIns="0" tIns="0" rIns="0" bIns="0" rtlCol="0">
              <a:noAutofit/>
            </a:bodyPr>
            <a:lstStyle/>
            <a:p>
              <a:pPr algn="ctr"/>
              <a:r>
                <a:rPr lang="en-US" sz="2000">
                  <a:solidFill>
                    <a:schemeClr val="accent1"/>
                  </a:solidFill>
                </a:rPr>
                <a:t>Share of Fixtures</a:t>
              </a:r>
            </a:p>
          </p:txBody>
        </p:sp>
        <p:sp>
          <p:nvSpPr>
            <p:cNvPr id="11" name="TextBox 10">
              <a:extLst>
                <a:ext uri="{FF2B5EF4-FFF2-40B4-BE49-F238E27FC236}">
                  <a16:creationId xmlns:a16="http://schemas.microsoft.com/office/drawing/2014/main" id="{737FA105-022C-4492-3EDC-E131278C576E}"/>
                </a:ext>
              </a:extLst>
            </p:cNvPr>
            <p:cNvSpPr txBox="1"/>
            <p:nvPr/>
          </p:nvSpPr>
          <p:spPr>
            <a:xfrm>
              <a:off x="15807312" y="7019209"/>
              <a:ext cx="5649791" cy="530130"/>
            </a:xfrm>
            <a:prstGeom prst="rect">
              <a:avLst/>
            </a:prstGeom>
            <a:noFill/>
          </p:spPr>
          <p:txBody>
            <a:bodyPr wrap="square" lIns="0" tIns="0" rIns="0" bIns="0" rtlCol="0">
              <a:noAutofit/>
            </a:bodyPr>
            <a:lstStyle/>
            <a:p>
              <a:pPr algn="l"/>
              <a:r>
                <a:rPr lang="en-US" sz="2800">
                  <a:solidFill>
                    <a:schemeClr val="accent1"/>
                  </a:solidFill>
                </a:rPr>
                <a:t>Fixture Type Mix by Region – Women’s</a:t>
              </a:r>
            </a:p>
          </p:txBody>
        </p:sp>
        <p:sp>
          <p:nvSpPr>
            <p:cNvPr id="13" name="TextBox 12">
              <a:extLst>
                <a:ext uri="{FF2B5EF4-FFF2-40B4-BE49-F238E27FC236}">
                  <a16:creationId xmlns:a16="http://schemas.microsoft.com/office/drawing/2014/main" id="{70C12358-B803-D119-396A-6BDF0C119C31}"/>
                </a:ext>
              </a:extLst>
            </p:cNvPr>
            <p:cNvSpPr txBox="1"/>
            <p:nvPr/>
          </p:nvSpPr>
          <p:spPr>
            <a:xfrm>
              <a:off x="17085655" y="13215924"/>
              <a:ext cx="2659938" cy="457200"/>
            </a:xfrm>
            <a:prstGeom prst="rect">
              <a:avLst/>
            </a:prstGeom>
            <a:noFill/>
          </p:spPr>
          <p:txBody>
            <a:bodyPr wrap="square" lIns="0" tIns="0" rIns="0" bIns="0" rtlCol="0">
              <a:noAutofit/>
            </a:bodyPr>
            <a:lstStyle/>
            <a:p>
              <a:pPr algn="ctr"/>
              <a:r>
                <a:rPr lang="en-US" sz="2000">
                  <a:solidFill>
                    <a:schemeClr val="accent1"/>
                  </a:solidFill>
                </a:rPr>
                <a:t>Region</a:t>
              </a:r>
            </a:p>
          </p:txBody>
        </p:sp>
      </p:grpSp>
      <p:cxnSp>
        <p:nvCxnSpPr>
          <p:cNvPr id="18" name="Straight Connector 17">
            <a:extLst>
              <a:ext uri="{FF2B5EF4-FFF2-40B4-BE49-F238E27FC236}">
                <a16:creationId xmlns:a16="http://schemas.microsoft.com/office/drawing/2014/main" id="{E185D2C0-2793-C1C4-B6A5-9972A74C1527}"/>
              </a:ext>
            </a:extLst>
          </p:cNvPr>
          <p:cNvCxnSpPr>
            <a:cxnSpLocks/>
          </p:cNvCxnSpPr>
          <p:nvPr/>
        </p:nvCxnSpPr>
        <p:spPr>
          <a:xfrm>
            <a:off x="13119950" y="7032201"/>
            <a:ext cx="9914221" cy="0"/>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BE48EC7-A757-10BD-062B-8A5BCDF878A9}"/>
              </a:ext>
            </a:extLst>
          </p:cNvPr>
          <p:cNvCxnSpPr>
            <a:cxnSpLocks/>
          </p:cNvCxnSpPr>
          <p:nvPr/>
        </p:nvCxnSpPr>
        <p:spPr>
          <a:xfrm flipV="1">
            <a:off x="13119950" y="889206"/>
            <a:ext cx="0" cy="12318478"/>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830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53E2"/>
        </a:solidFill>
        <a:effectLst/>
      </p:bgPr>
    </p:bg>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7752AA2-0588-6B3A-371B-9D11F58B4ED1}"/>
              </a:ext>
            </a:extLst>
          </p:cNvPr>
          <p:cNvSpPr>
            <a:spLocks noGrp="1"/>
          </p:cNvSpPr>
          <p:nvPr>
            <p:ph type="sldNum" sz="quarter" idx="12"/>
          </p:nvPr>
        </p:nvSpPr>
        <p:spPr/>
        <p:txBody>
          <a:bodyPr/>
          <a:lstStyle/>
          <a:p>
            <a:fld id="{E7E83E8E-4C8F-494C-96FC-84A57D31552C}" type="slidenum">
              <a:rPr lang="en-US" smtClean="0"/>
              <a:pPr/>
              <a:t>16</a:t>
            </a:fld>
            <a:endParaRPr lang="en-US"/>
          </a:p>
        </p:txBody>
      </p:sp>
      <p:sp>
        <p:nvSpPr>
          <p:cNvPr id="3" name="Title 2">
            <a:extLst>
              <a:ext uri="{FF2B5EF4-FFF2-40B4-BE49-F238E27FC236}">
                <a16:creationId xmlns:a16="http://schemas.microsoft.com/office/drawing/2014/main" id="{6170C0A5-FBA7-4E60-7CDD-B91475D02C07}"/>
              </a:ext>
            </a:extLst>
          </p:cNvPr>
          <p:cNvSpPr>
            <a:spLocks noGrp="1"/>
          </p:cNvSpPr>
          <p:nvPr>
            <p:ph type="title"/>
          </p:nvPr>
        </p:nvSpPr>
        <p:spPr/>
        <p:txBody>
          <a:bodyPr/>
          <a:lstStyle/>
          <a:p>
            <a:r>
              <a:rPr lang="en-US"/>
              <a:t>3. Modeling</a:t>
            </a:r>
          </a:p>
        </p:txBody>
      </p:sp>
      <p:sp>
        <p:nvSpPr>
          <p:cNvPr id="4" name="Footer Placeholder 3">
            <a:extLst>
              <a:ext uri="{FF2B5EF4-FFF2-40B4-BE49-F238E27FC236}">
                <a16:creationId xmlns:a16="http://schemas.microsoft.com/office/drawing/2014/main" id="{5268350C-5829-D86F-C6F6-937DFE2AFCBD}"/>
              </a:ext>
            </a:extLst>
          </p:cNvPr>
          <p:cNvSpPr>
            <a:spLocks noGrp="1"/>
          </p:cNvSpPr>
          <p:nvPr>
            <p:ph type="ftr" sz="quarter" idx="13"/>
          </p:nvPr>
        </p:nvSpPr>
        <p:spPr/>
        <p:txBody>
          <a:bodyPr/>
          <a:lstStyle/>
          <a:p>
            <a:r>
              <a:rPr lang="en-US"/>
              <a:t>Walmart Team 02 | Practicum Team 06</a:t>
            </a:r>
          </a:p>
        </p:txBody>
      </p:sp>
      <p:sp>
        <p:nvSpPr>
          <p:cNvPr id="5" name="Rectangle 4">
            <a:extLst>
              <a:ext uri="{FF2B5EF4-FFF2-40B4-BE49-F238E27FC236}">
                <a16:creationId xmlns:a16="http://schemas.microsoft.com/office/drawing/2014/main" id="{3420878D-EE9C-B1D5-94E1-A4BB5389029F}"/>
              </a:ext>
            </a:extLst>
          </p:cNvPr>
          <p:cNvSpPr/>
          <p:nvPr/>
        </p:nvSpPr>
        <p:spPr>
          <a:xfrm>
            <a:off x="353291" y="12933107"/>
            <a:ext cx="2888673"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4131990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50474B9-C8F2-BBFD-93C3-7A92A20016B1}"/>
              </a:ext>
            </a:extLst>
          </p:cNvPr>
          <p:cNvSpPr>
            <a:spLocks noGrp="1"/>
          </p:cNvSpPr>
          <p:nvPr>
            <p:ph type="title"/>
          </p:nvPr>
        </p:nvSpPr>
        <p:spPr>
          <a:xfrm>
            <a:off x="2016124" y="2121408"/>
            <a:ext cx="21677313" cy="1188720"/>
          </a:xfrm>
        </p:spPr>
        <p:txBody>
          <a:bodyPr/>
          <a:lstStyle/>
          <a:p>
            <a:r>
              <a:rPr lang="en-US" sz="4800">
                <a:latin typeface="Everyday Sans Medium"/>
              </a:rPr>
              <a:t>The Model – Development plan</a:t>
            </a:r>
            <a:endParaRPr lang="en-US" sz="4800"/>
          </a:p>
        </p:txBody>
      </p:sp>
      <p:sp>
        <p:nvSpPr>
          <p:cNvPr id="7" name="Content Placeholder 6">
            <a:extLst>
              <a:ext uri="{FF2B5EF4-FFF2-40B4-BE49-F238E27FC236}">
                <a16:creationId xmlns:a16="http://schemas.microsoft.com/office/drawing/2014/main" id="{8B718A69-0A29-BCFC-3FD5-E0B30E62F483}"/>
              </a:ext>
            </a:extLst>
          </p:cNvPr>
          <p:cNvSpPr>
            <a:spLocks noGrp="1"/>
          </p:cNvSpPr>
          <p:nvPr>
            <p:ph idx="1"/>
          </p:nvPr>
        </p:nvSpPr>
        <p:spPr>
          <a:xfrm>
            <a:off x="2016125" y="3431362"/>
            <a:ext cx="21295557" cy="2973782"/>
          </a:xfrm>
        </p:spPr>
        <p:txBody>
          <a:bodyPr vert="horz" lIns="0" tIns="0" rIns="0" bIns="0" rtlCol="0" anchor="t">
            <a:noAutofit/>
          </a:bodyPr>
          <a:lstStyle/>
          <a:p>
            <a:pPr marL="762000" lvl="1" indent="-742950">
              <a:buAutoNum type="arabicPeriod"/>
            </a:pPr>
            <a:r>
              <a:rPr lang="en-US" sz="4000" b="1"/>
              <a:t>Feature Engineering – </a:t>
            </a:r>
            <a:r>
              <a:rPr lang="en-US" sz="4000"/>
              <a:t>Derive factors: Demand, seasonality.</a:t>
            </a:r>
            <a:endParaRPr lang="en-US"/>
          </a:p>
          <a:p>
            <a:pPr marL="762000" lvl="1" indent="-742950">
              <a:buAutoNum type="arabicPeriod"/>
            </a:pPr>
            <a:r>
              <a:rPr lang="en-US" sz="4000" b="1"/>
              <a:t>Define goals – </a:t>
            </a:r>
            <a:r>
              <a:rPr lang="en-US" sz="4000"/>
              <a:t>Set inventory percentage for year-round seasonal and clearance items.</a:t>
            </a:r>
          </a:p>
          <a:p>
            <a:pPr marL="762000" lvl="1" indent="-742950">
              <a:buAutoNum type="arabicPeriod"/>
            </a:pPr>
            <a:r>
              <a:rPr lang="en-US" sz="4000" b="1"/>
              <a:t>Optimization Algorithm – </a:t>
            </a:r>
            <a:r>
              <a:rPr lang="en-US" sz="4000"/>
              <a:t>find inventory splits to maximize revenue guided by the model.</a:t>
            </a:r>
          </a:p>
          <a:p>
            <a:pPr lvl="1">
              <a:buAutoNum type="arabicPeriod"/>
            </a:pPr>
            <a:endParaRPr lang="en-US"/>
          </a:p>
        </p:txBody>
      </p:sp>
      <p:sp>
        <p:nvSpPr>
          <p:cNvPr id="3" name="Footer Placeholder 2">
            <a:extLst>
              <a:ext uri="{FF2B5EF4-FFF2-40B4-BE49-F238E27FC236}">
                <a16:creationId xmlns:a16="http://schemas.microsoft.com/office/drawing/2014/main" id="{C116EF08-7936-0C53-87A6-B95995562FC7}"/>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4" name="Slide Number Placeholder 3">
            <a:extLst>
              <a:ext uri="{FF2B5EF4-FFF2-40B4-BE49-F238E27FC236}">
                <a16:creationId xmlns:a16="http://schemas.microsoft.com/office/drawing/2014/main" id="{00414F48-BC60-9ED3-B57C-E1E0E99F8D47}"/>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17</a:t>
            </a:fld>
            <a:endParaRPr lang="en-US"/>
          </a:p>
        </p:txBody>
      </p:sp>
      <p:pic>
        <p:nvPicPr>
          <p:cNvPr id="9" name="Picture 8">
            <a:extLst>
              <a:ext uri="{FF2B5EF4-FFF2-40B4-BE49-F238E27FC236}">
                <a16:creationId xmlns:a16="http://schemas.microsoft.com/office/drawing/2014/main" id="{4E92B53F-4FCA-E413-C72F-72A2DB905E28}"/>
              </a:ext>
            </a:extLst>
          </p:cNvPr>
          <p:cNvPicPr>
            <a:picLocks noChangeAspect="1"/>
          </p:cNvPicPr>
          <p:nvPr/>
        </p:nvPicPr>
        <p:blipFill>
          <a:blip r:embed="rId4"/>
          <a:stretch>
            <a:fillRect/>
          </a:stretch>
        </p:blipFill>
        <p:spPr>
          <a:xfrm>
            <a:off x="2573343" y="6405144"/>
            <a:ext cx="19230963" cy="6511778"/>
          </a:xfrm>
          <a:prstGeom prst="rect">
            <a:avLst/>
          </a:prstGeom>
        </p:spPr>
      </p:pic>
      <p:sp>
        <p:nvSpPr>
          <p:cNvPr id="2" name="Rectangle 1">
            <a:extLst>
              <a:ext uri="{FF2B5EF4-FFF2-40B4-BE49-F238E27FC236}">
                <a16:creationId xmlns:a16="http://schemas.microsoft.com/office/drawing/2014/main" id="{FF96A8A1-6999-D17F-63DA-E56AE3294508}"/>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1217388566"/>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5427D-0EBB-174C-5165-92C6A8E69A6E}"/>
              </a:ext>
            </a:extLst>
          </p:cNvPr>
          <p:cNvSpPr>
            <a:spLocks noGrp="1"/>
          </p:cNvSpPr>
          <p:nvPr>
            <p:ph type="title"/>
          </p:nvPr>
        </p:nvSpPr>
        <p:spPr/>
        <p:txBody>
          <a:bodyPr/>
          <a:lstStyle/>
          <a:p>
            <a:r>
              <a:rPr lang="en-US" sz="4800">
                <a:latin typeface="Everyday Sans Medium"/>
              </a:rPr>
              <a:t>Subcategory Classification Framework</a:t>
            </a:r>
            <a:endParaRPr lang="en-US" sz="4800" b="1"/>
          </a:p>
        </p:txBody>
      </p:sp>
      <p:sp>
        <p:nvSpPr>
          <p:cNvPr id="3" name="Content Placeholder 2">
            <a:extLst>
              <a:ext uri="{FF2B5EF4-FFF2-40B4-BE49-F238E27FC236}">
                <a16:creationId xmlns:a16="http://schemas.microsoft.com/office/drawing/2014/main" id="{13E12E53-D654-C33E-C297-5FE2ECBFD11B}"/>
              </a:ext>
            </a:extLst>
          </p:cNvPr>
          <p:cNvSpPr>
            <a:spLocks noGrp="1"/>
          </p:cNvSpPr>
          <p:nvPr>
            <p:ph idx="1"/>
          </p:nvPr>
        </p:nvSpPr>
        <p:spPr>
          <a:xfrm>
            <a:off x="682626" y="3767328"/>
            <a:ext cx="12174415" cy="9165779"/>
          </a:xfrm>
        </p:spPr>
        <p:txBody>
          <a:bodyPr vert="horz" lIns="0" tIns="0" rIns="0" bIns="0" rtlCol="0" anchor="t">
            <a:noAutofit/>
          </a:bodyPr>
          <a:lstStyle/>
          <a:p>
            <a:pPr>
              <a:spcAft>
                <a:spcPts val="1200"/>
              </a:spcAft>
            </a:pPr>
            <a:r>
              <a:rPr lang="en-US" sz="4000" b="1"/>
              <a:t>Fixture behavior is captured through presence and volatility at the subcategory level</a:t>
            </a:r>
          </a:p>
          <a:p>
            <a:pPr marL="571500" indent="-571500">
              <a:buFont typeface="Arial" panose="020B0604020202020204" pitchFamily="34" charset="0"/>
              <a:buChar char="•"/>
            </a:pPr>
            <a:r>
              <a:rPr lang="en-US" sz="4000"/>
              <a:t>Defines new, data-driven groups independent of existing category labels</a:t>
            </a:r>
          </a:p>
          <a:p>
            <a:pPr>
              <a:spcAft>
                <a:spcPts val="1200"/>
              </a:spcAft>
            </a:pPr>
            <a:r>
              <a:rPr lang="en-US" sz="4000" b="1"/>
              <a:t>Key metrics:</a:t>
            </a:r>
          </a:p>
          <a:p>
            <a:pPr marL="571500" indent="-571500">
              <a:spcAft>
                <a:spcPts val="1200"/>
              </a:spcAft>
              <a:buFont typeface="Arial" panose="020B0604020202020204" pitchFamily="34" charset="0"/>
              <a:buChar char="•"/>
            </a:pPr>
            <a:r>
              <a:rPr lang="en-US" sz="4000"/>
              <a:t>Presence: % of weeks active</a:t>
            </a:r>
          </a:p>
          <a:p>
            <a:pPr marL="571500" indent="-571500">
              <a:buFont typeface="Arial" panose="020B0604020202020204" pitchFamily="34" charset="0"/>
              <a:buChar char="•"/>
            </a:pPr>
            <a:r>
              <a:rPr lang="en-US" sz="4000"/>
              <a:t>Volatility: variation in fixture counts</a:t>
            </a:r>
          </a:p>
          <a:p>
            <a:pPr>
              <a:spcAft>
                <a:spcPts val="1200"/>
              </a:spcAft>
            </a:pPr>
            <a:r>
              <a:rPr lang="en-US" sz="4000" b="1"/>
              <a:t>Interpretable, rule-based classification: </a:t>
            </a:r>
          </a:p>
          <a:p>
            <a:pPr marL="571500" indent="-571500">
              <a:spcAft>
                <a:spcPts val="1200"/>
              </a:spcAft>
              <a:buFont typeface="Arial" panose="020B0604020202020204" pitchFamily="34" charset="0"/>
              <a:buChar char="•"/>
            </a:pPr>
            <a:r>
              <a:rPr lang="en-US" sz="4000"/>
              <a:t>Stable:  High presence + low volatility</a:t>
            </a:r>
          </a:p>
          <a:p>
            <a:pPr marL="571500" indent="-571500">
              <a:spcAft>
                <a:spcPts val="1200"/>
              </a:spcAft>
              <a:buFont typeface="Arial" panose="020B0604020202020204" pitchFamily="34" charset="0"/>
              <a:buChar char="•"/>
            </a:pPr>
            <a:r>
              <a:rPr lang="en-US" sz="4000"/>
              <a:t>Seasonal:  Low presence + high volatility</a:t>
            </a:r>
          </a:p>
          <a:p>
            <a:pPr marL="571500" indent="-571500">
              <a:buFont typeface="Arial" panose="020B0604020202020204" pitchFamily="34" charset="0"/>
              <a:buChar char="•"/>
            </a:pPr>
            <a:r>
              <a:rPr lang="en-US" sz="4000"/>
              <a:t>Moderate:  Everything else </a:t>
            </a:r>
          </a:p>
        </p:txBody>
      </p:sp>
      <p:sp>
        <p:nvSpPr>
          <p:cNvPr id="4" name="Footer Placeholder 3">
            <a:extLst>
              <a:ext uri="{FF2B5EF4-FFF2-40B4-BE49-F238E27FC236}">
                <a16:creationId xmlns:a16="http://schemas.microsoft.com/office/drawing/2014/main" id="{D370EF78-667E-C54D-4647-BE50A58B03DD}"/>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0709890B-21CB-154C-7E49-10224C6DB491}"/>
              </a:ext>
            </a:extLst>
          </p:cNvPr>
          <p:cNvSpPr>
            <a:spLocks noGrp="1"/>
          </p:cNvSpPr>
          <p:nvPr>
            <p:ph type="sldNum" sz="quarter" idx="12"/>
          </p:nvPr>
        </p:nvSpPr>
        <p:spPr/>
        <p:txBody>
          <a:bodyPr/>
          <a:lstStyle/>
          <a:p>
            <a:fld id="{E7E83E8E-4C8F-494C-96FC-84A57D31552C}" type="slidenum">
              <a:rPr lang="en-US" smtClean="0"/>
              <a:t>18</a:t>
            </a:fld>
            <a:endParaRPr lang="en-US"/>
          </a:p>
        </p:txBody>
      </p:sp>
      <p:sp>
        <p:nvSpPr>
          <p:cNvPr id="6" name="Rectangle 5">
            <a:extLst>
              <a:ext uri="{FF2B5EF4-FFF2-40B4-BE49-F238E27FC236}">
                <a16:creationId xmlns:a16="http://schemas.microsoft.com/office/drawing/2014/main" id="{24812160-4425-990F-6876-A2576862062C}"/>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grpSp>
        <p:nvGrpSpPr>
          <p:cNvPr id="33" name="Group 32">
            <a:extLst>
              <a:ext uri="{FF2B5EF4-FFF2-40B4-BE49-F238E27FC236}">
                <a16:creationId xmlns:a16="http://schemas.microsoft.com/office/drawing/2014/main" id="{EB774A75-7455-5E0B-34FD-9ADBEA55A4D0}"/>
              </a:ext>
            </a:extLst>
          </p:cNvPr>
          <p:cNvGrpSpPr/>
          <p:nvPr/>
        </p:nvGrpSpPr>
        <p:grpSpPr>
          <a:xfrm>
            <a:off x="13606883" y="1370508"/>
            <a:ext cx="9249707" cy="11818203"/>
            <a:chOff x="13857273" y="937726"/>
            <a:chExt cx="9249707" cy="11818203"/>
          </a:xfrm>
        </p:grpSpPr>
        <p:grpSp>
          <p:nvGrpSpPr>
            <p:cNvPr id="32" name="Group 31">
              <a:extLst>
                <a:ext uri="{FF2B5EF4-FFF2-40B4-BE49-F238E27FC236}">
                  <a16:creationId xmlns:a16="http://schemas.microsoft.com/office/drawing/2014/main" id="{0FF9C8E1-CA4E-D311-71C6-6A1DF53B308F}"/>
                </a:ext>
              </a:extLst>
            </p:cNvPr>
            <p:cNvGrpSpPr/>
            <p:nvPr/>
          </p:nvGrpSpPr>
          <p:grpSpPr>
            <a:xfrm>
              <a:off x="13857273" y="937726"/>
              <a:ext cx="9249707" cy="11818203"/>
              <a:chOff x="13857273" y="937726"/>
              <a:chExt cx="9249707" cy="11818203"/>
            </a:xfrm>
          </p:grpSpPr>
          <p:grpSp>
            <p:nvGrpSpPr>
              <p:cNvPr id="30" name="Group 29">
                <a:extLst>
                  <a:ext uri="{FF2B5EF4-FFF2-40B4-BE49-F238E27FC236}">
                    <a16:creationId xmlns:a16="http://schemas.microsoft.com/office/drawing/2014/main" id="{E9C1758E-B795-269C-7CC8-AA384D6F4B72}"/>
                  </a:ext>
                </a:extLst>
              </p:cNvPr>
              <p:cNvGrpSpPr/>
              <p:nvPr/>
            </p:nvGrpSpPr>
            <p:grpSpPr>
              <a:xfrm>
                <a:off x="14278865" y="1981910"/>
                <a:ext cx="8556144" cy="4808542"/>
                <a:chOff x="14278865" y="1674609"/>
                <a:chExt cx="8556144" cy="4808542"/>
              </a:xfrm>
            </p:grpSpPr>
            <p:pic>
              <p:nvPicPr>
                <p:cNvPr id="8" name="Picture 7" descr="A graph of a graph of a graph of a graph of a graph of a graph of a graph of a graph of a graph of a graph of a graph of a graph of a graph of&#10;&#10;Description automatically generated">
                  <a:extLst>
                    <a:ext uri="{FF2B5EF4-FFF2-40B4-BE49-F238E27FC236}">
                      <a16:creationId xmlns:a16="http://schemas.microsoft.com/office/drawing/2014/main" id="{63CC40F2-9771-7577-F1EA-5D0D0C0BD443}"/>
                    </a:ext>
                  </a:extLst>
                </p:cNvPr>
                <p:cNvPicPr>
                  <a:picLocks noChangeAspect="1"/>
                </p:cNvPicPr>
                <p:nvPr/>
              </p:nvPicPr>
              <p:blipFill rotWithShape="1">
                <a:blip r:embed="rId3"/>
                <a:srcRect l="3250" t="14548" r="20596" b="6479"/>
                <a:stretch/>
              </p:blipFill>
              <p:spPr>
                <a:xfrm>
                  <a:off x="14278865" y="2046682"/>
                  <a:ext cx="8556144" cy="4436469"/>
                </a:xfrm>
                <a:prstGeom prst="rect">
                  <a:avLst/>
                </a:prstGeom>
              </p:spPr>
            </p:pic>
            <p:sp>
              <p:nvSpPr>
                <p:cNvPr id="25" name="TextBox 24">
                  <a:extLst>
                    <a:ext uri="{FF2B5EF4-FFF2-40B4-BE49-F238E27FC236}">
                      <a16:creationId xmlns:a16="http://schemas.microsoft.com/office/drawing/2014/main" id="{D899161F-067F-3DCA-6E95-72B0CE96AA62}"/>
                    </a:ext>
                  </a:extLst>
                </p:cNvPr>
                <p:cNvSpPr txBox="1"/>
                <p:nvPr/>
              </p:nvSpPr>
              <p:spPr>
                <a:xfrm>
                  <a:off x="14552652" y="1674609"/>
                  <a:ext cx="1017004" cy="530130"/>
                </a:xfrm>
                <a:prstGeom prst="rect">
                  <a:avLst/>
                </a:prstGeom>
                <a:noFill/>
              </p:spPr>
              <p:txBody>
                <a:bodyPr wrap="square" lIns="0" tIns="0" rIns="0" bIns="0" rtlCol="0">
                  <a:noAutofit/>
                </a:bodyPr>
                <a:lstStyle/>
                <a:p>
                  <a:pPr algn="l"/>
                  <a:r>
                    <a:rPr lang="en-US" sz="2800" b="1">
                      <a:solidFill>
                        <a:schemeClr val="accent1"/>
                      </a:solidFill>
                    </a:rPr>
                    <a:t>Men’s</a:t>
                  </a:r>
                </a:p>
              </p:txBody>
            </p:sp>
          </p:grpSp>
          <p:grpSp>
            <p:nvGrpSpPr>
              <p:cNvPr id="29" name="Group 28">
                <a:extLst>
                  <a:ext uri="{FF2B5EF4-FFF2-40B4-BE49-F238E27FC236}">
                    <a16:creationId xmlns:a16="http://schemas.microsoft.com/office/drawing/2014/main" id="{DF41A8BD-0841-B3B1-B044-5870425060B9}"/>
                  </a:ext>
                </a:extLst>
              </p:cNvPr>
              <p:cNvGrpSpPr/>
              <p:nvPr/>
            </p:nvGrpSpPr>
            <p:grpSpPr>
              <a:xfrm>
                <a:off x="13857273" y="7517676"/>
                <a:ext cx="8977736" cy="5238253"/>
                <a:chOff x="13857273" y="7895778"/>
                <a:chExt cx="8977736" cy="5238253"/>
              </a:xfrm>
            </p:grpSpPr>
            <p:pic>
              <p:nvPicPr>
                <p:cNvPr id="13" name="Picture 12" descr="A graph of a graph of a graph&#10;&#10;Description automatically generated with medium confidence">
                  <a:extLst>
                    <a:ext uri="{FF2B5EF4-FFF2-40B4-BE49-F238E27FC236}">
                      <a16:creationId xmlns:a16="http://schemas.microsoft.com/office/drawing/2014/main" id="{AAA9739A-FEE3-96A3-42D3-6C036049BAE6}"/>
                    </a:ext>
                  </a:extLst>
                </p:cNvPr>
                <p:cNvPicPr>
                  <a:picLocks noChangeAspect="1"/>
                </p:cNvPicPr>
                <p:nvPr/>
              </p:nvPicPr>
              <p:blipFill rotWithShape="1">
                <a:blip r:embed="rId4"/>
                <a:srcRect l="3320" t="13397" r="18937" b="6567"/>
                <a:stretch/>
              </p:blipFill>
              <p:spPr>
                <a:xfrm>
                  <a:off x="14278865" y="8272579"/>
                  <a:ext cx="8556144" cy="4404252"/>
                </a:xfrm>
                <a:prstGeom prst="rect">
                  <a:avLst/>
                </a:prstGeom>
              </p:spPr>
            </p:pic>
            <p:sp>
              <p:nvSpPr>
                <p:cNvPr id="24" name="TextBox 23">
                  <a:extLst>
                    <a:ext uri="{FF2B5EF4-FFF2-40B4-BE49-F238E27FC236}">
                      <a16:creationId xmlns:a16="http://schemas.microsoft.com/office/drawing/2014/main" id="{FF13DDFB-F5BD-3948-1CC0-D84BF4AC7789}"/>
                    </a:ext>
                  </a:extLst>
                </p:cNvPr>
                <p:cNvSpPr txBox="1"/>
                <p:nvPr/>
              </p:nvSpPr>
              <p:spPr>
                <a:xfrm>
                  <a:off x="15333380" y="12676831"/>
                  <a:ext cx="6290840" cy="457200"/>
                </a:xfrm>
                <a:prstGeom prst="rect">
                  <a:avLst/>
                </a:prstGeom>
                <a:noFill/>
              </p:spPr>
              <p:txBody>
                <a:bodyPr wrap="square" lIns="0" tIns="0" rIns="0" bIns="0" rtlCol="0">
                  <a:noAutofit/>
                </a:bodyPr>
                <a:lstStyle/>
                <a:p>
                  <a:pPr algn="ctr"/>
                  <a:r>
                    <a:rPr lang="en-US" sz="2000" b="1">
                      <a:solidFill>
                        <a:schemeClr val="accent1"/>
                      </a:solidFill>
                    </a:rPr>
                    <a:t>Proportion of Weeks Active</a:t>
                  </a:r>
                </a:p>
              </p:txBody>
            </p:sp>
            <p:sp>
              <p:nvSpPr>
                <p:cNvPr id="26" name="TextBox 25">
                  <a:extLst>
                    <a:ext uri="{FF2B5EF4-FFF2-40B4-BE49-F238E27FC236}">
                      <a16:creationId xmlns:a16="http://schemas.microsoft.com/office/drawing/2014/main" id="{365F4D19-858F-AED5-1ACA-5F74A566016B}"/>
                    </a:ext>
                  </a:extLst>
                </p:cNvPr>
                <p:cNvSpPr txBox="1"/>
                <p:nvPr/>
              </p:nvSpPr>
              <p:spPr>
                <a:xfrm>
                  <a:off x="14552652" y="7895778"/>
                  <a:ext cx="1465030" cy="541898"/>
                </a:xfrm>
                <a:prstGeom prst="rect">
                  <a:avLst/>
                </a:prstGeom>
                <a:noFill/>
              </p:spPr>
              <p:txBody>
                <a:bodyPr wrap="square" lIns="0" tIns="0" rIns="0" bIns="0" rtlCol="0">
                  <a:noAutofit/>
                </a:bodyPr>
                <a:lstStyle/>
                <a:p>
                  <a:pPr algn="l"/>
                  <a:r>
                    <a:rPr lang="en-US" sz="2800" b="1">
                      <a:solidFill>
                        <a:schemeClr val="accent1"/>
                      </a:solidFill>
                    </a:rPr>
                    <a:t>Women’s</a:t>
                  </a:r>
                </a:p>
              </p:txBody>
            </p:sp>
            <p:sp>
              <p:nvSpPr>
                <p:cNvPr id="27" name="TextBox 26">
                  <a:extLst>
                    <a:ext uri="{FF2B5EF4-FFF2-40B4-BE49-F238E27FC236}">
                      <a16:creationId xmlns:a16="http://schemas.microsoft.com/office/drawing/2014/main" id="{D74A5DF5-BF9C-7AF4-75A6-E28E1B6CCBCA}"/>
                    </a:ext>
                  </a:extLst>
                </p:cNvPr>
                <p:cNvSpPr txBox="1"/>
                <p:nvPr/>
              </p:nvSpPr>
              <p:spPr>
                <a:xfrm rot="16200000">
                  <a:off x="12696920" y="9909749"/>
                  <a:ext cx="2688445" cy="367740"/>
                </a:xfrm>
                <a:prstGeom prst="rect">
                  <a:avLst/>
                </a:prstGeom>
                <a:noFill/>
              </p:spPr>
              <p:txBody>
                <a:bodyPr wrap="square" lIns="0" tIns="0" rIns="0" bIns="0" rtlCol="0">
                  <a:noAutofit/>
                </a:bodyPr>
                <a:lstStyle/>
                <a:p>
                  <a:pPr algn="ctr"/>
                  <a:r>
                    <a:rPr lang="en-US" sz="2000" b="1">
                      <a:solidFill>
                        <a:schemeClr val="accent1"/>
                      </a:solidFill>
                    </a:rPr>
                    <a:t>Volatility Ratio</a:t>
                  </a:r>
                </a:p>
              </p:txBody>
            </p:sp>
          </p:grpSp>
          <p:grpSp>
            <p:nvGrpSpPr>
              <p:cNvPr id="31" name="Group 30">
                <a:extLst>
                  <a:ext uri="{FF2B5EF4-FFF2-40B4-BE49-F238E27FC236}">
                    <a16:creationId xmlns:a16="http://schemas.microsoft.com/office/drawing/2014/main" id="{83403262-31C2-3E75-4960-D0E668D45973}"/>
                  </a:ext>
                </a:extLst>
              </p:cNvPr>
              <p:cNvGrpSpPr/>
              <p:nvPr/>
            </p:nvGrpSpPr>
            <p:grpSpPr>
              <a:xfrm>
                <a:off x="14552652" y="937726"/>
                <a:ext cx="8554328" cy="1005651"/>
                <a:chOff x="14552652" y="649746"/>
                <a:chExt cx="8554328" cy="1005651"/>
              </a:xfrm>
            </p:grpSpPr>
            <p:sp>
              <p:nvSpPr>
                <p:cNvPr id="23" name="TextBox 22">
                  <a:extLst>
                    <a:ext uri="{FF2B5EF4-FFF2-40B4-BE49-F238E27FC236}">
                      <a16:creationId xmlns:a16="http://schemas.microsoft.com/office/drawing/2014/main" id="{B15AFA28-8333-DCCE-F66B-664D2070C6FE}"/>
                    </a:ext>
                  </a:extLst>
                </p:cNvPr>
                <p:cNvSpPr txBox="1"/>
                <p:nvPr/>
              </p:nvSpPr>
              <p:spPr>
                <a:xfrm>
                  <a:off x="14552652" y="649746"/>
                  <a:ext cx="7358170" cy="530130"/>
                </a:xfrm>
                <a:prstGeom prst="rect">
                  <a:avLst/>
                </a:prstGeom>
                <a:noFill/>
              </p:spPr>
              <p:txBody>
                <a:bodyPr wrap="square" lIns="0" tIns="0" rIns="0" bIns="0" rtlCol="0">
                  <a:noAutofit/>
                </a:bodyPr>
                <a:lstStyle/>
                <a:p>
                  <a:pPr algn="l"/>
                  <a:r>
                    <a:rPr lang="en-US" sz="2800" b="1">
                      <a:solidFill>
                        <a:schemeClr val="accent1"/>
                      </a:solidFill>
                    </a:rPr>
                    <a:t>Subcategory Presence vs Fixture Volatility</a:t>
                  </a:r>
                </a:p>
              </p:txBody>
            </p:sp>
            <p:sp>
              <p:nvSpPr>
                <p:cNvPr id="19" name="TextBox 18">
                  <a:extLst>
                    <a:ext uri="{FF2B5EF4-FFF2-40B4-BE49-F238E27FC236}">
                      <a16:creationId xmlns:a16="http://schemas.microsoft.com/office/drawing/2014/main" id="{C8753EE8-5BB8-48F6-54CF-ABBBD9B6EAC3}"/>
                    </a:ext>
                  </a:extLst>
                </p:cNvPr>
                <p:cNvSpPr txBox="1"/>
                <p:nvPr/>
              </p:nvSpPr>
              <p:spPr>
                <a:xfrm>
                  <a:off x="14552652" y="1125267"/>
                  <a:ext cx="8554328" cy="530130"/>
                </a:xfrm>
                <a:prstGeom prst="rect">
                  <a:avLst/>
                </a:prstGeom>
                <a:noFill/>
              </p:spPr>
              <p:txBody>
                <a:bodyPr wrap="square" lIns="0" tIns="0" rIns="0" bIns="0" rtlCol="0">
                  <a:noAutofit/>
                </a:bodyPr>
                <a:lstStyle/>
                <a:p>
                  <a:r>
                    <a:rPr lang="en-US" sz="2400">
                      <a:solidFill>
                        <a:schemeClr val="accent1"/>
                      </a:solidFill>
                    </a:rPr>
                    <a:t>Buckets defined by presence and volatility thresholds</a:t>
                  </a:r>
                </a:p>
              </p:txBody>
            </p:sp>
          </p:grpSp>
        </p:grpSp>
        <p:pic>
          <p:nvPicPr>
            <p:cNvPr id="28" name="Picture 27" descr="A graph of a graph of a graph of a graph of a graph of a graph of a graph of a graph of a graph of a graph of a graph of a graph of a graph of&#10;&#10;Description automatically generated">
              <a:extLst>
                <a:ext uri="{FF2B5EF4-FFF2-40B4-BE49-F238E27FC236}">
                  <a16:creationId xmlns:a16="http://schemas.microsoft.com/office/drawing/2014/main" id="{72E9F064-9A7D-DD60-2174-BE1EFFDAD99E}"/>
                </a:ext>
              </a:extLst>
            </p:cNvPr>
            <p:cNvPicPr>
              <a:picLocks noChangeAspect="1"/>
            </p:cNvPicPr>
            <p:nvPr/>
          </p:nvPicPr>
          <p:blipFill rotWithShape="1">
            <a:blip r:embed="rId3"/>
            <a:srcRect l="81109" t="44544" r="5481" b="34348"/>
            <a:stretch/>
          </p:blipFill>
          <p:spPr>
            <a:xfrm>
              <a:off x="20555233" y="2443852"/>
              <a:ext cx="2137974" cy="1682671"/>
            </a:xfrm>
            <a:prstGeom prst="rect">
              <a:avLst/>
            </a:prstGeom>
          </p:spPr>
        </p:pic>
      </p:grpSp>
      <p:cxnSp>
        <p:nvCxnSpPr>
          <p:cNvPr id="36" name="Straight Connector 35">
            <a:extLst>
              <a:ext uri="{FF2B5EF4-FFF2-40B4-BE49-F238E27FC236}">
                <a16:creationId xmlns:a16="http://schemas.microsoft.com/office/drawing/2014/main" id="{ECBA263F-A4CB-B51D-E6E1-20DF2B423DAA}"/>
              </a:ext>
            </a:extLst>
          </p:cNvPr>
          <p:cNvCxnSpPr>
            <a:cxnSpLocks/>
          </p:cNvCxnSpPr>
          <p:nvPr/>
        </p:nvCxnSpPr>
        <p:spPr>
          <a:xfrm flipV="1">
            <a:off x="12635391" y="432006"/>
            <a:ext cx="0" cy="12958301"/>
          </a:xfrm>
          <a:prstGeom prst="line">
            <a:avLst/>
          </a:prstGeom>
          <a:ln w="28575">
            <a:solidFill>
              <a:srgbClr val="001E60">
                <a:alpha val="50196"/>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61068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5427D-0EBB-174C-5165-92C6A8E69A6E}"/>
              </a:ext>
            </a:extLst>
          </p:cNvPr>
          <p:cNvSpPr>
            <a:spLocks noGrp="1"/>
          </p:cNvSpPr>
          <p:nvPr>
            <p:ph type="title"/>
          </p:nvPr>
        </p:nvSpPr>
        <p:spPr/>
        <p:txBody>
          <a:bodyPr/>
          <a:lstStyle/>
          <a:p>
            <a:r>
              <a:rPr lang="en-US" sz="4800">
                <a:latin typeface="Everyday Sans Medium"/>
              </a:rPr>
              <a:t>Subcategory Classification Output Tables</a:t>
            </a:r>
            <a:endParaRPr lang="en-US" sz="4800" b="1"/>
          </a:p>
        </p:txBody>
      </p:sp>
      <p:sp>
        <p:nvSpPr>
          <p:cNvPr id="3" name="Content Placeholder 2">
            <a:extLst>
              <a:ext uri="{FF2B5EF4-FFF2-40B4-BE49-F238E27FC236}">
                <a16:creationId xmlns:a16="http://schemas.microsoft.com/office/drawing/2014/main" id="{13E12E53-D654-C33E-C297-5FE2ECBFD11B}"/>
              </a:ext>
            </a:extLst>
          </p:cNvPr>
          <p:cNvSpPr>
            <a:spLocks noGrp="1"/>
          </p:cNvSpPr>
          <p:nvPr>
            <p:ph idx="1"/>
          </p:nvPr>
        </p:nvSpPr>
        <p:spPr>
          <a:xfrm>
            <a:off x="682626" y="3767328"/>
            <a:ext cx="11506199" cy="8877247"/>
          </a:xfrm>
        </p:spPr>
        <p:txBody>
          <a:bodyPr vert="horz" lIns="0" tIns="0" rIns="0" bIns="0" rtlCol="0" anchor="t">
            <a:noAutofit/>
          </a:bodyPr>
          <a:lstStyle/>
          <a:p>
            <a:pPr>
              <a:spcAft>
                <a:spcPts val="1200"/>
              </a:spcAft>
            </a:pPr>
            <a:r>
              <a:rPr lang="en-US" sz="4000" b="1"/>
              <a:t>Store × Subcategory Table:</a:t>
            </a:r>
          </a:p>
          <a:p>
            <a:pPr marL="571500" indent="-571500">
              <a:spcAft>
                <a:spcPts val="1200"/>
              </a:spcAft>
              <a:buFont typeface="Arial" panose="020B0604020202020204" pitchFamily="34" charset="0"/>
              <a:buChar char="•"/>
            </a:pPr>
            <a:r>
              <a:rPr lang="en-US" sz="4000"/>
              <a:t>Metrics per combination</a:t>
            </a:r>
          </a:p>
          <a:p>
            <a:pPr marL="571500" indent="-571500">
              <a:buFont typeface="Arial" panose="020B0604020202020204" pitchFamily="34" charset="0"/>
              <a:buChar char="•"/>
            </a:pPr>
            <a:r>
              <a:rPr lang="en-US" sz="4000"/>
              <a:t>Includes classification, fixtures, presence, volatility</a:t>
            </a:r>
          </a:p>
          <a:p>
            <a:pPr>
              <a:spcAft>
                <a:spcPts val="1200"/>
              </a:spcAft>
            </a:pPr>
            <a:r>
              <a:rPr lang="en-US" sz="4000" b="1"/>
              <a:t>Store × Bucket Table:</a:t>
            </a:r>
          </a:p>
          <a:p>
            <a:pPr marL="571500" indent="-571500">
              <a:spcAft>
                <a:spcPts val="1200"/>
              </a:spcAft>
              <a:buFont typeface="Arial" panose="020B0604020202020204" pitchFamily="34" charset="0"/>
              <a:buChar char="•"/>
            </a:pPr>
            <a:r>
              <a:rPr lang="en-US" sz="4000"/>
              <a:t>Aggregated fixture allocation by bucket</a:t>
            </a:r>
          </a:p>
          <a:p>
            <a:pPr marL="571500" indent="-571500">
              <a:buFont typeface="Arial" panose="020B0604020202020204" pitchFamily="34" charset="0"/>
              <a:buChar char="•"/>
            </a:pPr>
            <a:r>
              <a:rPr lang="en-US" sz="4000"/>
              <a:t>Includes average space shares and fixture counts</a:t>
            </a:r>
          </a:p>
          <a:p>
            <a:pPr>
              <a:spcAft>
                <a:spcPts val="1200"/>
              </a:spcAft>
            </a:pPr>
            <a:r>
              <a:rPr lang="en-US" sz="4000" b="1"/>
              <a:t>Goal: </a:t>
            </a:r>
          </a:p>
          <a:p>
            <a:pPr marL="571500" indent="-571500">
              <a:spcAft>
                <a:spcPts val="1200"/>
              </a:spcAft>
              <a:buFont typeface="Arial" panose="020B0604020202020204" pitchFamily="34" charset="0"/>
              <a:buChar char="•"/>
            </a:pPr>
            <a:r>
              <a:rPr lang="en-US" sz="4000"/>
              <a:t>Provide information about fixture allocation trends using derived classification groups for use in the optimization model</a:t>
            </a:r>
          </a:p>
          <a:p>
            <a:pPr>
              <a:spcAft>
                <a:spcPts val="1200"/>
              </a:spcAft>
            </a:pPr>
            <a:endParaRPr lang="en-US" sz="4000"/>
          </a:p>
          <a:p>
            <a:pPr marL="571500" indent="-571500">
              <a:spcAft>
                <a:spcPts val="1200"/>
              </a:spcAft>
              <a:buFont typeface="Arial" panose="020B0604020202020204" pitchFamily="34" charset="0"/>
              <a:buChar char="•"/>
            </a:pPr>
            <a:endParaRPr lang="en-US" sz="4000"/>
          </a:p>
        </p:txBody>
      </p:sp>
      <p:sp>
        <p:nvSpPr>
          <p:cNvPr id="4" name="Footer Placeholder 3">
            <a:extLst>
              <a:ext uri="{FF2B5EF4-FFF2-40B4-BE49-F238E27FC236}">
                <a16:creationId xmlns:a16="http://schemas.microsoft.com/office/drawing/2014/main" id="{D370EF78-667E-C54D-4647-BE50A58B03DD}"/>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0709890B-21CB-154C-7E49-10224C6DB491}"/>
              </a:ext>
            </a:extLst>
          </p:cNvPr>
          <p:cNvSpPr>
            <a:spLocks noGrp="1"/>
          </p:cNvSpPr>
          <p:nvPr>
            <p:ph type="sldNum" sz="quarter" idx="12"/>
          </p:nvPr>
        </p:nvSpPr>
        <p:spPr/>
        <p:txBody>
          <a:bodyPr/>
          <a:lstStyle/>
          <a:p>
            <a:fld id="{E7E83E8E-4C8F-494C-96FC-84A57D31552C}" type="slidenum">
              <a:rPr lang="en-US" smtClean="0"/>
              <a:t>19</a:t>
            </a:fld>
            <a:endParaRPr lang="en-US"/>
          </a:p>
        </p:txBody>
      </p:sp>
      <p:sp>
        <p:nvSpPr>
          <p:cNvPr id="6" name="Rectangle 5">
            <a:extLst>
              <a:ext uri="{FF2B5EF4-FFF2-40B4-BE49-F238E27FC236}">
                <a16:creationId xmlns:a16="http://schemas.microsoft.com/office/drawing/2014/main" id="{24812160-4425-990F-6876-A2576862062C}"/>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grpSp>
        <p:nvGrpSpPr>
          <p:cNvPr id="15" name="Group 14">
            <a:extLst>
              <a:ext uri="{FF2B5EF4-FFF2-40B4-BE49-F238E27FC236}">
                <a16:creationId xmlns:a16="http://schemas.microsoft.com/office/drawing/2014/main" id="{958A3D02-2875-65E2-F614-0C3270ECC0A9}"/>
              </a:ext>
            </a:extLst>
          </p:cNvPr>
          <p:cNvGrpSpPr/>
          <p:nvPr/>
        </p:nvGrpSpPr>
        <p:grpSpPr>
          <a:xfrm>
            <a:off x="13161766" y="3767328"/>
            <a:ext cx="9720537" cy="8397180"/>
            <a:chOff x="13117161" y="3045062"/>
            <a:chExt cx="9720537" cy="8397180"/>
          </a:xfrm>
        </p:grpSpPr>
        <p:pic>
          <p:nvPicPr>
            <p:cNvPr id="9" name="Picture 8" descr="A graph of blue squares&#10;&#10;Description automatically generated">
              <a:extLst>
                <a:ext uri="{FF2B5EF4-FFF2-40B4-BE49-F238E27FC236}">
                  <a16:creationId xmlns:a16="http://schemas.microsoft.com/office/drawing/2014/main" id="{F5CE76A8-3CAF-FE34-8DA6-070939D5FE32}"/>
                </a:ext>
              </a:extLst>
            </p:cNvPr>
            <p:cNvPicPr>
              <a:picLocks noChangeAspect="1"/>
            </p:cNvPicPr>
            <p:nvPr/>
          </p:nvPicPr>
          <p:blipFill rotWithShape="1">
            <a:blip r:embed="rId3"/>
            <a:srcRect l="3712" t="6750" r="18864" b="6061"/>
            <a:stretch/>
          </p:blipFill>
          <p:spPr>
            <a:xfrm>
              <a:off x="13626790" y="3918678"/>
              <a:ext cx="9210908" cy="6915014"/>
            </a:xfrm>
            <a:prstGeom prst="rect">
              <a:avLst/>
            </a:prstGeom>
          </p:spPr>
        </p:pic>
        <p:sp>
          <p:nvSpPr>
            <p:cNvPr id="10" name="TextBox 9">
              <a:extLst>
                <a:ext uri="{FF2B5EF4-FFF2-40B4-BE49-F238E27FC236}">
                  <a16:creationId xmlns:a16="http://schemas.microsoft.com/office/drawing/2014/main" id="{2DD16BBD-46DF-2D60-7A85-FE4F634D174A}"/>
                </a:ext>
              </a:extLst>
            </p:cNvPr>
            <p:cNvSpPr txBox="1"/>
            <p:nvPr/>
          </p:nvSpPr>
          <p:spPr>
            <a:xfrm>
              <a:off x="14093797" y="3045062"/>
              <a:ext cx="7985618" cy="718045"/>
            </a:xfrm>
            <a:prstGeom prst="rect">
              <a:avLst/>
            </a:prstGeom>
            <a:noFill/>
          </p:spPr>
          <p:txBody>
            <a:bodyPr wrap="square" lIns="0" tIns="0" rIns="0" bIns="0" rtlCol="0">
              <a:noAutofit/>
            </a:bodyPr>
            <a:lstStyle/>
            <a:p>
              <a:pPr algn="l"/>
              <a:r>
                <a:rPr lang="en-US" sz="3200" b="1">
                  <a:solidFill>
                    <a:schemeClr val="accent1"/>
                  </a:solidFill>
                </a:rPr>
                <a:t>Bucket Share by Department – Example Store</a:t>
              </a:r>
            </a:p>
          </p:txBody>
        </p:sp>
        <p:sp>
          <p:nvSpPr>
            <p:cNvPr id="11" name="TextBox 10">
              <a:extLst>
                <a:ext uri="{FF2B5EF4-FFF2-40B4-BE49-F238E27FC236}">
                  <a16:creationId xmlns:a16="http://schemas.microsoft.com/office/drawing/2014/main" id="{96364B2C-BFE5-028F-5A51-FBA0177B1ED8}"/>
                </a:ext>
              </a:extLst>
            </p:cNvPr>
            <p:cNvSpPr txBox="1"/>
            <p:nvPr/>
          </p:nvSpPr>
          <p:spPr>
            <a:xfrm rot="16200000">
              <a:off x="11258021" y="7240594"/>
              <a:ext cx="3989461" cy="271181"/>
            </a:xfrm>
            <a:prstGeom prst="rect">
              <a:avLst/>
            </a:prstGeom>
            <a:noFill/>
          </p:spPr>
          <p:txBody>
            <a:bodyPr wrap="square" lIns="0" tIns="0" rIns="0" bIns="0" rtlCol="0">
              <a:noAutofit/>
            </a:bodyPr>
            <a:lstStyle/>
            <a:p>
              <a:pPr algn="ctr"/>
              <a:r>
                <a:rPr lang="en-US" sz="2400" b="1">
                  <a:solidFill>
                    <a:schemeClr val="accent1"/>
                  </a:solidFill>
                </a:rPr>
                <a:t>Average Weekly Fixture Share</a:t>
              </a:r>
            </a:p>
          </p:txBody>
        </p:sp>
        <p:sp>
          <p:nvSpPr>
            <p:cNvPr id="12" name="TextBox 11">
              <a:extLst>
                <a:ext uri="{FF2B5EF4-FFF2-40B4-BE49-F238E27FC236}">
                  <a16:creationId xmlns:a16="http://schemas.microsoft.com/office/drawing/2014/main" id="{A99DFF6D-07D7-BC6B-689C-94C71944F0A1}"/>
                </a:ext>
              </a:extLst>
            </p:cNvPr>
            <p:cNvSpPr txBox="1"/>
            <p:nvPr/>
          </p:nvSpPr>
          <p:spPr>
            <a:xfrm>
              <a:off x="15086317" y="10985042"/>
              <a:ext cx="6290840" cy="457200"/>
            </a:xfrm>
            <a:prstGeom prst="rect">
              <a:avLst/>
            </a:prstGeom>
            <a:noFill/>
          </p:spPr>
          <p:txBody>
            <a:bodyPr wrap="square" lIns="0" tIns="0" rIns="0" bIns="0" rtlCol="0">
              <a:noAutofit/>
            </a:bodyPr>
            <a:lstStyle/>
            <a:p>
              <a:pPr algn="ctr"/>
              <a:r>
                <a:rPr lang="en-US" sz="2400" b="1">
                  <a:solidFill>
                    <a:schemeClr val="accent1"/>
                  </a:solidFill>
                </a:rPr>
                <a:t>Allocation Bucket</a:t>
              </a:r>
            </a:p>
          </p:txBody>
        </p:sp>
        <p:pic>
          <p:nvPicPr>
            <p:cNvPr id="14" name="Picture 13" descr="A graph of blue squares&#10;&#10;Description automatically generated">
              <a:extLst>
                <a:ext uri="{FF2B5EF4-FFF2-40B4-BE49-F238E27FC236}">
                  <a16:creationId xmlns:a16="http://schemas.microsoft.com/office/drawing/2014/main" id="{2AC059A6-41B7-09A5-2FAC-8DAC43B01186}"/>
                </a:ext>
              </a:extLst>
            </p:cNvPr>
            <p:cNvPicPr>
              <a:picLocks noChangeAspect="1"/>
            </p:cNvPicPr>
            <p:nvPr/>
          </p:nvPicPr>
          <p:blipFill rotWithShape="1">
            <a:blip r:embed="rId3"/>
            <a:srcRect l="82923" t="39038" b="40630"/>
            <a:stretch/>
          </p:blipFill>
          <p:spPr>
            <a:xfrm>
              <a:off x="20803413" y="3918678"/>
              <a:ext cx="2034285" cy="1614803"/>
            </a:xfrm>
            <a:prstGeom prst="rect">
              <a:avLst/>
            </a:prstGeom>
          </p:spPr>
        </p:pic>
      </p:grpSp>
      <p:cxnSp>
        <p:nvCxnSpPr>
          <p:cNvPr id="13" name="Straight Connector 12">
            <a:extLst>
              <a:ext uri="{FF2B5EF4-FFF2-40B4-BE49-F238E27FC236}">
                <a16:creationId xmlns:a16="http://schemas.microsoft.com/office/drawing/2014/main" id="{2D2EDF53-2B98-06A2-D6EE-D9D95FE5A06E}"/>
              </a:ext>
            </a:extLst>
          </p:cNvPr>
          <p:cNvCxnSpPr>
            <a:cxnSpLocks/>
          </p:cNvCxnSpPr>
          <p:nvPr/>
        </p:nvCxnSpPr>
        <p:spPr>
          <a:xfrm flipV="1">
            <a:off x="12635391" y="432006"/>
            <a:ext cx="0" cy="12958301"/>
          </a:xfrm>
          <a:prstGeom prst="line">
            <a:avLst/>
          </a:prstGeom>
          <a:ln w="28575">
            <a:solidFill>
              <a:srgbClr val="001E60">
                <a:alpha val="50196"/>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5811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59504-B8BB-2B0F-9C45-BA8111E7D151}"/>
              </a:ext>
            </a:extLst>
          </p:cNvPr>
          <p:cNvSpPr>
            <a:spLocks noGrp="1"/>
          </p:cNvSpPr>
          <p:nvPr>
            <p:ph type="title"/>
          </p:nvPr>
        </p:nvSpPr>
        <p:spPr/>
        <p:txBody>
          <a:bodyPr/>
          <a:lstStyle/>
          <a:p>
            <a:r>
              <a:rPr lang="en-US" sz="4800">
                <a:latin typeface="Everyday Sans Medium"/>
              </a:rPr>
              <a:t>Demand Model</a:t>
            </a:r>
            <a:endParaRPr lang="en-US" sz="4800"/>
          </a:p>
        </p:txBody>
      </p:sp>
      <p:sp>
        <p:nvSpPr>
          <p:cNvPr id="3" name="Content Placeholder 2">
            <a:extLst>
              <a:ext uri="{FF2B5EF4-FFF2-40B4-BE49-F238E27FC236}">
                <a16:creationId xmlns:a16="http://schemas.microsoft.com/office/drawing/2014/main" id="{967175E0-574A-41F8-95B8-6DB34FD75CAC}"/>
              </a:ext>
            </a:extLst>
          </p:cNvPr>
          <p:cNvSpPr>
            <a:spLocks noGrp="1"/>
          </p:cNvSpPr>
          <p:nvPr>
            <p:ph idx="1"/>
          </p:nvPr>
        </p:nvSpPr>
        <p:spPr>
          <a:xfrm>
            <a:off x="682626" y="3106598"/>
            <a:ext cx="13274674" cy="8152341"/>
          </a:xfrm>
        </p:spPr>
        <p:txBody>
          <a:bodyPr vert="horz" lIns="0" tIns="0" rIns="0" bIns="0" rtlCol="0" anchor="t">
            <a:noAutofit/>
          </a:bodyPr>
          <a:lstStyle/>
          <a:p>
            <a:pPr>
              <a:spcAft>
                <a:spcPts val="1800"/>
              </a:spcAft>
            </a:pPr>
            <a:r>
              <a:rPr lang="en-US" sz="3200" b="1">
                <a:ea typeface="+mn-lt"/>
                <a:cs typeface="+mn-lt"/>
              </a:rPr>
              <a:t>Objective:</a:t>
            </a:r>
            <a:endParaRPr lang="en-US" sz="3200"/>
          </a:p>
          <a:p>
            <a:pPr marL="571500" indent="-571500">
              <a:spcAft>
                <a:spcPts val="1800"/>
              </a:spcAft>
              <a:buChar char="•"/>
            </a:pPr>
            <a:r>
              <a:rPr lang="en-US" sz="3200">
                <a:ea typeface="+mn-lt"/>
                <a:cs typeface="+mn-lt"/>
              </a:rPr>
              <a:t>Predict true customer demand at the subcategory level to optimize inventory allocation and prevent lost sales opportunities.</a:t>
            </a:r>
            <a:endParaRPr lang="en-US" sz="3200" b="1"/>
          </a:p>
          <a:p>
            <a:r>
              <a:rPr lang="en-US" sz="3200" b="1">
                <a:ea typeface="+mn-lt"/>
                <a:cs typeface="+mn-lt"/>
              </a:rPr>
              <a:t>Business Impact</a:t>
            </a:r>
            <a:r>
              <a:rPr lang="en-US" sz="3200">
                <a:ea typeface="+mn-lt"/>
                <a:cs typeface="+mn-lt"/>
              </a:rPr>
              <a:t>:</a:t>
            </a:r>
            <a:endParaRPr lang="en-US" sz="3200"/>
          </a:p>
          <a:p>
            <a:pPr marL="571500" indent="-571500">
              <a:buChar char="•"/>
            </a:pPr>
            <a:r>
              <a:rPr lang="en-US" sz="3200">
                <a:ea typeface="+mn-lt"/>
                <a:cs typeface="+mn-lt"/>
              </a:rPr>
              <a:t>Better inventory planning based on what customers </a:t>
            </a:r>
            <a:r>
              <a:rPr lang="en-US" sz="3200" i="1">
                <a:ea typeface="+mn-lt"/>
                <a:cs typeface="+mn-lt"/>
              </a:rPr>
              <a:t>want</a:t>
            </a:r>
            <a:r>
              <a:rPr lang="en-US" sz="3200">
                <a:ea typeface="+mn-lt"/>
                <a:cs typeface="+mn-lt"/>
              </a:rPr>
              <a:t>, not just what they </a:t>
            </a:r>
            <a:r>
              <a:rPr lang="en-US" sz="3200" i="1">
                <a:ea typeface="+mn-lt"/>
                <a:cs typeface="+mn-lt"/>
              </a:rPr>
              <a:t>bought</a:t>
            </a:r>
            <a:endParaRPr lang="en-US" sz="3200"/>
          </a:p>
          <a:p>
            <a:pPr marL="457200" indent="-457200">
              <a:buChar char="•"/>
            </a:pPr>
            <a:r>
              <a:rPr lang="en-US" sz="3200">
                <a:ea typeface="+mn-lt"/>
                <a:cs typeface="+mn-lt"/>
              </a:rPr>
              <a:t>Reduced lost sales during high-demand periods</a:t>
            </a:r>
            <a:endParaRPr lang="en-US" sz="3200"/>
          </a:p>
          <a:p>
            <a:pPr marL="457200" indent="-457200">
              <a:buChar char="•"/>
            </a:pPr>
            <a:r>
              <a:rPr lang="en-US" sz="3200">
                <a:ea typeface="+mn-lt"/>
                <a:cs typeface="+mn-lt"/>
              </a:rPr>
              <a:t>Improved stock allocation across 2.2M+ product-store combinations</a:t>
            </a:r>
            <a:endParaRPr lang="en-US" sz="3200"/>
          </a:p>
          <a:p>
            <a:pPr>
              <a:spcAft>
                <a:spcPts val="1800"/>
              </a:spcAft>
            </a:pPr>
            <a:r>
              <a:rPr lang="en-US" sz="3200" b="1"/>
              <a:t>Unconstrained demand score: </a:t>
            </a:r>
            <a:endParaRPr lang="en-US" sz="3200"/>
          </a:p>
          <a:p>
            <a:pPr marL="571500" indent="-571500">
              <a:spcAft>
                <a:spcPts val="1800"/>
              </a:spcAft>
              <a:buFont typeface="Arial" panose="020B0604020202020204" pitchFamily="34" charset="0"/>
              <a:buChar char="•"/>
            </a:pPr>
            <a:r>
              <a:rPr lang="en-US" sz="3200">
                <a:ea typeface="+mn-lt"/>
                <a:cs typeface="+mn-lt"/>
              </a:rPr>
              <a:t>If a store has low inventory, sales will be artificially low. Not because customers don't want the product, but because it wasn't available.</a:t>
            </a:r>
            <a:endParaRPr lang="en-US" sz="3200"/>
          </a:p>
          <a:p>
            <a:pPr marL="571500" indent="-571500">
              <a:spcAft>
                <a:spcPts val="4200"/>
              </a:spcAft>
              <a:buFont typeface="Arial" panose="020B0604020202020204" pitchFamily="34" charset="0"/>
              <a:buChar char="•"/>
            </a:pPr>
            <a:r>
              <a:rPr lang="en-US" sz="3200">
                <a:ea typeface="+mn-lt"/>
                <a:cs typeface="+mn-lt"/>
              </a:rPr>
              <a:t>Adjust sales upward when inventory was low.</a:t>
            </a:r>
          </a:p>
          <a:p>
            <a:endParaRPr lang="en-US" b="1">
              <a:ea typeface="+mn-lt"/>
              <a:cs typeface="+mn-lt"/>
            </a:endParaRPr>
          </a:p>
          <a:p>
            <a:endParaRPr lang="en-US">
              <a:ea typeface="+mn-lt"/>
              <a:cs typeface="+mn-lt"/>
            </a:endParaRPr>
          </a:p>
        </p:txBody>
      </p:sp>
      <p:sp>
        <p:nvSpPr>
          <p:cNvPr id="4" name="Footer Placeholder 3">
            <a:extLst>
              <a:ext uri="{FF2B5EF4-FFF2-40B4-BE49-F238E27FC236}">
                <a16:creationId xmlns:a16="http://schemas.microsoft.com/office/drawing/2014/main" id="{932B80FD-3468-EBA4-F694-9E0327453905}"/>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E1379BCC-4D30-013B-2BBE-26C21FEA62CE}"/>
              </a:ext>
            </a:extLst>
          </p:cNvPr>
          <p:cNvSpPr>
            <a:spLocks noGrp="1"/>
          </p:cNvSpPr>
          <p:nvPr>
            <p:ph type="sldNum" sz="quarter" idx="12"/>
          </p:nvPr>
        </p:nvSpPr>
        <p:spPr/>
        <p:txBody>
          <a:bodyPr/>
          <a:lstStyle/>
          <a:p>
            <a:fld id="{E7E83E8E-4C8F-494C-96FC-84A57D31552C}" type="slidenum">
              <a:rPr lang="en-US" smtClean="0"/>
              <a:t>20</a:t>
            </a:fld>
            <a:endParaRPr lang="en-US"/>
          </a:p>
        </p:txBody>
      </p:sp>
      <p:pic>
        <p:nvPicPr>
          <p:cNvPr id="6" name="Picture 5" descr="A black text on a white background&#10;&#10;AI-generated content may be incorrect.">
            <a:extLst>
              <a:ext uri="{FF2B5EF4-FFF2-40B4-BE49-F238E27FC236}">
                <a16:creationId xmlns:a16="http://schemas.microsoft.com/office/drawing/2014/main" id="{E92450DA-9561-12B4-335A-D740800E4A32}"/>
              </a:ext>
            </a:extLst>
          </p:cNvPr>
          <p:cNvPicPr>
            <a:picLocks noChangeAspect="1"/>
          </p:cNvPicPr>
          <p:nvPr/>
        </p:nvPicPr>
        <p:blipFill>
          <a:blip r:embed="rId3"/>
          <a:stretch>
            <a:fillRect/>
          </a:stretch>
        </p:blipFill>
        <p:spPr>
          <a:xfrm>
            <a:off x="15157822" y="5596581"/>
            <a:ext cx="6586244" cy="1960180"/>
          </a:xfrm>
          <a:prstGeom prst="rect">
            <a:avLst/>
          </a:prstGeom>
          <a:ln w="28575">
            <a:solidFill>
              <a:schemeClr val="accent1"/>
            </a:solidFill>
          </a:ln>
        </p:spPr>
      </p:pic>
      <p:pic>
        <p:nvPicPr>
          <p:cNvPr id="7" name="Picture 6" descr="A black line with black text&#10;&#10;AI-generated content may be incorrect.">
            <a:extLst>
              <a:ext uri="{FF2B5EF4-FFF2-40B4-BE49-F238E27FC236}">
                <a16:creationId xmlns:a16="http://schemas.microsoft.com/office/drawing/2014/main" id="{69CD60F5-139A-AF85-F55D-4E5CE0373525}"/>
              </a:ext>
            </a:extLst>
          </p:cNvPr>
          <p:cNvPicPr>
            <a:picLocks noChangeAspect="1"/>
          </p:cNvPicPr>
          <p:nvPr/>
        </p:nvPicPr>
        <p:blipFill>
          <a:blip r:embed="rId4"/>
          <a:stretch>
            <a:fillRect/>
          </a:stretch>
        </p:blipFill>
        <p:spPr>
          <a:xfrm>
            <a:off x="14654514" y="7890786"/>
            <a:ext cx="7583939" cy="1557831"/>
          </a:xfrm>
          <a:prstGeom prst="rect">
            <a:avLst/>
          </a:prstGeom>
          <a:ln w="28575">
            <a:solidFill>
              <a:schemeClr val="accent1"/>
            </a:solidFill>
          </a:ln>
        </p:spPr>
      </p:pic>
      <p:sp>
        <p:nvSpPr>
          <p:cNvPr id="9" name="Rectangle 8">
            <a:extLst>
              <a:ext uri="{FF2B5EF4-FFF2-40B4-BE49-F238E27FC236}">
                <a16:creationId xmlns:a16="http://schemas.microsoft.com/office/drawing/2014/main" id="{7FA070CE-7A14-EC36-9183-D42EA8566542}"/>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696726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E2D10-6A0A-747C-A5C2-8287DE5C2965}"/>
              </a:ext>
            </a:extLst>
          </p:cNvPr>
          <p:cNvSpPr>
            <a:spLocks noGrp="1"/>
          </p:cNvSpPr>
          <p:nvPr>
            <p:ph type="title"/>
          </p:nvPr>
        </p:nvSpPr>
        <p:spPr/>
        <p:txBody>
          <a:bodyPr/>
          <a:lstStyle/>
          <a:p>
            <a:r>
              <a:rPr lang="en-US" sz="4800">
                <a:latin typeface="Everyday Sans Medium"/>
              </a:rPr>
              <a:t>Demand Model</a:t>
            </a:r>
          </a:p>
        </p:txBody>
      </p:sp>
      <p:sp>
        <p:nvSpPr>
          <p:cNvPr id="4" name="Footer Placeholder 3">
            <a:extLst>
              <a:ext uri="{FF2B5EF4-FFF2-40B4-BE49-F238E27FC236}">
                <a16:creationId xmlns:a16="http://schemas.microsoft.com/office/drawing/2014/main" id="{DA87981B-0BD1-D330-8F5C-53FDB26BA64A}"/>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4E285804-9867-16DF-050E-11760BF6D12E}"/>
              </a:ext>
            </a:extLst>
          </p:cNvPr>
          <p:cNvSpPr>
            <a:spLocks noGrp="1"/>
          </p:cNvSpPr>
          <p:nvPr>
            <p:ph type="sldNum" sz="quarter" idx="12"/>
          </p:nvPr>
        </p:nvSpPr>
        <p:spPr/>
        <p:txBody>
          <a:bodyPr/>
          <a:lstStyle/>
          <a:p>
            <a:fld id="{E7E83E8E-4C8F-494C-96FC-84A57D31552C}" type="slidenum">
              <a:rPr lang="en-US" smtClean="0"/>
              <a:t>21</a:t>
            </a:fld>
            <a:endParaRPr lang="en-US"/>
          </a:p>
        </p:txBody>
      </p:sp>
      <p:pic>
        <p:nvPicPr>
          <p:cNvPr id="6" name="Picture 5" descr="A screenshot of a computer screen&#10;&#10;AI-generated content may be incorrect.">
            <a:extLst>
              <a:ext uri="{FF2B5EF4-FFF2-40B4-BE49-F238E27FC236}">
                <a16:creationId xmlns:a16="http://schemas.microsoft.com/office/drawing/2014/main" id="{F4ED0DCA-7760-F7A9-A1CE-E320AF4D059B}"/>
              </a:ext>
            </a:extLst>
          </p:cNvPr>
          <p:cNvPicPr>
            <a:picLocks noChangeAspect="1"/>
          </p:cNvPicPr>
          <p:nvPr/>
        </p:nvPicPr>
        <p:blipFill>
          <a:blip r:embed="rId3"/>
          <a:stretch>
            <a:fillRect/>
          </a:stretch>
        </p:blipFill>
        <p:spPr>
          <a:xfrm>
            <a:off x="11299313" y="3193077"/>
            <a:ext cx="12812794" cy="9734550"/>
          </a:xfrm>
          <a:prstGeom prst="rect">
            <a:avLst/>
          </a:prstGeom>
        </p:spPr>
      </p:pic>
      <p:sp>
        <p:nvSpPr>
          <p:cNvPr id="8" name="Content Placeholder 7">
            <a:extLst>
              <a:ext uri="{FF2B5EF4-FFF2-40B4-BE49-F238E27FC236}">
                <a16:creationId xmlns:a16="http://schemas.microsoft.com/office/drawing/2014/main" id="{B8799CE4-346B-4E72-C887-656DF29B6E1B}"/>
              </a:ext>
            </a:extLst>
          </p:cNvPr>
          <p:cNvSpPr>
            <a:spLocks noGrp="1"/>
          </p:cNvSpPr>
          <p:nvPr>
            <p:ph idx="1"/>
          </p:nvPr>
        </p:nvSpPr>
        <p:spPr>
          <a:xfrm>
            <a:off x="682626" y="3767328"/>
            <a:ext cx="10883588" cy="9160299"/>
          </a:xfrm>
        </p:spPr>
        <p:txBody>
          <a:bodyPr vert="horz" lIns="0" tIns="0" rIns="0" bIns="0" rtlCol="0" anchor="t">
            <a:noAutofit/>
          </a:bodyPr>
          <a:lstStyle/>
          <a:p>
            <a:r>
              <a:rPr lang="en-US" sz="4000" b="1" err="1"/>
              <a:t>LightGBM</a:t>
            </a:r>
            <a:r>
              <a:rPr lang="en-US" sz="4000" b="1"/>
              <a:t>:</a:t>
            </a:r>
          </a:p>
          <a:p>
            <a:pPr marL="571500" indent="-571500">
              <a:buFont typeface="Arial" panose="020B0604020202020204" pitchFamily="34" charset="0"/>
              <a:buChar char="•"/>
            </a:pPr>
            <a:r>
              <a:rPr lang="en-US"/>
              <a:t>Faster speed and higher accuracy: It outperforms other gradient boosting algorithms on large datasets.</a:t>
            </a:r>
          </a:p>
          <a:p>
            <a:pPr marL="571500" indent="-571500">
              <a:buFont typeface="Arial" panose="020B0604020202020204" pitchFamily="34" charset="0"/>
              <a:buChar char="•"/>
            </a:pPr>
            <a:r>
              <a:rPr lang="en-US"/>
              <a:t>Low memory usage: Optimized for memory efficiency and handling large datasets with minimal overhead.</a:t>
            </a:r>
          </a:p>
          <a:p>
            <a:pPr marL="571500" indent="-571500">
              <a:buFont typeface="Arial" panose="020B0604020202020204" pitchFamily="34" charset="0"/>
              <a:buChar char="•"/>
            </a:pPr>
            <a:r>
              <a:rPr lang="en-US"/>
              <a:t>Parallel and GPU learning support: Takes advantage of multiple cores or GPUs for faster training.</a:t>
            </a:r>
          </a:p>
          <a:p>
            <a:pPr marL="571500" indent="-571500">
              <a:buFont typeface="Arial" panose="020B0604020202020204" pitchFamily="34" charset="0"/>
              <a:buChar char="•"/>
            </a:pPr>
            <a:r>
              <a:rPr lang="en-US"/>
              <a:t>Effective on large datasets: Its optimized techniques such as leaf-wise growth and histogram-based learning make it suitable for big data applications.</a:t>
            </a:r>
          </a:p>
          <a:p>
            <a:pPr marL="1317625" lvl="1" indent="-571500">
              <a:buFont typeface="Courier New" panose="020B0604020202020204" pitchFamily="34" charset="0"/>
              <a:buChar char="o"/>
            </a:pPr>
            <a:endParaRPr lang="en-US"/>
          </a:p>
          <a:p>
            <a:endParaRPr lang="en-US"/>
          </a:p>
        </p:txBody>
      </p:sp>
      <p:sp>
        <p:nvSpPr>
          <p:cNvPr id="7" name="Rectangle 6">
            <a:extLst>
              <a:ext uri="{FF2B5EF4-FFF2-40B4-BE49-F238E27FC236}">
                <a16:creationId xmlns:a16="http://schemas.microsoft.com/office/drawing/2014/main" id="{BAA02E88-BD3A-2BB6-C644-7BD9D53D590D}"/>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52852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5024F-09B3-7BB7-9749-D66966AE9730}"/>
              </a:ext>
            </a:extLst>
          </p:cNvPr>
          <p:cNvSpPr>
            <a:spLocks noGrp="1"/>
          </p:cNvSpPr>
          <p:nvPr>
            <p:ph type="title"/>
          </p:nvPr>
        </p:nvSpPr>
        <p:spPr/>
        <p:txBody>
          <a:bodyPr/>
          <a:lstStyle/>
          <a:p>
            <a:r>
              <a:rPr lang="en-US" sz="4800">
                <a:latin typeface="Everyday Sans Medium"/>
              </a:rPr>
              <a:t>Demand Model - Outputs</a:t>
            </a:r>
            <a:endParaRPr lang="en-US" sz="4800"/>
          </a:p>
        </p:txBody>
      </p:sp>
      <p:sp>
        <p:nvSpPr>
          <p:cNvPr id="4" name="Footer Placeholder 3">
            <a:extLst>
              <a:ext uri="{FF2B5EF4-FFF2-40B4-BE49-F238E27FC236}">
                <a16:creationId xmlns:a16="http://schemas.microsoft.com/office/drawing/2014/main" id="{08B20F0D-ADB1-8F56-0713-68417B14EB14}"/>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F2609FAA-6D58-C5FA-EB47-C3665EFD93BF}"/>
              </a:ext>
            </a:extLst>
          </p:cNvPr>
          <p:cNvSpPr>
            <a:spLocks noGrp="1"/>
          </p:cNvSpPr>
          <p:nvPr>
            <p:ph type="sldNum" sz="quarter" idx="12"/>
          </p:nvPr>
        </p:nvSpPr>
        <p:spPr/>
        <p:txBody>
          <a:bodyPr/>
          <a:lstStyle/>
          <a:p>
            <a:fld id="{E7E83E8E-4C8F-494C-96FC-84A57D31552C}" type="slidenum">
              <a:rPr lang="en-US" smtClean="0"/>
              <a:t>22</a:t>
            </a:fld>
            <a:endParaRPr lang="en-US"/>
          </a:p>
        </p:txBody>
      </p:sp>
      <p:sp>
        <p:nvSpPr>
          <p:cNvPr id="9" name="TextBox 8">
            <a:extLst>
              <a:ext uri="{FF2B5EF4-FFF2-40B4-BE49-F238E27FC236}">
                <a16:creationId xmlns:a16="http://schemas.microsoft.com/office/drawing/2014/main" id="{5813A1E4-A50C-D85C-C620-F12EA20787D7}"/>
              </a:ext>
            </a:extLst>
          </p:cNvPr>
          <p:cNvSpPr txBox="1"/>
          <p:nvPr/>
        </p:nvSpPr>
        <p:spPr>
          <a:xfrm>
            <a:off x="682625" y="2970769"/>
            <a:ext cx="8330239" cy="1384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3600" b="1">
                <a:solidFill>
                  <a:schemeClr val="accent1"/>
                </a:solidFill>
              </a:rPr>
              <a:t>Outputs are Subcategory x Store x Week</a:t>
            </a:r>
          </a:p>
          <a:p>
            <a:pPr algn="l"/>
            <a:endParaRPr lang="en-US" sz="3600">
              <a:solidFill>
                <a:schemeClr val="accent1"/>
              </a:solidFill>
            </a:endParaRPr>
          </a:p>
          <a:p>
            <a:endParaRPr lang="en-US">
              <a:solidFill>
                <a:schemeClr val="accent1"/>
              </a:solidFill>
            </a:endParaRPr>
          </a:p>
        </p:txBody>
      </p:sp>
      <p:sp>
        <p:nvSpPr>
          <p:cNvPr id="3" name="Rectangle 2">
            <a:extLst>
              <a:ext uri="{FF2B5EF4-FFF2-40B4-BE49-F238E27FC236}">
                <a16:creationId xmlns:a16="http://schemas.microsoft.com/office/drawing/2014/main" id="{AF3FDD72-0D91-0BD5-B95B-6E698A9588A3}"/>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pic>
        <p:nvPicPr>
          <p:cNvPr id="14" name="Content Placeholder 13">
            <a:extLst>
              <a:ext uri="{FF2B5EF4-FFF2-40B4-BE49-F238E27FC236}">
                <a16:creationId xmlns:a16="http://schemas.microsoft.com/office/drawing/2014/main" id="{3A745501-0567-48F6-E939-CF87B41954F8}"/>
              </a:ext>
            </a:extLst>
          </p:cNvPr>
          <p:cNvPicPr>
            <a:picLocks noGrp="1" noChangeAspect="1"/>
          </p:cNvPicPr>
          <p:nvPr>
            <p:ph idx="1"/>
          </p:nvPr>
        </p:nvPicPr>
        <p:blipFill>
          <a:blip r:embed="rId3"/>
          <a:stretch>
            <a:fillRect/>
          </a:stretch>
        </p:blipFill>
        <p:spPr>
          <a:xfrm>
            <a:off x="13091485" y="780759"/>
            <a:ext cx="9602260" cy="5755469"/>
          </a:xfrm>
          <a:prstGeom prst="rect">
            <a:avLst/>
          </a:prstGeom>
        </p:spPr>
      </p:pic>
      <p:pic>
        <p:nvPicPr>
          <p:cNvPr id="17" name="Picture 16">
            <a:extLst>
              <a:ext uri="{FF2B5EF4-FFF2-40B4-BE49-F238E27FC236}">
                <a16:creationId xmlns:a16="http://schemas.microsoft.com/office/drawing/2014/main" id="{AA4CC079-A399-793A-41DB-5252E48D799B}"/>
              </a:ext>
            </a:extLst>
          </p:cNvPr>
          <p:cNvPicPr>
            <a:picLocks noChangeAspect="1"/>
          </p:cNvPicPr>
          <p:nvPr/>
        </p:nvPicPr>
        <p:blipFill>
          <a:blip r:embed="rId4"/>
          <a:stretch>
            <a:fillRect/>
          </a:stretch>
        </p:blipFill>
        <p:spPr>
          <a:xfrm>
            <a:off x="13072386" y="7204691"/>
            <a:ext cx="9621359" cy="5728416"/>
          </a:xfrm>
          <a:prstGeom prst="rect">
            <a:avLst/>
          </a:prstGeom>
        </p:spPr>
      </p:pic>
      <p:pic>
        <p:nvPicPr>
          <p:cNvPr id="18" name="Picture 17">
            <a:extLst>
              <a:ext uri="{FF2B5EF4-FFF2-40B4-BE49-F238E27FC236}">
                <a16:creationId xmlns:a16="http://schemas.microsoft.com/office/drawing/2014/main" id="{1D2BE519-DF4F-3548-6EC2-84CBB780CEBE}"/>
              </a:ext>
            </a:extLst>
          </p:cNvPr>
          <p:cNvPicPr>
            <a:picLocks noChangeAspect="1"/>
          </p:cNvPicPr>
          <p:nvPr/>
        </p:nvPicPr>
        <p:blipFill>
          <a:blip r:embed="rId5"/>
          <a:stretch>
            <a:fillRect/>
          </a:stretch>
        </p:blipFill>
        <p:spPr>
          <a:xfrm>
            <a:off x="427605" y="4355143"/>
            <a:ext cx="11511292" cy="8578586"/>
          </a:xfrm>
          <a:prstGeom prst="rect">
            <a:avLst/>
          </a:prstGeom>
        </p:spPr>
      </p:pic>
      <p:cxnSp>
        <p:nvCxnSpPr>
          <p:cNvPr id="10" name="Straight Connector 9">
            <a:extLst>
              <a:ext uri="{FF2B5EF4-FFF2-40B4-BE49-F238E27FC236}">
                <a16:creationId xmlns:a16="http://schemas.microsoft.com/office/drawing/2014/main" id="{34C44605-E192-727A-6580-22186DCE4E52}"/>
              </a:ext>
            </a:extLst>
          </p:cNvPr>
          <p:cNvCxnSpPr>
            <a:cxnSpLocks/>
          </p:cNvCxnSpPr>
          <p:nvPr/>
        </p:nvCxnSpPr>
        <p:spPr>
          <a:xfrm>
            <a:off x="12633720" y="6858000"/>
            <a:ext cx="10060025" cy="0"/>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58967441-F139-B61C-1B6A-263EDBF25BA1}"/>
              </a:ext>
            </a:extLst>
          </p:cNvPr>
          <p:cNvCxnSpPr>
            <a:cxnSpLocks/>
          </p:cNvCxnSpPr>
          <p:nvPr/>
        </p:nvCxnSpPr>
        <p:spPr>
          <a:xfrm>
            <a:off x="12633720" y="660606"/>
            <a:ext cx="12198" cy="12501101"/>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6D7E7DA-2704-4663-6DDE-8F4EDE76B10E}"/>
              </a:ext>
            </a:extLst>
          </p:cNvPr>
          <p:cNvCxnSpPr>
            <a:cxnSpLocks/>
          </p:cNvCxnSpPr>
          <p:nvPr/>
        </p:nvCxnSpPr>
        <p:spPr>
          <a:xfrm>
            <a:off x="221673" y="4355143"/>
            <a:ext cx="12412047" cy="0"/>
          </a:xfrm>
          <a:prstGeom prst="line">
            <a:avLst/>
          </a:prstGeom>
          <a:ln w="28575">
            <a:solidFill>
              <a:srgbClr val="001E60">
                <a:alpha val="6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40537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9A57-6C5A-B376-3167-5C5A3344C584}"/>
              </a:ext>
            </a:extLst>
          </p:cNvPr>
          <p:cNvSpPr>
            <a:spLocks noGrp="1"/>
          </p:cNvSpPr>
          <p:nvPr>
            <p:ph type="title"/>
          </p:nvPr>
        </p:nvSpPr>
        <p:spPr>
          <a:xfrm>
            <a:off x="682625" y="2121408"/>
            <a:ext cx="23010812" cy="1188720"/>
          </a:xfrm>
        </p:spPr>
        <p:txBody>
          <a:bodyPr/>
          <a:lstStyle/>
          <a:p>
            <a:r>
              <a:rPr lang="en-US" sz="4800"/>
              <a:t>How We Translate Demand into Space Decisions</a:t>
            </a:r>
          </a:p>
        </p:txBody>
      </p:sp>
      <p:sp>
        <p:nvSpPr>
          <p:cNvPr id="4" name="Footer Placeholder 3">
            <a:extLst>
              <a:ext uri="{FF2B5EF4-FFF2-40B4-BE49-F238E27FC236}">
                <a16:creationId xmlns:a16="http://schemas.microsoft.com/office/drawing/2014/main" id="{F3EC4223-A3AC-088A-C88E-FB447CBC3453}"/>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DDA44633-A8AC-6F18-501F-1EC2DFBBD813}"/>
              </a:ext>
            </a:extLst>
          </p:cNvPr>
          <p:cNvSpPr>
            <a:spLocks noGrp="1"/>
          </p:cNvSpPr>
          <p:nvPr>
            <p:ph type="sldNum" sz="quarter" idx="12"/>
          </p:nvPr>
        </p:nvSpPr>
        <p:spPr/>
        <p:txBody>
          <a:bodyPr/>
          <a:lstStyle/>
          <a:p>
            <a:fld id="{E7E83E8E-4C8F-494C-96FC-84A57D31552C}" type="slidenum">
              <a:rPr lang="en-US" smtClean="0"/>
              <a:t>23</a:t>
            </a:fld>
            <a:endParaRPr lang="en-US"/>
          </a:p>
        </p:txBody>
      </p:sp>
      <p:sp>
        <p:nvSpPr>
          <p:cNvPr id="6" name="TextBox 5">
            <a:extLst>
              <a:ext uri="{FF2B5EF4-FFF2-40B4-BE49-F238E27FC236}">
                <a16:creationId xmlns:a16="http://schemas.microsoft.com/office/drawing/2014/main" id="{136F6641-BFF0-AF69-0AE6-9C8574F9CC3C}"/>
              </a:ext>
            </a:extLst>
          </p:cNvPr>
          <p:cNvSpPr txBox="1"/>
          <p:nvPr/>
        </p:nvSpPr>
        <p:spPr>
          <a:xfrm>
            <a:off x="682625" y="7949938"/>
            <a:ext cx="12698838" cy="914400"/>
          </a:xfrm>
          <a:prstGeom prst="rect">
            <a:avLst/>
          </a:prstGeom>
          <a:noFill/>
        </p:spPr>
        <p:txBody>
          <a:bodyPr wrap="none" lIns="0" tIns="0" rIns="0" bIns="0" rtlCol="0">
            <a:noAutofit/>
          </a:bodyPr>
          <a:lstStyle/>
          <a:p>
            <a:pPr algn="l"/>
            <a:r>
              <a:rPr lang="en-US" sz="4400" b="1">
                <a:solidFill>
                  <a:schemeClr val="accent1"/>
                </a:solidFill>
              </a:rPr>
              <a:t>We connect demand directly to how space is allocated</a:t>
            </a:r>
          </a:p>
        </p:txBody>
      </p:sp>
      <p:sp>
        <p:nvSpPr>
          <p:cNvPr id="7" name="Content Placeholder 14">
            <a:extLst>
              <a:ext uri="{FF2B5EF4-FFF2-40B4-BE49-F238E27FC236}">
                <a16:creationId xmlns:a16="http://schemas.microsoft.com/office/drawing/2014/main" id="{ACBCDFEF-9E1B-4B6B-4663-E9BF183A3395}"/>
              </a:ext>
            </a:extLst>
          </p:cNvPr>
          <p:cNvSpPr txBox="1">
            <a:spLocks/>
          </p:cNvSpPr>
          <p:nvPr/>
        </p:nvSpPr>
        <p:spPr>
          <a:xfrm>
            <a:off x="682625" y="3767328"/>
            <a:ext cx="15018292" cy="4182610"/>
          </a:xfrm>
          <a:prstGeom prst="rect">
            <a:avLst/>
          </a:prstGeom>
        </p:spPr>
        <p:txBody>
          <a:bodyPr/>
          <a:lstStyle>
            <a:lvl1pPr marL="0" indent="0" algn="l" defTabSz="1828343" rtl="0" eaLnBrk="1" latinLnBrk="0" hangingPunct="1">
              <a:lnSpc>
                <a:spcPts val="4600"/>
              </a:lnSpc>
              <a:spcBef>
                <a:spcPts val="0"/>
              </a:spcBef>
              <a:spcAft>
                <a:spcPts val="1100"/>
              </a:spcAft>
              <a:buFont typeface="Arial" panose="020B0604020202020204" pitchFamily="34" charset="0"/>
              <a:buNone/>
              <a:defRPr sz="3600" kern="1200">
                <a:solidFill>
                  <a:schemeClr val="accent1"/>
                </a:solidFill>
                <a:latin typeface="+mn-lt"/>
                <a:ea typeface="+mn-ea"/>
                <a:cs typeface="+mn-cs"/>
              </a:defRPr>
            </a:lvl1pPr>
            <a:lvl2pPr marL="74612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2pPr>
            <a:lvl3pPr marL="120967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3pPr>
            <a:lvl4pPr marL="1792288" indent="-723900"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4pPr>
            <a:lvl5pPr marL="2290763" indent="-7397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571500" indent="-571500">
              <a:spcAft>
                <a:spcPts val="1200"/>
              </a:spcAft>
              <a:buFont typeface="Arial" panose="020B0604020202020204" pitchFamily="34" charset="0"/>
              <a:buChar char="•"/>
            </a:pPr>
            <a:r>
              <a:rPr lang="en-US" sz="4000"/>
              <a:t>Each subcategory receives </a:t>
            </a:r>
            <a:r>
              <a:rPr lang="en-US" sz="4000" b="1"/>
              <a:t>stable and flexible fixture allocations</a:t>
            </a:r>
          </a:p>
          <a:p>
            <a:pPr marL="1317625" lvl="1" indent="-571500">
              <a:spcAft>
                <a:spcPts val="3000"/>
              </a:spcAft>
              <a:buFont typeface="Arial" panose="020B0604020202020204" pitchFamily="34" charset="0"/>
              <a:buChar char="•"/>
            </a:pPr>
            <a:r>
              <a:rPr lang="en-US" sz="3200" i="1"/>
              <a:t>Note: flex = moderate + seasonal space</a:t>
            </a:r>
          </a:p>
          <a:p>
            <a:pPr marL="571500" indent="-571500">
              <a:spcAft>
                <a:spcPts val="3000"/>
              </a:spcAft>
              <a:buFont typeface="Arial" panose="020B0604020202020204" pitchFamily="34" charset="0"/>
              <a:buChar char="•"/>
            </a:pPr>
            <a:r>
              <a:rPr lang="en-US" sz="4000"/>
              <a:t>Allocation decisions are driven by </a:t>
            </a:r>
            <a:r>
              <a:rPr lang="en-US" sz="4000" b="1"/>
              <a:t>predicted demand scores</a:t>
            </a:r>
          </a:p>
          <a:p>
            <a:pPr marL="571500" indent="-571500">
              <a:spcAft>
                <a:spcPts val="3000"/>
              </a:spcAft>
              <a:buFont typeface="Arial" panose="020B0604020202020204" pitchFamily="34" charset="0"/>
              <a:buChar char="•"/>
            </a:pPr>
            <a:r>
              <a:rPr lang="en-US" sz="4000"/>
              <a:t>The model evaluates space at the store x week x subcategory level</a:t>
            </a:r>
          </a:p>
        </p:txBody>
      </p:sp>
      <p:sp>
        <p:nvSpPr>
          <p:cNvPr id="10" name="Rectangle 9">
            <a:extLst>
              <a:ext uri="{FF2B5EF4-FFF2-40B4-BE49-F238E27FC236}">
                <a16:creationId xmlns:a16="http://schemas.microsoft.com/office/drawing/2014/main" id="{902D9F31-5812-5D78-5BA7-01B682D38A51}"/>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290621807"/>
      </p:ext>
    </p:extLst>
  </p:cSld>
  <p:clrMapOvr>
    <a:masterClrMapping/>
  </p:clrMapOvr>
  <p:extLst>
    <p:ext uri="{6950BFC3-D8DA-4A85-94F7-54DA5524770B}">
      <p188:commentRel xmlns:p188="http://schemas.microsoft.com/office/powerpoint/2018/8/main" r:id="rId3"/>
    </p:ext>
  </p:extLs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53954-CB41-5C92-F312-F1E2704B4DB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2C6D588-D46D-BC72-684D-AA9820E6CAB5}"/>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2" name="Title 1">
            <a:extLst>
              <a:ext uri="{FF2B5EF4-FFF2-40B4-BE49-F238E27FC236}">
                <a16:creationId xmlns:a16="http://schemas.microsoft.com/office/drawing/2014/main" id="{F867BDF5-B766-FB35-4E43-86FECDBF6C82}"/>
              </a:ext>
            </a:extLst>
          </p:cNvPr>
          <p:cNvSpPr>
            <a:spLocks noGrp="1"/>
          </p:cNvSpPr>
          <p:nvPr>
            <p:ph type="title"/>
          </p:nvPr>
        </p:nvSpPr>
        <p:spPr>
          <a:xfrm>
            <a:off x="682625" y="2121408"/>
            <a:ext cx="23010812" cy="1188720"/>
          </a:xfrm>
        </p:spPr>
        <p:txBody>
          <a:bodyPr/>
          <a:lstStyle/>
          <a:p>
            <a:r>
              <a:rPr lang="en-US" sz="4800">
                <a:latin typeface="Everyday Sans Medium"/>
              </a:rPr>
              <a:t>Optimization Model: Allocating Space to Maximize Value</a:t>
            </a:r>
            <a:endParaRPr lang="en-US" sz="480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87FF70-F6CD-703D-E65D-7E1A6FB6C2C5}"/>
                  </a:ext>
                </a:extLst>
              </p:cNvPr>
              <p:cNvSpPr>
                <a:spLocks noGrp="1"/>
              </p:cNvSpPr>
              <p:nvPr>
                <p:ph idx="1"/>
              </p:nvPr>
            </p:nvSpPr>
            <p:spPr>
              <a:xfrm>
                <a:off x="682624" y="3685879"/>
                <a:ext cx="17397992" cy="1925812"/>
              </a:xfrm>
            </p:spPr>
            <p:txBody>
              <a:bodyPr vert="horz" lIns="0" tIns="0" rIns="0" bIns="0" numCol="2" rtlCol="0" anchor="t">
                <a:noAutofit/>
              </a:bodyPr>
              <a:lstStyle/>
              <a:p>
                <a:pPr>
                  <a:spcAft>
                    <a:spcPts val="4800"/>
                  </a:spcAft>
                </a:pPr>
                <a:r>
                  <a:rPr lang="en-US" sz="4000" b="1"/>
                  <a:t> Objective: </a:t>
                </a:r>
                <a:r>
                  <a:rPr lang="en-US" sz="4000"/>
                  <a:t>	</a:t>
                </a:r>
                <a14:m>
                  <m:oMath xmlns:m="http://schemas.openxmlformats.org/officeDocument/2006/math">
                    <m:r>
                      <m:rPr>
                        <m:nor/>
                      </m:rPr>
                      <a:rPr lang="en-US" sz="4000" dirty="0" smtClean="0"/>
                      <m:t>Maximize</m:t>
                    </m:r>
                    <m:r>
                      <m:rPr>
                        <m:nor/>
                      </m:rPr>
                      <a:rPr lang="en-US" sz="4000" dirty="0" smtClean="0"/>
                      <m:t> </m:t>
                    </m:r>
                    <m:r>
                      <m:rPr>
                        <m:nor/>
                      </m:rPr>
                      <a:rPr lang="en-US" sz="4000" dirty="0" smtClean="0"/>
                      <m:t>total</m:t>
                    </m:r>
                    <m:r>
                      <m:rPr>
                        <m:nor/>
                      </m:rPr>
                      <a:rPr lang="en-US" sz="4000" dirty="0" smtClean="0"/>
                      <m:t> </m:t>
                    </m:r>
                    <m:r>
                      <m:rPr>
                        <m:nor/>
                      </m:rPr>
                      <a:rPr lang="en-US" sz="4000" dirty="0" smtClean="0"/>
                      <m:t>demand</m:t>
                    </m:r>
                    <m:r>
                      <m:rPr>
                        <m:nor/>
                      </m:rPr>
                      <a:rPr lang="en-US" sz="4000" dirty="0" smtClean="0"/>
                      <m:t> </m:t>
                    </m:r>
                    <m:r>
                      <m:rPr>
                        <m:nor/>
                      </m:rPr>
                      <a:rPr lang="en-US" sz="4000" dirty="0" smtClean="0"/>
                      <m:t>captured</m:t>
                    </m:r>
                    <m:r>
                      <m:rPr>
                        <m:nor/>
                      </m:rPr>
                      <a:rPr lang="en-US" sz="4000" dirty="0" smtClean="0"/>
                      <m:t> </m:t>
                    </m:r>
                    <m:r>
                      <m:rPr>
                        <m:nor/>
                      </m:rPr>
                      <a:rPr lang="en-US" sz="4000" dirty="0" smtClean="0"/>
                      <m:t>across</m:t>
                    </m:r>
                    <m:r>
                      <m:rPr>
                        <m:nor/>
                      </m:rPr>
                      <a:rPr lang="en-US" sz="4000" dirty="0" smtClean="0"/>
                      <m:t> </m:t>
                    </m:r>
                    <m:r>
                      <m:rPr>
                        <m:nor/>
                      </m:rPr>
                      <a:rPr lang="en-US" sz="4000" dirty="0" smtClean="0"/>
                      <m:t>all</m:t>
                    </m:r>
                    <m:r>
                      <m:rPr>
                        <m:nor/>
                      </m:rPr>
                      <a:rPr lang="en-US" sz="4000" dirty="0" smtClean="0"/>
                      <m:t> </m:t>
                    </m:r>
                    <m:r>
                      <m:rPr>
                        <m:nor/>
                      </m:rPr>
                      <a:rPr lang="en-US" sz="4000" dirty="0" smtClean="0"/>
                      <m:t>subcategories</m:t>
                    </m:r>
                  </m:oMath>
                </a14:m>
                <a:endParaRPr lang="en-US" sz="4000"/>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𝑚𝑎𝑥</m:t>
                      </m:r>
                      <m:nary>
                        <m:naryPr>
                          <m:chr m:val="∑"/>
                          <m:subHide m:val="on"/>
                          <m:supHide m:val="on"/>
                          <m:ctrlPr>
                            <a:rPr lang="en-US" i="1" smtClean="0">
                              <a:latin typeface="Cambria Math" panose="02040503050406030204" pitchFamily="18" charset="0"/>
                            </a:rPr>
                          </m:ctrlPr>
                        </m:naryPr>
                        <m:sub/>
                        <m:sup/>
                        <m:e>
                          <m:r>
                            <a:rPr lang="en-US" b="0" i="1" smtClean="0">
                              <a:latin typeface="Cambria Math" panose="02040503050406030204" pitchFamily="18" charset="0"/>
                            </a:rPr>
                            <m:t>(</m:t>
                          </m:r>
                          <m:r>
                            <a:rPr lang="en-US" b="0" i="1" smtClean="0">
                              <a:latin typeface="Cambria Math" panose="02040503050406030204" pitchFamily="18" charset="0"/>
                            </a:rPr>
                            <m:t>𝐷𝑒𝑚𝑎𝑛𝑑</m:t>
                          </m:r>
                          <m:r>
                            <a:rPr lang="en-US" b="0" i="1" smtClean="0">
                              <a:latin typeface="Cambria Math" panose="02040503050406030204" pitchFamily="18" charset="0"/>
                            </a:rPr>
                            <m:t> </m:t>
                          </m:r>
                          <m:r>
                            <a:rPr lang="en-US" b="0" i="1" smtClean="0">
                              <a:latin typeface="Cambria Math" panose="02040503050406030204" pitchFamily="18" charset="0"/>
                            </a:rPr>
                            <m:t>𝑆𝑐𝑜𝑟𝑒</m:t>
                          </m:r>
                          <m:r>
                            <a:rPr lang="en-US" b="0" i="1" smtClean="0">
                              <a:latin typeface="Cambria Math" panose="02040503050406030204" pitchFamily="18" charset="0"/>
                            </a:rPr>
                            <m:t> </m:t>
                          </m:r>
                          <m:r>
                            <a:rPr lang="en-US" b="0" i="1" smtClean="0">
                              <a:latin typeface="Cambria Math" panose="02040503050406030204" pitchFamily="18" charset="0"/>
                            </a:rPr>
                            <m:t>𝑥</m:t>
                          </m:r>
                          <m:r>
                            <a:rPr lang="en-US" b="0" i="1" smtClean="0">
                              <a:latin typeface="Cambria Math" panose="02040503050406030204" pitchFamily="18" charset="0"/>
                            </a:rPr>
                            <m:t> </m:t>
                          </m:r>
                          <m:r>
                            <a:rPr lang="en-US" b="0" i="1" smtClean="0">
                              <a:latin typeface="Cambria Math" panose="02040503050406030204" pitchFamily="18" charset="0"/>
                            </a:rPr>
                            <m:t>𝐴𝑙𝑙𝑜𝑐𝑎𝑡𝑒𝑑</m:t>
                          </m:r>
                          <m:r>
                            <a:rPr lang="en-US" b="0" i="1" smtClean="0">
                              <a:latin typeface="Cambria Math" panose="02040503050406030204" pitchFamily="18" charset="0"/>
                            </a:rPr>
                            <m:t> </m:t>
                          </m:r>
                          <m:r>
                            <a:rPr lang="en-US" b="0" i="1" smtClean="0">
                              <a:latin typeface="Cambria Math" panose="02040503050406030204" pitchFamily="18" charset="0"/>
                            </a:rPr>
                            <m:t>𝑆𝑝𝑎𝑐𝑒</m:t>
                          </m:r>
                          <m:r>
                            <a:rPr lang="en-US" b="0" i="1" smtClean="0">
                              <a:latin typeface="Cambria Math" panose="02040503050406030204" pitchFamily="18" charset="0"/>
                            </a:rPr>
                            <m:t>)</m:t>
                          </m:r>
                        </m:e>
                      </m:nary>
                    </m:oMath>
                  </m:oMathPara>
                </a14:m>
                <a:endParaRPr lang="en-US"/>
              </a:p>
              <a:p>
                <a:endParaRPr lang="en-US"/>
              </a:p>
            </p:txBody>
          </p:sp>
        </mc:Choice>
        <mc:Fallback xmlns="">
          <p:sp>
            <p:nvSpPr>
              <p:cNvPr id="3" name="Content Placeholder 2">
                <a:extLst>
                  <a:ext uri="{FF2B5EF4-FFF2-40B4-BE49-F238E27FC236}">
                    <a16:creationId xmlns:a16="http://schemas.microsoft.com/office/drawing/2014/main" id="{1F87FF70-F6CD-703D-E65D-7E1A6FB6C2C5}"/>
                  </a:ext>
                </a:extLst>
              </p:cNvPr>
              <p:cNvSpPr>
                <a:spLocks noGrp="1" noRot="1" noChangeAspect="1" noMove="1" noResize="1" noEditPoints="1" noAdjustHandles="1" noChangeArrowheads="1" noChangeShapeType="1" noTextEdit="1"/>
              </p:cNvSpPr>
              <p:nvPr>
                <p:ph idx="1"/>
              </p:nvPr>
            </p:nvSpPr>
            <p:spPr>
              <a:xfrm>
                <a:off x="682624" y="3685879"/>
                <a:ext cx="17397992" cy="1925812"/>
              </a:xfrm>
              <a:blipFill>
                <a:blip r:embed="rId3"/>
                <a:stretch>
                  <a:fillRect l="-1121" t="-9494"/>
                </a:stretch>
              </a:blipFill>
            </p:spPr>
            <p:txBody>
              <a:bodyPr/>
              <a:lstStyle/>
              <a:p>
                <a:r>
                  <a:rPr lang="en-US">
                    <a:noFill/>
                  </a:rPr>
                  <a:t> </a:t>
                </a:r>
              </a:p>
            </p:txBody>
          </p:sp>
        </mc:Fallback>
      </mc:AlternateContent>
      <p:sp>
        <p:nvSpPr>
          <p:cNvPr id="4" name="Footer Placeholder 3">
            <a:extLst>
              <a:ext uri="{FF2B5EF4-FFF2-40B4-BE49-F238E27FC236}">
                <a16:creationId xmlns:a16="http://schemas.microsoft.com/office/drawing/2014/main" id="{3E0EEFEA-773E-E49D-BA09-3FCCD05178E8}"/>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ED5671E3-20F8-3E0B-3222-F8FD37DF9073}"/>
              </a:ext>
            </a:extLst>
          </p:cNvPr>
          <p:cNvSpPr>
            <a:spLocks noGrp="1"/>
          </p:cNvSpPr>
          <p:nvPr>
            <p:ph type="sldNum" sz="quarter" idx="12"/>
          </p:nvPr>
        </p:nvSpPr>
        <p:spPr/>
        <p:txBody>
          <a:bodyPr/>
          <a:lstStyle/>
          <a:p>
            <a:fld id="{E7E83E8E-4C8F-494C-96FC-84A57D31552C}" type="slidenum">
              <a:rPr lang="en-US" smtClean="0"/>
              <a:t>24</a:t>
            </a:fld>
            <a:endParaRPr lang="en-US"/>
          </a:p>
        </p:txBody>
      </p:sp>
      <p:sp>
        <p:nvSpPr>
          <p:cNvPr id="6" name="Content Placeholder 14">
            <a:extLst>
              <a:ext uri="{FF2B5EF4-FFF2-40B4-BE49-F238E27FC236}">
                <a16:creationId xmlns:a16="http://schemas.microsoft.com/office/drawing/2014/main" id="{ED2585C3-DA81-2B60-6BF1-582C3168A5A6}"/>
              </a:ext>
            </a:extLst>
          </p:cNvPr>
          <p:cNvSpPr txBox="1">
            <a:spLocks/>
          </p:cNvSpPr>
          <p:nvPr/>
        </p:nvSpPr>
        <p:spPr>
          <a:xfrm>
            <a:off x="833745" y="5731773"/>
            <a:ext cx="17397992" cy="7125848"/>
          </a:xfrm>
          <a:prstGeom prst="rect">
            <a:avLst/>
          </a:prstGeom>
        </p:spPr>
        <p:txBody>
          <a:bodyPr/>
          <a:lstStyle>
            <a:lvl1pPr marL="0" indent="0" algn="l" defTabSz="1828343" rtl="0" eaLnBrk="1" latinLnBrk="0" hangingPunct="1">
              <a:lnSpc>
                <a:spcPts val="4600"/>
              </a:lnSpc>
              <a:spcBef>
                <a:spcPts val="0"/>
              </a:spcBef>
              <a:spcAft>
                <a:spcPts val="1100"/>
              </a:spcAft>
              <a:buFont typeface="Arial" panose="020B0604020202020204" pitchFamily="34" charset="0"/>
              <a:buNone/>
              <a:defRPr sz="3600" kern="1200">
                <a:solidFill>
                  <a:schemeClr val="accent1"/>
                </a:solidFill>
                <a:latin typeface="+mn-lt"/>
                <a:ea typeface="+mn-ea"/>
                <a:cs typeface="+mn-cs"/>
              </a:defRPr>
            </a:lvl1pPr>
            <a:lvl2pPr marL="74612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2pPr>
            <a:lvl3pPr marL="120967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3pPr>
            <a:lvl4pPr marL="1792288" indent="-723900"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4pPr>
            <a:lvl5pPr marL="2290763" indent="-7397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spcAft>
                <a:spcPts val="1200"/>
              </a:spcAft>
            </a:pPr>
            <a:r>
              <a:rPr lang="en-US" sz="4000" b="1"/>
              <a:t>Decision Variables:</a:t>
            </a:r>
          </a:p>
          <a:p>
            <a:pPr marL="571500" indent="-571500">
              <a:spcAft>
                <a:spcPts val="1200"/>
              </a:spcAft>
              <a:buFont typeface="Arial" panose="020B0604020202020204" pitchFamily="34" charset="0"/>
              <a:buChar char="•"/>
            </a:pPr>
            <a:r>
              <a:rPr lang="en-US" sz="4000"/>
              <a:t>Stable fixture allocation</a:t>
            </a:r>
          </a:p>
          <a:p>
            <a:pPr marL="571500" indent="-571500">
              <a:spcAft>
                <a:spcPts val="3000"/>
              </a:spcAft>
              <a:buFont typeface="Arial" panose="020B0604020202020204" pitchFamily="34" charset="0"/>
              <a:buChar char="•"/>
            </a:pPr>
            <a:r>
              <a:rPr lang="en-US" sz="4000"/>
              <a:t>Flexible fixture allocation </a:t>
            </a:r>
          </a:p>
          <a:p>
            <a:pPr>
              <a:spcAft>
                <a:spcPts val="1200"/>
              </a:spcAft>
            </a:pPr>
            <a:r>
              <a:rPr lang="en-US" sz="4000" b="1"/>
              <a:t>Constraints:</a:t>
            </a:r>
          </a:p>
          <a:p>
            <a:pPr marL="571500" indent="-571500">
              <a:spcAft>
                <a:spcPts val="1200"/>
              </a:spcAft>
              <a:buFont typeface="Arial" panose="020B0604020202020204" pitchFamily="34" charset="0"/>
              <a:buChar char="•"/>
            </a:pPr>
            <a:r>
              <a:rPr lang="en-US" sz="4000"/>
              <a:t>Total stable and flexible space is limited</a:t>
            </a:r>
          </a:p>
          <a:p>
            <a:pPr marL="571500" indent="-571500">
              <a:spcAft>
                <a:spcPts val="1200"/>
              </a:spcAft>
              <a:buFont typeface="Arial" panose="020B0604020202020204" pitchFamily="34" charset="0"/>
              <a:buChar char="•"/>
            </a:pPr>
            <a:r>
              <a:rPr lang="en-US" sz="4000"/>
              <a:t>Each subcategory has a maximum allowable allocation</a:t>
            </a:r>
          </a:p>
          <a:p>
            <a:pPr marL="571500" indent="-571500">
              <a:spcAft>
                <a:spcPts val="1200"/>
              </a:spcAft>
              <a:buFont typeface="Arial" panose="020B0604020202020204" pitchFamily="34" charset="0"/>
              <a:buChar char="•"/>
            </a:pPr>
            <a:r>
              <a:rPr lang="en-US" sz="4000"/>
              <a:t>Allocations must be non-negative</a:t>
            </a:r>
          </a:p>
          <a:p>
            <a:pPr marL="571500" indent="-571500">
              <a:spcAft>
                <a:spcPts val="1200"/>
              </a:spcAft>
              <a:buFont typeface="Arial" panose="020B0604020202020204" pitchFamily="34" charset="0"/>
              <a:buChar char="•"/>
            </a:pPr>
            <a:r>
              <a:rPr lang="en-US" sz="4000"/>
              <a:t>Total fixture capacity must be respected at the store level</a:t>
            </a:r>
          </a:p>
          <a:p>
            <a:pPr>
              <a:spcAft>
                <a:spcPts val="3000"/>
              </a:spcAft>
            </a:pPr>
            <a:endParaRPr lang="en-US" sz="4000"/>
          </a:p>
          <a:p>
            <a:pPr>
              <a:spcAft>
                <a:spcPts val="3000"/>
              </a:spcAft>
            </a:pPr>
            <a:endParaRPr lang="en-US" sz="4000"/>
          </a:p>
        </p:txBody>
      </p:sp>
      <p:sp>
        <p:nvSpPr>
          <p:cNvPr id="8" name="Content Placeholder 14">
            <a:extLst>
              <a:ext uri="{FF2B5EF4-FFF2-40B4-BE49-F238E27FC236}">
                <a16:creationId xmlns:a16="http://schemas.microsoft.com/office/drawing/2014/main" id="{8639CC5E-D0D9-AB58-72E8-32DA24BA0ED9}"/>
              </a:ext>
            </a:extLst>
          </p:cNvPr>
          <p:cNvSpPr txBox="1">
            <a:spLocks/>
          </p:cNvSpPr>
          <p:nvPr/>
        </p:nvSpPr>
        <p:spPr>
          <a:xfrm>
            <a:off x="682624" y="12366301"/>
            <a:ext cx="18988127" cy="1024006"/>
          </a:xfrm>
          <a:prstGeom prst="rect">
            <a:avLst/>
          </a:prstGeom>
        </p:spPr>
        <p:txBody>
          <a:bodyPr/>
          <a:lstStyle>
            <a:lvl1pPr marL="0" indent="0" algn="l" defTabSz="1828343" rtl="0" eaLnBrk="1" latinLnBrk="0" hangingPunct="1">
              <a:lnSpc>
                <a:spcPts val="4600"/>
              </a:lnSpc>
              <a:spcBef>
                <a:spcPts val="0"/>
              </a:spcBef>
              <a:spcAft>
                <a:spcPts val="1100"/>
              </a:spcAft>
              <a:buFont typeface="Arial" panose="020B0604020202020204" pitchFamily="34" charset="0"/>
              <a:buNone/>
              <a:defRPr sz="3600" kern="1200">
                <a:solidFill>
                  <a:schemeClr val="accent1"/>
                </a:solidFill>
                <a:latin typeface="+mn-lt"/>
                <a:ea typeface="+mn-ea"/>
                <a:cs typeface="+mn-cs"/>
              </a:defRPr>
            </a:lvl1pPr>
            <a:lvl2pPr marL="74612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2pPr>
            <a:lvl3pPr marL="120967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3pPr>
            <a:lvl4pPr marL="1792288" indent="-723900"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4pPr>
            <a:lvl5pPr marL="2290763" indent="-7397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r>
              <a:rPr lang="en-US" sz="4400" b="1"/>
              <a:t>This model prioritizes high-demand categories within real-world constraints</a:t>
            </a:r>
            <a:endParaRPr lang="en-US" sz="4000"/>
          </a:p>
          <a:p>
            <a:pPr>
              <a:spcAft>
                <a:spcPts val="3000"/>
              </a:spcAft>
            </a:pPr>
            <a:endParaRPr lang="en-US" sz="4000"/>
          </a:p>
          <a:p>
            <a:pPr>
              <a:spcAft>
                <a:spcPts val="3000"/>
              </a:spcAft>
            </a:pPr>
            <a:endParaRPr lang="en-US" sz="4000"/>
          </a:p>
        </p:txBody>
      </p:sp>
    </p:spTree>
    <p:extLst>
      <p:ext uri="{BB962C8B-B14F-4D97-AF65-F5344CB8AC3E}">
        <p14:creationId xmlns:p14="http://schemas.microsoft.com/office/powerpoint/2010/main" val="12841306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3A652-17A2-170D-CD8A-0DC5A5D935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FB6F48-DD67-6E55-2039-E264DF52CA34}"/>
              </a:ext>
            </a:extLst>
          </p:cNvPr>
          <p:cNvSpPr>
            <a:spLocks noGrp="1"/>
          </p:cNvSpPr>
          <p:nvPr>
            <p:ph type="sldNum" sz="quarter" idx="12"/>
          </p:nvPr>
        </p:nvSpPr>
        <p:spPr/>
        <p:txBody>
          <a:bodyPr/>
          <a:lstStyle/>
          <a:p>
            <a:fld id="{E7E83E8E-4C8F-494C-96FC-84A57D31552C}" type="slidenum">
              <a:rPr lang="en-US" smtClean="0"/>
              <a:pPr/>
              <a:t>25</a:t>
            </a:fld>
            <a:endParaRPr lang="en-US"/>
          </a:p>
        </p:txBody>
      </p:sp>
      <p:sp>
        <p:nvSpPr>
          <p:cNvPr id="3" name="Title 2">
            <a:extLst>
              <a:ext uri="{FF2B5EF4-FFF2-40B4-BE49-F238E27FC236}">
                <a16:creationId xmlns:a16="http://schemas.microsoft.com/office/drawing/2014/main" id="{C43F4869-3DB0-33F1-BAF4-25DDEF6CB9C9}"/>
              </a:ext>
            </a:extLst>
          </p:cNvPr>
          <p:cNvSpPr>
            <a:spLocks noGrp="1"/>
          </p:cNvSpPr>
          <p:nvPr>
            <p:ph type="title"/>
          </p:nvPr>
        </p:nvSpPr>
        <p:spPr/>
        <p:txBody>
          <a:bodyPr/>
          <a:lstStyle/>
          <a:p>
            <a:r>
              <a:rPr lang="en-US">
                <a:latin typeface="Everyday Sans Light"/>
              </a:rPr>
              <a:t>4. Model Results</a:t>
            </a:r>
            <a:endParaRPr lang="en-US" sz="9600">
              <a:latin typeface="Everyday Sans Light"/>
            </a:endParaRPr>
          </a:p>
        </p:txBody>
      </p:sp>
      <p:sp>
        <p:nvSpPr>
          <p:cNvPr id="4" name="Footer Placeholder 3">
            <a:extLst>
              <a:ext uri="{FF2B5EF4-FFF2-40B4-BE49-F238E27FC236}">
                <a16:creationId xmlns:a16="http://schemas.microsoft.com/office/drawing/2014/main" id="{C6849B06-FC24-80B3-7566-BC6064CD097C}"/>
              </a:ext>
            </a:extLst>
          </p:cNvPr>
          <p:cNvSpPr>
            <a:spLocks noGrp="1"/>
          </p:cNvSpPr>
          <p:nvPr>
            <p:ph type="ftr" sz="quarter" idx="13"/>
          </p:nvPr>
        </p:nvSpPr>
        <p:spPr/>
        <p:txBody>
          <a:bodyPr/>
          <a:lstStyle/>
          <a:p>
            <a:r>
              <a:rPr lang="en-US"/>
              <a:t>Walmart Team 02 | Practicum Team 06</a:t>
            </a:r>
          </a:p>
        </p:txBody>
      </p:sp>
      <p:sp>
        <p:nvSpPr>
          <p:cNvPr id="5" name="Rectangle 4">
            <a:extLst>
              <a:ext uri="{FF2B5EF4-FFF2-40B4-BE49-F238E27FC236}">
                <a16:creationId xmlns:a16="http://schemas.microsoft.com/office/drawing/2014/main" id="{931DC9E5-91E5-E248-3618-AB4E9EEDC0C1}"/>
              </a:ext>
            </a:extLst>
          </p:cNvPr>
          <p:cNvSpPr/>
          <p:nvPr/>
        </p:nvSpPr>
        <p:spPr>
          <a:xfrm>
            <a:off x="353291" y="12933107"/>
            <a:ext cx="2888673"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9773458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0B9B5-C009-96D0-17D6-E1DE3B47B1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D6DCF-EF95-F75F-36DA-2EFE028F5801}"/>
              </a:ext>
            </a:extLst>
          </p:cNvPr>
          <p:cNvSpPr>
            <a:spLocks noGrp="1"/>
          </p:cNvSpPr>
          <p:nvPr>
            <p:ph type="title"/>
          </p:nvPr>
        </p:nvSpPr>
        <p:spPr>
          <a:xfrm>
            <a:off x="682627" y="2121408"/>
            <a:ext cx="6992792" cy="1188720"/>
          </a:xfrm>
        </p:spPr>
        <p:txBody>
          <a:bodyPr/>
          <a:lstStyle/>
          <a:p>
            <a:pPr>
              <a:lnSpc>
                <a:spcPct val="100000"/>
              </a:lnSpc>
            </a:pPr>
            <a:r>
              <a:rPr lang="en-US" sz="4800"/>
              <a:t>Where The Model Allocates Space For The Most Value</a:t>
            </a:r>
          </a:p>
        </p:txBody>
      </p:sp>
      <p:sp>
        <p:nvSpPr>
          <p:cNvPr id="3" name="Content Placeholder 2">
            <a:extLst>
              <a:ext uri="{FF2B5EF4-FFF2-40B4-BE49-F238E27FC236}">
                <a16:creationId xmlns:a16="http://schemas.microsoft.com/office/drawing/2014/main" id="{C38EF675-E9C4-2147-8663-B6067874A433}"/>
              </a:ext>
            </a:extLst>
          </p:cNvPr>
          <p:cNvSpPr>
            <a:spLocks noGrp="1"/>
          </p:cNvSpPr>
          <p:nvPr>
            <p:ph idx="1"/>
          </p:nvPr>
        </p:nvSpPr>
        <p:spPr>
          <a:xfrm>
            <a:off x="566101" y="4935217"/>
            <a:ext cx="9829394" cy="4651235"/>
          </a:xfrm>
        </p:spPr>
        <p:txBody>
          <a:bodyPr vert="horz" lIns="0" tIns="0" rIns="0" bIns="0" rtlCol="0" anchor="t">
            <a:noAutofit/>
          </a:bodyPr>
          <a:lstStyle/>
          <a:p>
            <a:pPr marL="571500" lvl="0" indent="-571500" defTabSz="914400" eaLnBrk="0" fontAlgn="base" hangingPunct="0">
              <a:lnSpc>
                <a:spcPct val="100000"/>
              </a:lnSpc>
              <a:spcBef>
                <a:spcPct val="0"/>
              </a:spcBef>
              <a:spcAft>
                <a:spcPts val="1800"/>
              </a:spcAft>
              <a:buFont typeface="Arial" panose="020B0604020202020204" pitchFamily="34" charset="0"/>
              <a:buChar char="•"/>
            </a:pPr>
            <a:r>
              <a:rPr lang="en-US" altLang="en-US" sz="4000"/>
              <a:t>A small number of subcategories drive the majority of space allocation</a:t>
            </a:r>
          </a:p>
          <a:p>
            <a:pPr marL="571500" lvl="0" indent="-571500" defTabSz="914400" eaLnBrk="0" fontAlgn="base" hangingPunct="0">
              <a:lnSpc>
                <a:spcPct val="100000"/>
              </a:lnSpc>
              <a:spcBef>
                <a:spcPct val="0"/>
              </a:spcBef>
              <a:spcAft>
                <a:spcPts val="1800"/>
              </a:spcAft>
              <a:buFont typeface="Arial" panose="020B0604020202020204" pitchFamily="34" charset="0"/>
              <a:buChar char="•"/>
            </a:pPr>
            <a:r>
              <a:rPr lang="en-US" altLang="en-US" sz="4000"/>
              <a:t>High-demand categories consistently receive priority across stores</a:t>
            </a:r>
          </a:p>
          <a:p>
            <a:pPr marL="571500" lvl="0" indent="-571500" defTabSz="914400" eaLnBrk="0" fontAlgn="base" hangingPunct="0">
              <a:lnSpc>
                <a:spcPct val="100000"/>
              </a:lnSpc>
              <a:spcBef>
                <a:spcPct val="0"/>
              </a:spcBef>
              <a:spcAft>
                <a:spcPts val="1800"/>
              </a:spcAft>
              <a:buFont typeface="Arial" panose="020B0604020202020204" pitchFamily="34" charset="0"/>
              <a:buChar char="•"/>
            </a:pPr>
            <a:r>
              <a:rPr lang="en-US" altLang="en-US" sz="4000"/>
              <a:t>Space allocation is highly concentrated across a few key subcategories</a:t>
            </a:r>
          </a:p>
        </p:txBody>
      </p:sp>
      <p:sp>
        <p:nvSpPr>
          <p:cNvPr id="4" name="Footer Placeholder 3">
            <a:extLst>
              <a:ext uri="{FF2B5EF4-FFF2-40B4-BE49-F238E27FC236}">
                <a16:creationId xmlns:a16="http://schemas.microsoft.com/office/drawing/2014/main" id="{E08392C5-9391-18F8-84A2-AB12F218B0B8}"/>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42AA3C7F-05D4-9444-756C-DDF894BE434B}"/>
              </a:ext>
            </a:extLst>
          </p:cNvPr>
          <p:cNvSpPr>
            <a:spLocks noGrp="1"/>
          </p:cNvSpPr>
          <p:nvPr>
            <p:ph type="sldNum" sz="quarter" idx="12"/>
          </p:nvPr>
        </p:nvSpPr>
        <p:spPr/>
        <p:txBody>
          <a:bodyPr/>
          <a:lstStyle/>
          <a:p>
            <a:fld id="{E7E83E8E-4C8F-494C-96FC-84A57D31552C}" type="slidenum">
              <a:rPr lang="en-US" smtClean="0"/>
              <a:t>26</a:t>
            </a:fld>
            <a:endParaRPr lang="en-US"/>
          </a:p>
        </p:txBody>
      </p:sp>
      <p:pic>
        <p:nvPicPr>
          <p:cNvPr id="7" name="Picture 6">
            <a:extLst>
              <a:ext uri="{FF2B5EF4-FFF2-40B4-BE49-F238E27FC236}">
                <a16:creationId xmlns:a16="http://schemas.microsoft.com/office/drawing/2014/main" id="{EC2CB859-0BEB-D044-AA71-4085A3D973C2}"/>
              </a:ext>
            </a:extLst>
          </p:cNvPr>
          <p:cNvPicPr>
            <a:picLocks noChangeAspect="1"/>
          </p:cNvPicPr>
          <p:nvPr/>
        </p:nvPicPr>
        <p:blipFill rotWithShape="1">
          <a:blip r:embed="rId3">
            <a:clrChange>
              <a:clrFrom>
                <a:srgbClr val="FBFDFF"/>
              </a:clrFrom>
              <a:clrTo>
                <a:srgbClr val="FBFDFF">
                  <a:alpha val="0"/>
                </a:srgbClr>
              </a:clrTo>
            </a:clrChange>
          </a:blip>
          <a:srcRect t="8263" b="48355"/>
          <a:stretch/>
        </p:blipFill>
        <p:spPr>
          <a:xfrm>
            <a:off x="10868883" y="3303259"/>
            <a:ext cx="12942666" cy="4212834"/>
          </a:xfrm>
          <a:prstGeom prst="rect">
            <a:avLst/>
          </a:prstGeom>
        </p:spPr>
      </p:pic>
      <p:sp>
        <p:nvSpPr>
          <p:cNvPr id="6" name="Rectangle 5">
            <a:extLst>
              <a:ext uri="{FF2B5EF4-FFF2-40B4-BE49-F238E27FC236}">
                <a16:creationId xmlns:a16="http://schemas.microsoft.com/office/drawing/2014/main" id="{6A1A1B92-A857-544A-9A2A-2C22B83FEAA8}"/>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cxnSp>
        <p:nvCxnSpPr>
          <p:cNvPr id="8" name="Straight Connector 7">
            <a:extLst>
              <a:ext uri="{FF2B5EF4-FFF2-40B4-BE49-F238E27FC236}">
                <a16:creationId xmlns:a16="http://schemas.microsoft.com/office/drawing/2014/main" id="{7BC41890-256D-659D-593D-4FA7FCE7E8E9}"/>
              </a:ext>
            </a:extLst>
          </p:cNvPr>
          <p:cNvCxnSpPr>
            <a:cxnSpLocks/>
          </p:cNvCxnSpPr>
          <p:nvPr/>
        </p:nvCxnSpPr>
        <p:spPr>
          <a:xfrm flipV="1">
            <a:off x="10836152" y="1468582"/>
            <a:ext cx="0" cy="11921725"/>
          </a:xfrm>
          <a:prstGeom prst="line">
            <a:avLst/>
          </a:prstGeom>
          <a:ln w="28575">
            <a:solidFill>
              <a:srgbClr val="001E60">
                <a:alpha val="50196"/>
              </a:srgb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B66B204-ABEA-A1E6-0495-75DF695B5E4E}"/>
              </a:ext>
            </a:extLst>
          </p:cNvPr>
          <p:cNvPicPr>
            <a:picLocks noChangeAspect="1"/>
          </p:cNvPicPr>
          <p:nvPr/>
        </p:nvPicPr>
        <p:blipFill rotWithShape="1">
          <a:blip r:embed="rId3">
            <a:clrChange>
              <a:clrFrom>
                <a:srgbClr val="FBFDFF"/>
              </a:clrFrom>
              <a:clrTo>
                <a:srgbClr val="FBFDFF">
                  <a:alpha val="0"/>
                </a:srgbClr>
              </a:clrTo>
            </a:clrChange>
          </a:blip>
          <a:srcRect t="52103"/>
          <a:stretch/>
        </p:blipFill>
        <p:spPr>
          <a:xfrm>
            <a:off x="10868883" y="8281872"/>
            <a:ext cx="12942666" cy="4651235"/>
          </a:xfrm>
          <a:prstGeom prst="rect">
            <a:avLst/>
          </a:prstGeom>
        </p:spPr>
      </p:pic>
      <p:pic>
        <p:nvPicPr>
          <p:cNvPr id="11" name="Picture 10">
            <a:extLst>
              <a:ext uri="{FF2B5EF4-FFF2-40B4-BE49-F238E27FC236}">
                <a16:creationId xmlns:a16="http://schemas.microsoft.com/office/drawing/2014/main" id="{707A5D9D-F151-9CF4-10E8-5952BE815788}"/>
              </a:ext>
            </a:extLst>
          </p:cNvPr>
          <p:cNvPicPr>
            <a:picLocks noChangeAspect="1"/>
          </p:cNvPicPr>
          <p:nvPr/>
        </p:nvPicPr>
        <p:blipFill rotWithShape="1">
          <a:blip r:embed="rId3">
            <a:clrChange>
              <a:clrFrom>
                <a:srgbClr val="FBFDFF"/>
              </a:clrFrom>
              <a:clrTo>
                <a:srgbClr val="FBFDFF">
                  <a:alpha val="0"/>
                </a:srgbClr>
              </a:clrTo>
            </a:clrChange>
          </a:blip>
          <a:srcRect b="93020"/>
          <a:stretch/>
        </p:blipFill>
        <p:spPr>
          <a:xfrm>
            <a:off x="10836152" y="2121408"/>
            <a:ext cx="12942666" cy="677821"/>
          </a:xfrm>
          <a:prstGeom prst="rect">
            <a:avLst/>
          </a:prstGeom>
        </p:spPr>
      </p:pic>
    </p:spTree>
    <p:extLst>
      <p:ext uri="{BB962C8B-B14F-4D97-AF65-F5344CB8AC3E}">
        <p14:creationId xmlns:p14="http://schemas.microsoft.com/office/powerpoint/2010/main" val="21260715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69097-D2B4-B141-E3C6-C3E7E1BF5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FFAC6-ED95-BECB-F851-A6870620E7AB}"/>
              </a:ext>
            </a:extLst>
          </p:cNvPr>
          <p:cNvSpPr>
            <a:spLocks noGrp="1"/>
          </p:cNvSpPr>
          <p:nvPr>
            <p:ph type="title"/>
          </p:nvPr>
        </p:nvSpPr>
        <p:spPr/>
        <p:txBody>
          <a:bodyPr/>
          <a:lstStyle/>
          <a:p>
            <a:r>
              <a:rPr lang="en-US" sz="4800"/>
              <a:t>Balancing Stability and Flexibility</a:t>
            </a:r>
          </a:p>
        </p:txBody>
      </p:sp>
      <p:sp>
        <p:nvSpPr>
          <p:cNvPr id="3" name="Content Placeholder 2">
            <a:extLst>
              <a:ext uri="{FF2B5EF4-FFF2-40B4-BE49-F238E27FC236}">
                <a16:creationId xmlns:a16="http://schemas.microsoft.com/office/drawing/2014/main" id="{FA5E7438-2B17-289E-DC99-09D25BCB6769}"/>
              </a:ext>
            </a:extLst>
          </p:cNvPr>
          <p:cNvSpPr>
            <a:spLocks noGrp="1"/>
          </p:cNvSpPr>
          <p:nvPr>
            <p:ph idx="1"/>
          </p:nvPr>
        </p:nvSpPr>
        <p:spPr>
          <a:xfrm>
            <a:off x="682625" y="4860672"/>
            <a:ext cx="10052137" cy="4643545"/>
          </a:xfrm>
        </p:spPr>
        <p:txBody>
          <a:bodyPr vert="horz" lIns="0" tIns="0" rIns="0" bIns="0" rtlCol="0" anchor="t">
            <a:noAutofit/>
          </a:bodyPr>
          <a:lstStyle/>
          <a:p>
            <a:pPr marL="571500" lvl="0" indent="-571500" defTabSz="914400" eaLnBrk="0" fontAlgn="base" hangingPunct="0">
              <a:lnSpc>
                <a:spcPct val="100000"/>
              </a:lnSpc>
              <a:spcBef>
                <a:spcPct val="0"/>
              </a:spcBef>
              <a:spcAft>
                <a:spcPts val="1800"/>
              </a:spcAft>
              <a:buFont typeface="Arial" panose="020B0604020202020204" pitchFamily="34" charset="0"/>
              <a:buChar char="•"/>
            </a:pPr>
            <a:r>
              <a:rPr lang="en-US" altLang="en-US" sz="4000"/>
              <a:t>Men’s departments are dominated by stable fixture allocation</a:t>
            </a:r>
          </a:p>
          <a:p>
            <a:pPr marL="571500" lvl="0" indent="-571500" defTabSz="914400" eaLnBrk="0" fontAlgn="base" hangingPunct="0">
              <a:lnSpc>
                <a:spcPct val="100000"/>
              </a:lnSpc>
              <a:spcBef>
                <a:spcPct val="0"/>
              </a:spcBef>
              <a:spcAft>
                <a:spcPts val="1800"/>
              </a:spcAft>
              <a:buFont typeface="Arial" panose="020B0604020202020204" pitchFamily="34" charset="0"/>
              <a:buChar char="•"/>
            </a:pPr>
            <a:r>
              <a:rPr lang="en-US" altLang="en-US" sz="4000"/>
              <a:t>Women’s departments rely more heavily on flexible space</a:t>
            </a:r>
          </a:p>
          <a:p>
            <a:pPr marL="571500" lvl="0" indent="-571500" defTabSz="914400" eaLnBrk="0" fontAlgn="base" hangingPunct="0">
              <a:lnSpc>
                <a:spcPct val="100000"/>
              </a:lnSpc>
              <a:spcBef>
                <a:spcPct val="0"/>
              </a:spcBef>
              <a:spcAft>
                <a:spcPts val="1800"/>
              </a:spcAft>
              <a:buFont typeface="Arial" panose="020B0604020202020204" pitchFamily="34" charset="0"/>
              <a:buChar char="•"/>
            </a:pPr>
            <a:r>
              <a:rPr lang="en-US" altLang="en-US" sz="4000"/>
              <a:t>Different departments require different allocation strategies</a:t>
            </a:r>
          </a:p>
        </p:txBody>
      </p:sp>
      <p:sp>
        <p:nvSpPr>
          <p:cNvPr id="4" name="Footer Placeholder 3">
            <a:extLst>
              <a:ext uri="{FF2B5EF4-FFF2-40B4-BE49-F238E27FC236}">
                <a16:creationId xmlns:a16="http://schemas.microsoft.com/office/drawing/2014/main" id="{0E0889A2-BE51-448B-0D32-C9B29908C38C}"/>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6EEAAB9A-D0A4-C129-79D7-01D990C5C4D0}"/>
              </a:ext>
            </a:extLst>
          </p:cNvPr>
          <p:cNvSpPr>
            <a:spLocks noGrp="1"/>
          </p:cNvSpPr>
          <p:nvPr>
            <p:ph type="sldNum" sz="quarter" idx="12"/>
          </p:nvPr>
        </p:nvSpPr>
        <p:spPr/>
        <p:txBody>
          <a:bodyPr/>
          <a:lstStyle/>
          <a:p>
            <a:fld id="{E7E83E8E-4C8F-494C-96FC-84A57D31552C}" type="slidenum">
              <a:rPr lang="en-US" smtClean="0"/>
              <a:t>27</a:t>
            </a:fld>
            <a:endParaRPr lang="en-US"/>
          </a:p>
        </p:txBody>
      </p:sp>
      <p:pic>
        <p:nvPicPr>
          <p:cNvPr id="7" name="Picture 6">
            <a:extLst>
              <a:ext uri="{FF2B5EF4-FFF2-40B4-BE49-F238E27FC236}">
                <a16:creationId xmlns:a16="http://schemas.microsoft.com/office/drawing/2014/main" id="{40F3330A-2494-D1F8-55EB-E05BE20B45D5}"/>
              </a:ext>
            </a:extLst>
          </p:cNvPr>
          <p:cNvPicPr>
            <a:picLocks noChangeAspect="1"/>
          </p:cNvPicPr>
          <p:nvPr/>
        </p:nvPicPr>
        <p:blipFill>
          <a:blip r:embed="rId4">
            <a:clrChange>
              <a:clrFrom>
                <a:srgbClr val="FBFDFF"/>
              </a:clrFrom>
              <a:clrTo>
                <a:srgbClr val="FBFDFF">
                  <a:alpha val="0"/>
                </a:srgbClr>
              </a:clrTo>
            </a:clrChange>
          </a:blip>
          <a:stretch>
            <a:fillRect/>
          </a:stretch>
        </p:blipFill>
        <p:spPr>
          <a:xfrm>
            <a:off x="11110672" y="2715768"/>
            <a:ext cx="12606036" cy="10068871"/>
          </a:xfrm>
          <a:prstGeom prst="rect">
            <a:avLst/>
          </a:prstGeom>
        </p:spPr>
      </p:pic>
      <p:sp>
        <p:nvSpPr>
          <p:cNvPr id="6" name="Rectangle 5">
            <a:extLst>
              <a:ext uri="{FF2B5EF4-FFF2-40B4-BE49-F238E27FC236}">
                <a16:creationId xmlns:a16="http://schemas.microsoft.com/office/drawing/2014/main" id="{E26532C1-69D7-502B-CD07-76B3A00FCEEA}"/>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cxnSp>
        <p:nvCxnSpPr>
          <p:cNvPr id="8" name="Straight Connector 7">
            <a:extLst>
              <a:ext uri="{FF2B5EF4-FFF2-40B4-BE49-F238E27FC236}">
                <a16:creationId xmlns:a16="http://schemas.microsoft.com/office/drawing/2014/main" id="{F269E515-196C-2A80-9B7E-AAEFFBD1BA6A}"/>
              </a:ext>
            </a:extLst>
          </p:cNvPr>
          <p:cNvCxnSpPr>
            <a:cxnSpLocks/>
          </p:cNvCxnSpPr>
          <p:nvPr/>
        </p:nvCxnSpPr>
        <p:spPr>
          <a:xfrm flipV="1">
            <a:off x="10884651" y="889206"/>
            <a:ext cx="0" cy="12501101"/>
          </a:xfrm>
          <a:prstGeom prst="line">
            <a:avLst/>
          </a:prstGeom>
          <a:ln w="28575">
            <a:solidFill>
              <a:srgbClr val="001E60">
                <a:alpha val="50196"/>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9944496"/>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2255D-5E10-1872-C011-34F85C0E7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F9709F-7E3E-0532-83EB-D6473F03C573}"/>
              </a:ext>
            </a:extLst>
          </p:cNvPr>
          <p:cNvSpPr>
            <a:spLocks noGrp="1"/>
          </p:cNvSpPr>
          <p:nvPr>
            <p:ph type="title"/>
          </p:nvPr>
        </p:nvSpPr>
        <p:spPr/>
        <p:txBody>
          <a:bodyPr/>
          <a:lstStyle/>
          <a:p>
            <a:r>
              <a:rPr lang="en-US" sz="4800"/>
              <a:t>How Efficiently Space is Used by the Optimization Model</a:t>
            </a:r>
          </a:p>
        </p:txBody>
      </p:sp>
      <p:sp>
        <p:nvSpPr>
          <p:cNvPr id="3" name="Content Placeholder 2">
            <a:extLst>
              <a:ext uri="{FF2B5EF4-FFF2-40B4-BE49-F238E27FC236}">
                <a16:creationId xmlns:a16="http://schemas.microsoft.com/office/drawing/2014/main" id="{E33E1B3F-EE46-B9E6-02FF-6684A046BCEE}"/>
              </a:ext>
            </a:extLst>
          </p:cNvPr>
          <p:cNvSpPr>
            <a:spLocks noGrp="1"/>
          </p:cNvSpPr>
          <p:nvPr>
            <p:ph idx="1"/>
          </p:nvPr>
        </p:nvSpPr>
        <p:spPr>
          <a:xfrm>
            <a:off x="682625" y="8414098"/>
            <a:ext cx="15371538" cy="3180494"/>
          </a:xfrm>
        </p:spPr>
        <p:txBody>
          <a:bodyPr vert="horz" lIns="0" tIns="0" rIns="0" bIns="0" rtlCol="0" anchor="t">
            <a:noAutofit/>
          </a:bodyPr>
          <a:lstStyle/>
          <a:p>
            <a:pPr marL="571500" lvl="0" indent="-571500" defTabSz="914400" eaLnBrk="0" fontAlgn="base" hangingPunct="0">
              <a:lnSpc>
                <a:spcPct val="100000"/>
              </a:lnSpc>
              <a:spcBef>
                <a:spcPct val="0"/>
              </a:spcBef>
              <a:spcAft>
                <a:spcPts val="1800"/>
              </a:spcAft>
              <a:buFont typeface="Arial" panose="020B0604020202020204" pitchFamily="34" charset="0"/>
              <a:buChar char="•"/>
            </a:pPr>
            <a:r>
              <a:rPr lang="en-US" altLang="en-US" sz="4000"/>
              <a:t>Flexible fixtures are consistently more fully utilized</a:t>
            </a:r>
          </a:p>
          <a:p>
            <a:pPr marL="571500" lvl="0" indent="-571500" defTabSz="914400" eaLnBrk="0" fontAlgn="base" hangingPunct="0">
              <a:lnSpc>
                <a:spcPct val="100000"/>
              </a:lnSpc>
              <a:spcBef>
                <a:spcPct val="0"/>
              </a:spcBef>
              <a:spcAft>
                <a:spcPts val="1800"/>
              </a:spcAft>
              <a:buFont typeface="Arial" panose="020B0604020202020204" pitchFamily="34" charset="0"/>
              <a:buChar char="•"/>
            </a:pPr>
            <a:r>
              <a:rPr lang="en-US" altLang="en-US" sz="4000"/>
              <a:t>Stable fixtures provide consistency but leave unused capacity</a:t>
            </a:r>
          </a:p>
          <a:p>
            <a:pPr marL="571500" lvl="0" indent="-571500" defTabSz="914400" eaLnBrk="0" fontAlgn="base" hangingPunct="0">
              <a:lnSpc>
                <a:spcPct val="100000"/>
              </a:lnSpc>
              <a:spcBef>
                <a:spcPct val="0"/>
              </a:spcBef>
              <a:spcAft>
                <a:spcPts val="1800"/>
              </a:spcAft>
              <a:buFont typeface="Arial" panose="020B0604020202020204" pitchFamily="34" charset="0"/>
              <a:buChar char="•"/>
            </a:pPr>
            <a:r>
              <a:rPr lang="en-US" altLang="en-US" sz="4000"/>
              <a:t>Reallocating space toward flexibility can improve efficiency</a:t>
            </a:r>
          </a:p>
        </p:txBody>
      </p:sp>
      <p:sp>
        <p:nvSpPr>
          <p:cNvPr id="4" name="Footer Placeholder 3">
            <a:extLst>
              <a:ext uri="{FF2B5EF4-FFF2-40B4-BE49-F238E27FC236}">
                <a16:creationId xmlns:a16="http://schemas.microsoft.com/office/drawing/2014/main" id="{B32CCDEA-5E17-C277-0207-CAF8F6A8E893}"/>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FFA566A1-BFB7-CDAB-5DDE-1631A129D8D5}"/>
              </a:ext>
            </a:extLst>
          </p:cNvPr>
          <p:cNvSpPr>
            <a:spLocks noGrp="1"/>
          </p:cNvSpPr>
          <p:nvPr>
            <p:ph type="sldNum" sz="quarter" idx="12"/>
          </p:nvPr>
        </p:nvSpPr>
        <p:spPr/>
        <p:txBody>
          <a:bodyPr/>
          <a:lstStyle/>
          <a:p>
            <a:fld id="{E7E83E8E-4C8F-494C-96FC-84A57D31552C}" type="slidenum">
              <a:rPr lang="en-US" smtClean="0"/>
              <a:t>28</a:t>
            </a:fld>
            <a:endParaRPr lang="en-US"/>
          </a:p>
        </p:txBody>
      </p:sp>
      <p:pic>
        <p:nvPicPr>
          <p:cNvPr id="8" name="Picture 7">
            <a:extLst>
              <a:ext uri="{FF2B5EF4-FFF2-40B4-BE49-F238E27FC236}">
                <a16:creationId xmlns:a16="http://schemas.microsoft.com/office/drawing/2014/main" id="{B18C8470-377D-2AC5-AF58-D9C7303744DB}"/>
              </a:ext>
            </a:extLst>
          </p:cNvPr>
          <p:cNvPicPr>
            <a:picLocks noChangeAspect="1"/>
          </p:cNvPicPr>
          <p:nvPr/>
        </p:nvPicPr>
        <p:blipFill>
          <a:blip r:embed="rId3">
            <a:clrChange>
              <a:clrFrom>
                <a:srgbClr val="DDF1FF"/>
              </a:clrFrom>
              <a:clrTo>
                <a:srgbClr val="DDF1FF">
                  <a:alpha val="0"/>
                </a:srgbClr>
              </a:clrTo>
            </a:clrChange>
          </a:blip>
          <a:stretch>
            <a:fillRect/>
          </a:stretch>
        </p:blipFill>
        <p:spPr>
          <a:xfrm>
            <a:off x="682625" y="3816645"/>
            <a:ext cx="19778027" cy="3768100"/>
          </a:xfrm>
          <a:prstGeom prst="rect">
            <a:avLst/>
          </a:prstGeom>
        </p:spPr>
      </p:pic>
      <p:sp>
        <p:nvSpPr>
          <p:cNvPr id="6" name="Rectangle 5">
            <a:extLst>
              <a:ext uri="{FF2B5EF4-FFF2-40B4-BE49-F238E27FC236}">
                <a16:creationId xmlns:a16="http://schemas.microsoft.com/office/drawing/2014/main" id="{EBB2D977-6542-A1E3-B27D-2CCF7E92875E}"/>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411670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CBC0-1BD1-4AFE-B5B1-9183E6663B0D}"/>
              </a:ext>
            </a:extLst>
          </p:cNvPr>
          <p:cNvSpPr>
            <a:spLocks noGrp="1"/>
          </p:cNvSpPr>
          <p:nvPr>
            <p:ph type="title"/>
          </p:nvPr>
        </p:nvSpPr>
        <p:spPr/>
        <p:txBody>
          <a:bodyPr/>
          <a:lstStyle/>
          <a:p>
            <a:r>
              <a:rPr lang="en-US" sz="4800">
                <a:latin typeface="Everyday Sans Medium"/>
              </a:rPr>
              <a:t>Key Insights Summary</a:t>
            </a:r>
            <a:br>
              <a:rPr lang="en-US" sz="4800">
                <a:latin typeface="Everyday Sans Medium"/>
              </a:rPr>
            </a:br>
            <a:r>
              <a:rPr kumimoji="0" lang="en-US" sz="3200" b="0" i="1" u="none" strike="noStrike" kern="1200" cap="none" spc="0" normalizeH="0" baseline="0" noProof="0">
                <a:ln>
                  <a:noFill/>
                </a:ln>
                <a:solidFill>
                  <a:srgbClr val="001E60"/>
                </a:solidFill>
                <a:effectLst/>
                <a:uLnTx/>
                <a:uFillTx/>
                <a:latin typeface="Everyday Sans Medium"/>
                <a:ea typeface="+mj-ea"/>
                <a:cs typeface="+mj-cs"/>
              </a:rPr>
              <a:t>Based on model results</a:t>
            </a:r>
            <a:endParaRPr lang="en-US" sz="4800"/>
          </a:p>
        </p:txBody>
      </p:sp>
      <p:sp>
        <p:nvSpPr>
          <p:cNvPr id="7" name="Text Placeholder 6">
            <a:extLst>
              <a:ext uri="{FF2B5EF4-FFF2-40B4-BE49-F238E27FC236}">
                <a16:creationId xmlns:a16="http://schemas.microsoft.com/office/drawing/2014/main" id="{26431374-8BA8-E641-B158-297C6E760A6F}"/>
              </a:ext>
            </a:extLst>
          </p:cNvPr>
          <p:cNvSpPr>
            <a:spLocks noGrp="1"/>
          </p:cNvSpPr>
          <p:nvPr>
            <p:ph type="body" idx="1"/>
          </p:nvPr>
        </p:nvSpPr>
        <p:spPr>
          <a:xfrm>
            <a:off x="1371610" y="4436734"/>
            <a:ext cx="10058400" cy="1169989"/>
          </a:xfrm>
        </p:spPr>
        <p:txBody>
          <a:bodyPr/>
          <a:lstStyle/>
          <a:p>
            <a:pPr marL="0" indent="0">
              <a:lnSpc>
                <a:spcPct val="100000"/>
              </a:lnSpc>
            </a:pPr>
            <a:r>
              <a:rPr lang="en-US" sz="4000" b="1"/>
              <a:t>Fixture allocation is highly concentrated in a small number of subcategories</a:t>
            </a:r>
          </a:p>
        </p:txBody>
      </p:sp>
      <p:sp>
        <p:nvSpPr>
          <p:cNvPr id="8" name="Text Placeholder 7">
            <a:extLst>
              <a:ext uri="{FF2B5EF4-FFF2-40B4-BE49-F238E27FC236}">
                <a16:creationId xmlns:a16="http://schemas.microsoft.com/office/drawing/2014/main" id="{D6948250-EEC0-75FE-482C-DD87DC165DBF}"/>
              </a:ext>
            </a:extLst>
          </p:cNvPr>
          <p:cNvSpPr>
            <a:spLocks noGrp="1"/>
          </p:cNvSpPr>
          <p:nvPr>
            <p:ph type="body" sz="quarter" idx="3"/>
          </p:nvPr>
        </p:nvSpPr>
        <p:spPr>
          <a:xfrm>
            <a:off x="13049328" y="4436733"/>
            <a:ext cx="10058400" cy="1169989"/>
          </a:xfrm>
        </p:spPr>
        <p:txBody>
          <a:bodyPr/>
          <a:lstStyle/>
          <a:p>
            <a:pPr marL="0" indent="0">
              <a:lnSpc>
                <a:spcPct val="100000"/>
              </a:lnSpc>
            </a:pPr>
            <a:r>
              <a:rPr lang="en-US" sz="4000" b="1"/>
              <a:t>Departments exhibit distinct allocation balances between stable and flexible space</a:t>
            </a:r>
            <a:endParaRPr lang="en-US" sz="3600" b="1"/>
          </a:p>
        </p:txBody>
      </p:sp>
      <p:sp>
        <p:nvSpPr>
          <p:cNvPr id="9" name="Content Placeholder 8">
            <a:extLst>
              <a:ext uri="{FF2B5EF4-FFF2-40B4-BE49-F238E27FC236}">
                <a16:creationId xmlns:a16="http://schemas.microsoft.com/office/drawing/2014/main" id="{A6251C85-7CB8-3710-C04C-97295E6FACDC}"/>
              </a:ext>
            </a:extLst>
          </p:cNvPr>
          <p:cNvSpPr>
            <a:spLocks noGrp="1"/>
          </p:cNvSpPr>
          <p:nvPr>
            <p:ph sz="quarter" idx="4"/>
          </p:nvPr>
        </p:nvSpPr>
        <p:spPr>
          <a:xfrm>
            <a:off x="13049328" y="6035337"/>
            <a:ext cx="10058400" cy="1399778"/>
          </a:xfrm>
        </p:spPr>
        <p:txBody>
          <a:bodyPr/>
          <a:lstStyle/>
          <a:p>
            <a:pPr marL="571500" indent="-571500">
              <a:lnSpc>
                <a:spcPct val="100000"/>
              </a:lnSpc>
              <a:buFont typeface="Arial" panose="020B0604020202020204" pitchFamily="34" charset="0"/>
              <a:buChar char="•"/>
            </a:pPr>
            <a:r>
              <a:rPr lang="en-US" sz="3600"/>
              <a:t>Men’s allocations skew more stable, while Women’s are more evenly balanced</a:t>
            </a:r>
          </a:p>
        </p:txBody>
      </p:sp>
      <p:sp>
        <p:nvSpPr>
          <p:cNvPr id="4" name="Footer Placeholder 3">
            <a:extLst>
              <a:ext uri="{FF2B5EF4-FFF2-40B4-BE49-F238E27FC236}">
                <a16:creationId xmlns:a16="http://schemas.microsoft.com/office/drawing/2014/main" id="{6B18C3AC-CDE9-6B46-0397-6CFBCE02E263}"/>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4D555397-6A84-36DB-69D7-82990E83C094}"/>
              </a:ext>
            </a:extLst>
          </p:cNvPr>
          <p:cNvSpPr>
            <a:spLocks noGrp="1"/>
          </p:cNvSpPr>
          <p:nvPr>
            <p:ph type="sldNum" sz="quarter" idx="12"/>
          </p:nvPr>
        </p:nvSpPr>
        <p:spPr/>
        <p:txBody>
          <a:bodyPr/>
          <a:lstStyle/>
          <a:p>
            <a:fld id="{E7E83E8E-4C8F-494C-96FC-84A57D31552C}" type="slidenum">
              <a:rPr lang="en-US" smtClean="0"/>
              <a:t>29</a:t>
            </a:fld>
            <a:endParaRPr lang="en-US"/>
          </a:p>
        </p:txBody>
      </p:sp>
      <p:sp>
        <p:nvSpPr>
          <p:cNvPr id="10" name="Text Placeholder 9">
            <a:extLst>
              <a:ext uri="{FF2B5EF4-FFF2-40B4-BE49-F238E27FC236}">
                <a16:creationId xmlns:a16="http://schemas.microsoft.com/office/drawing/2014/main" id="{5FFA47FB-8C41-1266-22BA-00393696AB42}"/>
              </a:ext>
            </a:extLst>
          </p:cNvPr>
          <p:cNvSpPr>
            <a:spLocks noGrp="1"/>
          </p:cNvSpPr>
          <p:nvPr>
            <p:ph type="body" sz="quarter" idx="19"/>
          </p:nvPr>
        </p:nvSpPr>
        <p:spPr>
          <a:xfrm>
            <a:off x="1370858" y="9029387"/>
            <a:ext cx="10058400" cy="1149668"/>
          </a:xfrm>
        </p:spPr>
        <p:txBody>
          <a:bodyPr/>
          <a:lstStyle/>
          <a:p>
            <a:pPr marL="0" indent="0">
              <a:lnSpc>
                <a:spcPct val="100000"/>
              </a:lnSpc>
            </a:pPr>
            <a:r>
              <a:rPr lang="en-US" sz="4000" b="1"/>
              <a:t>Flexible space shows higher utilization relative to stable space</a:t>
            </a:r>
          </a:p>
        </p:txBody>
      </p:sp>
      <p:sp>
        <p:nvSpPr>
          <p:cNvPr id="12" name="Text Placeholder 11">
            <a:extLst>
              <a:ext uri="{FF2B5EF4-FFF2-40B4-BE49-F238E27FC236}">
                <a16:creationId xmlns:a16="http://schemas.microsoft.com/office/drawing/2014/main" id="{63F15601-EB93-0D4F-A5C5-8AC9C3013898}"/>
              </a:ext>
            </a:extLst>
          </p:cNvPr>
          <p:cNvSpPr>
            <a:spLocks noGrp="1"/>
          </p:cNvSpPr>
          <p:nvPr>
            <p:ph type="body" sz="quarter" idx="21"/>
          </p:nvPr>
        </p:nvSpPr>
        <p:spPr>
          <a:xfrm>
            <a:off x="13052053" y="9029387"/>
            <a:ext cx="10058400" cy="1149668"/>
          </a:xfrm>
        </p:spPr>
        <p:txBody>
          <a:bodyPr/>
          <a:lstStyle/>
          <a:p>
            <a:pPr marL="0" indent="-485775">
              <a:lnSpc>
                <a:spcPct val="100000"/>
              </a:lnSpc>
            </a:pPr>
            <a:r>
              <a:rPr lang="en-US" sz="4000" b="1"/>
              <a:t>Stable space supports consistent product availability across stores</a:t>
            </a:r>
          </a:p>
        </p:txBody>
      </p:sp>
      <p:sp>
        <p:nvSpPr>
          <p:cNvPr id="13" name="Content Placeholder 12">
            <a:extLst>
              <a:ext uri="{FF2B5EF4-FFF2-40B4-BE49-F238E27FC236}">
                <a16:creationId xmlns:a16="http://schemas.microsoft.com/office/drawing/2014/main" id="{48AFEF1E-8267-743D-6482-B7F9C2CD832E}"/>
              </a:ext>
            </a:extLst>
          </p:cNvPr>
          <p:cNvSpPr>
            <a:spLocks noGrp="1"/>
          </p:cNvSpPr>
          <p:nvPr>
            <p:ph sz="quarter" idx="22"/>
          </p:nvPr>
        </p:nvSpPr>
        <p:spPr>
          <a:xfrm>
            <a:off x="13049328" y="10601391"/>
            <a:ext cx="10058400" cy="1486641"/>
          </a:xfrm>
        </p:spPr>
        <p:txBody>
          <a:bodyPr/>
          <a:lstStyle/>
          <a:p>
            <a:pPr marL="571500" indent="-571500">
              <a:lnSpc>
                <a:spcPct val="100000"/>
              </a:lnSpc>
              <a:buFont typeface="Arial" panose="020B0604020202020204" pitchFamily="34" charset="0"/>
              <a:buChar char="•"/>
            </a:pPr>
            <a:r>
              <a:rPr lang="en-US" sz="3600">
                <a:latin typeface="+mj-lt"/>
              </a:rPr>
              <a:t>Providing a baseline allocation that complements flexible space</a:t>
            </a:r>
          </a:p>
          <a:p>
            <a:endParaRPr lang="en-US" sz="2800">
              <a:latin typeface="+mj-lt"/>
            </a:endParaRPr>
          </a:p>
        </p:txBody>
      </p:sp>
      <p:sp>
        <p:nvSpPr>
          <p:cNvPr id="6" name="Rectangle 5">
            <a:extLst>
              <a:ext uri="{FF2B5EF4-FFF2-40B4-BE49-F238E27FC236}">
                <a16:creationId xmlns:a16="http://schemas.microsoft.com/office/drawing/2014/main" id="{8CBD8C67-A06B-759F-05F6-FBF8DD19857D}"/>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15" name="Content Placeholder 14">
            <a:extLst>
              <a:ext uri="{FF2B5EF4-FFF2-40B4-BE49-F238E27FC236}">
                <a16:creationId xmlns:a16="http://schemas.microsoft.com/office/drawing/2014/main" id="{36964DA0-60A2-176D-AF90-79B0F4532774}"/>
              </a:ext>
            </a:extLst>
          </p:cNvPr>
          <p:cNvSpPr>
            <a:spLocks noGrp="1"/>
          </p:cNvSpPr>
          <p:nvPr>
            <p:ph sz="half" idx="2"/>
          </p:nvPr>
        </p:nvSpPr>
        <p:spPr>
          <a:xfrm>
            <a:off x="1370858" y="6035337"/>
            <a:ext cx="10059152" cy="1399777"/>
          </a:xfrm>
        </p:spPr>
        <p:txBody>
          <a:bodyPr/>
          <a:lstStyle/>
          <a:p>
            <a:pPr marL="571500" indent="-571500">
              <a:lnSpc>
                <a:spcPct val="100000"/>
              </a:lnSpc>
              <a:buFont typeface="Arial" panose="020B0604020202020204" pitchFamily="34" charset="0"/>
              <a:buChar char="•"/>
            </a:pPr>
            <a:r>
              <a:rPr lang="en-US" sz="3600"/>
              <a:t>A small subset of stable categories consistently receives a large portion of allocated space</a:t>
            </a:r>
          </a:p>
        </p:txBody>
      </p:sp>
      <p:sp>
        <p:nvSpPr>
          <p:cNvPr id="18" name="Content Placeholder 14">
            <a:extLst>
              <a:ext uri="{FF2B5EF4-FFF2-40B4-BE49-F238E27FC236}">
                <a16:creationId xmlns:a16="http://schemas.microsoft.com/office/drawing/2014/main" id="{06E08744-8B43-D70F-A256-DD6CFF457084}"/>
              </a:ext>
            </a:extLst>
          </p:cNvPr>
          <p:cNvSpPr txBox="1">
            <a:spLocks/>
          </p:cNvSpPr>
          <p:nvPr/>
        </p:nvSpPr>
        <p:spPr>
          <a:xfrm>
            <a:off x="1370858" y="10601391"/>
            <a:ext cx="10059152" cy="912841"/>
          </a:xfrm>
          <a:prstGeom prst="rect">
            <a:avLst/>
          </a:prstGeom>
        </p:spPr>
        <p:txBody>
          <a:bodyPr vert="horz" lIns="0" tIns="0" rIns="0" bIns="0" rtlCol="0" anchor="ctr">
            <a:noAutofit/>
          </a:bodyPr>
          <a:lstStyle>
            <a:lvl1pPr marL="0" indent="0" algn="l" defTabSz="1828343" rtl="0" eaLnBrk="1" latinLnBrk="0" hangingPunct="1">
              <a:lnSpc>
                <a:spcPts val="2600"/>
              </a:lnSpc>
              <a:spcBef>
                <a:spcPts val="0"/>
              </a:spcBef>
              <a:spcAft>
                <a:spcPts val="0"/>
              </a:spcAft>
              <a:buFont typeface="Arial" panose="020B0604020202020204" pitchFamily="34" charset="0"/>
              <a:buNone/>
              <a:defRPr sz="1800" kern="1200">
                <a:solidFill>
                  <a:schemeClr val="accent1"/>
                </a:solidFill>
                <a:latin typeface="+mn-lt"/>
                <a:ea typeface="+mn-ea"/>
                <a:cs typeface="+mn-cs"/>
              </a:defRPr>
            </a:lvl1pPr>
            <a:lvl2pPr marL="746125" indent="-727075"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2pPr>
            <a:lvl3pPr marL="1209675" indent="-727075"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3pPr>
            <a:lvl4pPr marL="1792288" indent="-723900"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4pPr>
            <a:lvl5pPr marL="2290763" indent="-739775"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marL="571500" indent="-571500">
              <a:buFont typeface="Arial" panose="020B0604020202020204" pitchFamily="34" charset="0"/>
              <a:buChar char="•"/>
            </a:pPr>
            <a:r>
              <a:rPr lang="en-US" sz="3600"/>
              <a:t>Reflects its role in adapting to changing demand</a:t>
            </a:r>
          </a:p>
        </p:txBody>
      </p:sp>
    </p:spTree>
    <p:extLst>
      <p:ext uri="{BB962C8B-B14F-4D97-AF65-F5344CB8AC3E}">
        <p14:creationId xmlns:p14="http://schemas.microsoft.com/office/powerpoint/2010/main" val="20907611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1A867-EA3D-7E2C-EFB6-B33C4BB6A4D4}"/>
            </a:ext>
          </a:extLst>
        </p:cNvPr>
        <p:cNvGrpSpPr/>
        <p:nvPr/>
      </p:nvGrpSpPr>
      <p:grpSpPr>
        <a:xfrm>
          <a:off x="0" y="0"/>
          <a:ext cx="0" cy="0"/>
          <a:chOff x="0" y="0"/>
          <a:chExt cx="0" cy="0"/>
        </a:xfrm>
      </p:grpSpPr>
      <p:sp>
        <p:nvSpPr>
          <p:cNvPr id="46" name="Title 45">
            <a:extLst>
              <a:ext uri="{FF2B5EF4-FFF2-40B4-BE49-F238E27FC236}">
                <a16:creationId xmlns:a16="http://schemas.microsoft.com/office/drawing/2014/main" id="{B9667671-D903-9CA5-B132-545F4717D2E8}"/>
              </a:ext>
            </a:extLst>
          </p:cNvPr>
          <p:cNvSpPr>
            <a:spLocks noGrp="1"/>
          </p:cNvSpPr>
          <p:nvPr>
            <p:ph type="title"/>
          </p:nvPr>
        </p:nvSpPr>
        <p:spPr/>
        <p:txBody>
          <a:bodyPr/>
          <a:lstStyle/>
          <a:p>
            <a:r>
              <a:rPr lang="en-US" sz="4800">
                <a:latin typeface="Everyday Sans Medium"/>
              </a:rPr>
              <a:t>Impact &amp; Recommendations</a:t>
            </a:r>
          </a:p>
        </p:txBody>
      </p:sp>
      <p:sp>
        <p:nvSpPr>
          <p:cNvPr id="11" name="Text Placeholder 10">
            <a:extLst>
              <a:ext uri="{FF2B5EF4-FFF2-40B4-BE49-F238E27FC236}">
                <a16:creationId xmlns:a16="http://schemas.microsoft.com/office/drawing/2014/main" id="{BB80C1EA-ACB5-24C3-6024-0B35D82C6657}"/>
              </a:ext>
            </a:extLst>
          </p:cNvPr>
          <p:cNvSpPr>
            <a:spLocks noGrp="1"/>
          </p:cNvSpPr>
          <p:nvPr>
            <p:ph type="body" idx="1"/>
          </p:nvPr>
        </p:nvSpPr>
        <p:spPr>
          <a:xfrm>
            <a:off x="1375043" y="5431978"/>
            <a:ext cx="10363676" cy="635027"/>
          </a:xfrm>
        </p:spPr>
        <p:txBody>
          <a:bodyPr/>
          <a:lstStyle/>
          <a:p>
            <a:r>
              <a:rPr lang="en-US" sz="4000" b="1"/>
              <a:t>Impact of the Approach</a:t>
            </a:r>
            <a:endParaRPr lang="en-US"/>
          </a:p>
        </p:txBody>
      </p:sp>
      <p:sp>
        <p:nvSpPr>
          <p:cNvPr id="12" name="Content Placeholder 11">
            <a:extLst>
              <a:ext uri="{FF2B5EF4-FFF2-40B4-BE49-F238E27FC236}">
                <a16:creationId xmlns:a16="http://schemas.microsoft.com/office/drawing/2014/main" id="{AC906AE7-5D96-36C1-6428-2AF4C28471EE}"/>
              </a:ext>
            </a:extLst>
          </p:cNvPr>
          <p:cNvSpPr>
            <a:spLocks noGrp="1"/>
          </p:cNvSpPr>
          <p:nvPr>
            <p:ph sz="half" idx="2"/>
          </p:nvPr>
        </p:nvSpPr>
        <p:spPr>
          <a:xfrm>
            <a:off x="1121735" y="6236465"/>
            <a:ext cx="10616984" cy="4543830"/>
          </a:xfrm>
        </p:spPr>
        <p:txBody>
          <a:bodyPr vert="horz" lIns="0" tIns="0" rIns="0" bIns="0" rtlCol="0" anchor="t">
            <a:noAutofit/>
          </a:bodyPr>
          <a:lstStyle/>
          <a:p>
            <a:pPr marL="571500" indent="-571500">
              <a:buFont typeface="Arial" panose="020B0604020202020204" pitchFamily="34" charset="0"/>
              <a:buChar char="•"/>
            </a:pPr>
            <a:r>
              <a:rPr lang="en-US" sz="3200" dirty="0"/>
              <a:t>Replaces broad seasonal labels with store-specific allocation guidance</a:t>
            </a:r>
          </a:p>
          <a:p>
            <a:pPr marL="571500" indent="-571500">
              <a:buFont typeface="Arial" panose="020B0604020202020204" pitchFamily="34" charset="0"/>
              <a:buChar char="•"/>
            </a:pPr>
            <a:r>
              <a:rPr lang="en-US" sz="3200" dirty="0"/>
              <a:t>Quantifies stable vs. flexible fixture needs by subcategory</a:t>
            </a:r>
          </a:p>
          <a:p>
            <a:pPr marL="571500" indent="-571500">
              <a:buFont typeface="Arial" panose="020B0604020202020204" pitchFamily="34" charset="0"/>
              <a:buChar char="•"/>
            </a:pPr>
            <a:r>
              <a:rPr lang="en-US" sz="3200" dirty="0"/>
              <a:t>Improves fixture utilization using demand and seasonality patterns</a:t>
            </a:r>
          </a:p>
          <a:p>
            <a:pPr marL="571500" indent="-571500">
              <a:buFont typeface="Arial" panose="020B0604020202020204" pitchFamily="34" charset="0"/>
              <a:buChar char="•"/>
            </a:pPr>
            <a:r>
              <a:rPr lang="en-US" sz="3200" dirty="0"/>
              <a:t>Produces scalable outputs across stores and departments</a:t>
            </a:r>
          </a:p>
          <a:p>
            <a:pPr marL="571500" indent="-571500">
              <a:buFont typeface="Arial" panose="020B0604020202020204" pitchFamily="34" charset="0"/>
              <a:buChar char="•"/>
            </a:pPr>
            <a:r>
              <a:rPr lang="en-US" sz="3200" dirty="0"/>
              <a:t>Supports more consistent merchandising decisions</a:t>
            </a:r>
          </a:p>
        </p:txBody>
      </p:sp>
      <p:sp>
        <p:nvSpPr>
          <p:cNvPr id="13" name="Text Placeholder 12">
            <a:extLst>
              <a:ext uri="{FF2B5EF4-FFF2-40B4-BE49-F238E27FC236}">
                <a16:creationId xmlns:a16="http://schemas.microsoft.com/office/drawing/2014/main" id="{0D9F81A0-E2F0-12AD-6578-9E110FA758D7}"/>
              </a:ext>
            </a:extLst>
          </p:cNvPr>
          <p:cNvSpPr>
            <a:spLocks noGrp="1"/>
          </p:cNvSpPr>
          <p:nvPr>
            <p:ph type="body" sz="quarter" idx="3"/>
          </p:nvPr>
        </p:nvSpPr>
        <p:spPr>
          <a:xfrm>
            <a:off x="13033604" y="5431977"/>
            <a:ext cx="10363676" cy="635027"/>
          </a:xfrm>
        </p:spPr>
        <p:txBody>
          <a:bodyPr vert="horz" lIns="0" tIns="0" rIns="0" bIns="0" rtlCol="0" anchor="t" anchorCtr="0">
            <a:noAutofit/>
          </a:bodyPr>
          <a:lstStyle/>
          <a:p>
            <a:pPr marL="474345" indent="-474345"/>
            <a:r>
              <a:rPr lang="en-US" sz="4000" b="1"/>
              <a:t>Model-Driven Recommendations</a:t>
            </a:r>
            <a:endParaRPr lang="en-US"/>
          </a:p>
        </p:txBody>
      </p:sp>
      <p:sp>
        <p:nvSpPr>
          <p:cNvPr id="25" name="Content Placeholder 24">
            <a:extLst>
              <a:ext uri="{FF2B5EF4-FFF2-40B4-BE49-F238E27FC236}">
                <a16:creationId xmlns:a16="http://schemas.microsoft.com/office/drawing/2014/main" id="{324A54AD-B2D2-822A-572E-DC725BB21D47}"/>
              </a:ext>
            </a:extLst>
          </p:cNvPr>
          <p:cNvSpPr>
            <a:spLocks noGrp="1"/>
          </p:cNvSpPr>
          <p:nvPr>
            <p:ph sz="quarter" idx="4"/>
          </p:nvPr>
        </p:nvSpPr>
        <p:spPr>
          <a:xfrm>
            <a:off x="13033604" y="6236465"/>
            <a:ext cx="9671258" cy="4882380"/>
          </a:xfrm>
        </p:spPr>
        <p:txBody>
          <a:bodyPr vert="horz" lIns="0" tIns="0" rIns="0" bIns="0" rtlCol="0" anchor="t">
            <a:noAutofit/>
          </a:bodyPr>
          <a:lstStyle/>
          <a:p>
            <a:pPr marL="571500" indent="-571500">
              <a:buFont typeface="Arial" panose="020B0604020202020204" pitchFamily="34" charset="0"/>
              <a:buChar char="•"/>
            </a:pPr>
            <a:r>
              <a:rPr lang="en-US" sz="3200" dirty="0"/>
              <a:t>Prioritize space for high-demand subcategories</a:t>
            </a:r>
          </a:p>
          <a:p>
            <a:pPr marL="571500" indent="-571500">
              <a:buFont typeface="Arial" panose="020B0604020202020204" pitchFamily="34" charset="0"/>
              <a:buChar char="•"/>
            </a:pPr>
            <a:r>
              <a:rPr lang="en-US" sz="3200" dirty="0"/>
              <a:t>Increase flexible fixture capacity where feasible</a:t>
            </a:r>
          </a:p>
          <a:p>
            <a:pPr marL="571500" indent="-571500">
              <a:buFont typeface="Arial" panose="020B0604020202020204" pitchFamily="34" charset="0"/>
              <a:buChar char="•"/>
            </a:pPr>
            <a:r>
              <a:rPr lang="en-US" sz="3200" dirty="0"/>
              <a:t>Maintain stable space for core categories</a:t>
            </a:r>
          </a:p>
          <a:p>
            <a:pPr marL="571500" indent="-571500">
              <a:buFont typeface="Arial" panose="020B0604020202020204" pitchFamily="34" charset="0"/>
              <a:buChar char="•"/>
            </a:pPr>
            <a:r>
              <a:rPr lang="en-US" sz="3200" dirty="0"/>
              <a:t>Tailor allocation strategies by department</a:t>
            </a:r>
          </a:p>
        </p:txBody>
      </p:sp>
      <p:sp>
        <p:nvSpPr>
          <p:cNvPr id="4" name="Footer Placeholder 3">
            <a:extLst>
              <a:ext uri="{FF2B5EF4-FFF2-40B4-BE49-F238E27FC236}">
                <a16:creationId xmlns:a16="http://schemas.microsoft.com/office/drawing/2014/main" id="{2CB886E2-4D99-B05F-669A-CBEACBF14B6E}"/>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0C5A2BDF-83FE-F1D2-26E8-8CB54A100AB8}"/>
              </a:ext>
            </a:extLst>
          </p:cNvPr>
          <p:cNvSpPr>
            <a:spLocks noGrp="1"/>
          </p:cNvSpPr>
          <p:nvPr>
            <p:ph type="sldNum" sz="quarter" idx="12"/>
          </p:nvPr>
        </p:nvSpPr>
        <p:spPr/>
        <p:txBody>
          <a:bodyPr/>
          <a:lstStyle/>
          <a:p>
            <a:fld id="{E7E83E8E-4C8F-494C-96FC-84A57D31552C}" type="slidenum">
              <a:rPr lang="en-US" smtClean="0"/>
              <a:pPr/>
              <a:t>30</a:t>
            </a:fld>
            <a:endParaRPr lang="en-US"/>
          </a:p>
        </p:txBody>
      </p:sp>
      <p:sp>
        <p:nvSpPr>
          <p:cNvPr id="2" name="Rectangle 1">
            <a:extLst>
              <a:ext uri="{FF2B5EF4-FFF2-40B4-BE49-F238E27FC236}">
                <a16:creationId xmlns:a16="http://schemas.microsoft.com/office/drawing/2014/main" id="{71D6F4B2-18BA-C0B8-D2F2-A29AE005DA50}"/>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40498213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1A867-EA3D-7E2C-EFB6-B33C4BB6A4D4}"/>
            </a:ext>
          </a:extLst>
        </p:cNvPr>
        <p:cNvGrpSpPr/>
        <p:nvPr/>
      </p:nvGrpSpPr>
      <p:grpSpPr>
        <a:xfrm>
          <a:off x="0" y="0"/>
          <a:ext cx="0" cy="0"/>
          <a:chOff x="0" y="0"/>
          <a:chExt cx="0" cy="0"/>
        </a:xfrm>
      </p:grpSpPr>
      <p:sp>
        <p:nvSpPr>
          <p:cNvPr id="46" name="Title 45">
            <a:extLst>
              <a:ext uri="{FF2B5EF4-FFF2-40B4-BE49-F238E27FC236}">
                <a16:creationId xmlns:a16="http://schemas.microsoft.com/office/drawing/2014/main" id="{B9667671-D903-9CA5-B132-545F4717D2E8}"/>
              </a:ext>
            </a:extLst>
          </p:cNvPr>
          <p:cNvSpPr>
            <a:spLocks noGrp="1"/>
          </p:cNvSpPr>
          <p:nvPr>
            <p:ph type="title"/>
          </p:nvPr>
        </p:nvSpPr>
        <p:spPr/>
        <p:txBody>
          <a:bodyPr/>
          <a:lstStyle/>
          <a:p>
            <a:r>
              <a:rPr lang="en-US" sz="4800">
                <a:latin typeface="Everyday Sans Medium"/>
              </a:rPr>
              <a:t>Next Steps &amp; Key Takeaways</a:t>
            </a:r>
          </a:p>
        </p:txBody>
      </p:sp>
      <p:sp>
        <p:nvSpPr>
          <p:cNvPr id="11" name="Text Placeholder 10">
            <a:extLst>
              <a:ext uri="{FF2B5EF4-FFF2-40B4-BE49-F238E27FC236}">
                <a16:creationId xmlns:a16="http://schemas.microsoft.com/office/drawing/2014/main" id="{BB80C1EA-ACB5-24C3-6024-0B35D82C6657}"/>
              </a:ext>
            </a:extLst>
          </p:cNvPr>
          <p:cNvSpPr>
            <a:spLocks noGrp="1"/>
          </p:cNvSpPr>
          <p:nvPr>
            <p:ph type="body" idx="1"/>
          </p:nvPr>
        </p:nvSpPr>
        <p:spPr>
          <a:xfrm>
            <a:off x="1375043" y="5431978"/>
            <a:ext cx="10363676" cy="635027"/>
          </a:xfrm>
        </p:spPr>
        <p:txBody>
          <a:bodyPr/>
          <a:lstStyle/>
          <a:p>
            <a:r>
              <a:rPr lang="en-US" sz="4000" b="1"/>
              <a:t>Next Steps for Model Improvements</a:t>
            </a:r>
            <a:endParaRPr lang="en-US"/>
          </a:p>
        </p:txBody>
      </p:sp>
      <p:sp>
        <p:nvSpPr>
          <p:cNvPr id="12" name="Content Placeholder 11">
            <a:extLst>
              <a:ext uri="{FF2B5EF4-FFF2-40B4-BE49-F238E27FC236}">
                <a16:creationId xmlns:a16="http://schemas.microsoft.com/office/drawing/2014/main" id="{AC906AE7-5D96-36C1-6428-2AF4C28471EE}"/>
              </a:ext>
            </a:extLst>
          </p:cNvPr>
          <p:cNvSpPr>
            <a:spLocks noGrp="1"/>
          </p:cNvSpPr>
          <p:nvPr>
            <p:ph sz="half" idx="2"/>
          </p:nvPr>
        </p:nvSpPr>
        <p:spPr>
          <a:xfrm>
            <a:off x="1121735" y="6428970"/>
            <a:ext cx="10616984" cy="4000354"/>
          </a:xfrm>
        </p:spPr>
        <p:txBody>
          <a:bodyPr vert="horz" lIns="0" tIns="0" rIns="0" bIns="0" rtlCol="0" anchor="t">
            <a:noAutofit/>
          </a:bodyPr>
          <a:lstStyle/>
          <a:p>
            <a:pPr marL="571500" indent="-571500">
              <a:buFont typeface="Arial" panose="020B0604020202020204" pitchFamily="34" charset="0"/>
              <a:buChar char="•"/>
            </a:pPr>
            <a:r>
              <a:rPr lang="en-US" sz="3200" dirty="0"/>
              <a:t>Further validate and refine demand scoring</a:t>
            </a:r>
          </a:p>
          <a:p>
            <a:pPr marL="571500" indent="-571500">
              <a:buFont typeface="Arial" panose="020B0604020202020204" pitchFamily="34" charset="0"/>
              <a:buChar char="•"/>
            </a:pPr>
            <a:r>
              <a:rPr lang="en-US" sz="3200" dirty="0"/>
              <a:t>Expand model to include store clustering (region/weather)</a:t>
            </a:r>
          </a:p>
          <a:p>
            <a:pPr marL="571500" indent="-571500">
              <a:buFont typeface="Arial" panose="020B0604020202020204" pitchFamily="34" charset="0"/>
              <a:buChar char="•"/>
            </a:pPr>
            <a:r>
              <a:rPr lang="en-US" sz="3200" dirty="0"/>
              <a:t>Improve fixture-type constraints for more realistic allocation</a:t>
            </a:r>
          </a:p>
          <a:p>
            <a:pPr marL="571500" indent="-571500">
              <a:buFont typeface="Arial" panose="020B0604020202020204" pitchFamily="34" charset="0"/>
              <a:buChar char="•"/>
            </a:pPr>
            <a:r>
              <a:rPr lang="en-US" sz="3200" dirty="0"/>
              <a:t>Expand to other departments</a:t>
            </a:r>
          </a:p>
          <a:p>
            <a:pPr marL="571500" indent="-571500">
              <a:buFont typeface="Arial" panose="020B0604020202020204" pitchFamily="34" charset="0"/>
              <a:buChar char="•"/>
            </a:pPr>
            <a:r>
              <a:rPr lang="en-US" sz="3200" dirty="0"/>
              <a:t>Validate recommendations with pilot store testing</a:t>
            </a:r>
          </a:p>
          <a:p>
            <a:endParaRPr lang="en-US" sz="3200" dirty="0"/>
          </a:p>
        </p:txBody>
      </p:sp>
      <p:sp>
        <p:nvSpPr>
          <p:cNvPr id="13" name="Text Placeholder 12">
            <a:extLst>
              <a:ext uri="{FF2B5EF4-FFF2-40B4-BE49-F238E27FC236}">
                <a16:creationId xmlns:a16="http://schemas.microsoft.com/office/drawing/2014/main" id="{0D9F81A0-E2F0-12AD-6578-9E110FA758D7}"/>
              </a:ext>
            </a:extLst>
          </p:cNvPr>
          <p:cNvSpPr>
            <a:spLocks noGrp="1"/>
          </p:cNvSpPr>
          <p:nvPr>
            <p:ph type="body" sz="quarter" idx="3"/>
          </p:nvPr>
        </p:nvSpPr>
        <p:spPr>
          <a:xfrm>
            <a:off x="13033604" y="5431977"/>
            <a:ext cx="10363676" cy="635027"/>
          </a:xfrm>
        </p:spPr>
        <p:txBody>
          <a:bodyPr vert="horz" lIns="0" tIns="0" rIns="0" bIns="0" rtlCol="0" anchor="t" anchorCtr="0">
            <a:noAutofit/>
          </a:bodyPr>
          <a:lstStyle/>
          <a:p>
            <a:pPr marL="474345" indent="-474345"/>
            <a:r>
              <a:rPr lang="en-US" sz="4000" b="1"/>
              <a:t>Project Takeaways</a:t>
            </a:r>
            <a:endParaRPr lang="en-US"/>
          </a:p>
        </p:txBody>
      </p:sp>
      <p:sp>
        <p:nvSpPr>
          <p:cNvPr id="25" name="Content Placeholder 24">
            <a:extLst>
              <a:ext uri="{FF2B5EF4-FFF2-40B4-BE49-F238E27FC236}">
                <a16:creationId xmlns:a16="http://schemas.microsoft.com/office/drawing/2014/main" id="{324A54AD-B2D2-822A-572E-DC725BB21D47}"/>
              </a:ext>
            </a:extLst>
          </p:cNvPr>
          <p:cNvSpPr>
            <a:spLocks noGrp="1"/>
          </p:cNvSpPr>
          <p:nvPr>
            <p:ph sz="quarter" idx="4"/>
          </p:nvPr>
        </p:nvSpPr>
        <p:spPr>
          <a:xfrm>
            <a:off x="13033603" y="6428970"/>
            <a:ext cx="10222312" cy="4882380"/>
          </a:xfrm>
        </p:spPr>
        <p:txBody>
          <a:bodyPr vert="horz" lIns="0" tIns="0" rIns="0" bIns="0" rtlCol="0" anchor="t">
            <a:noAutofit/>
          </a:bodyPr>
          <a:lstStyle/>
          <a:p>
            <a:pPr marL="571500" indent="-571500">
              <a:buFont typeface="Arial" panose="020B0604020202020204" pitchFamily="34" charset="0"/>
              <a:buChar char="•"/>
            </a:pPr>
            <a:r>
              <a:rPr lang="en-US" sz="3200" dirty="0"/>
              <a:t>Accurate analysis required extensive preprocessing and validation</a:t>
            </a:r>
          </a:p>
          <a:p>
            <a:pPr marL="571500" indent="-571500">
              <a:buFont typeface="Arial" panose="020B0604020202020204" pitchFamily="34" charset="0"/>
              <a:buChar char="•"/>
            </a:pPr>
            <a:r>
              <a:rPr lang="en-US" sz="3200" dirty="0"/>
              <a:t>Retail data complexity required iterative refinement</a:t>
            </a:r>
          </a:p>
          <a:p>
            <a:pPr marL="571500" indent="-571500">
              <a:buFont typeface="Arial" panose="020B0604020202020204" pitchFamily="34" charset="0"/>
              <a:buChar char="•"/>
            </a:pPr>
            <a:r>
              <a:rPr lang="en-US" sz="3200" dirty="0"/>
              <a:t>Large-scale data required structured approaches for meaningful analysis</a:t>
            </a:r>
          </a:p>
          <a:p>
            <a:pPr marL="571500" indent="-571500">
              <a:buFont typeface="Arial" panose="020B0604020202020204" pitchFamily="34" charset="0"/>
              <a:buChar char="•"/>
            </a:pPr>
            <a:r>
              <a:rPr lang="en-US" sz="3200" dirty="0"/>
              <a:t>Business context was essential for guiding modeling decisions</a:t>
            </a:r>
            <a:endParaRPr lang="en-US" sz="5400" dirty="0"/>
          </a:p>
        </p:txBody>
      </p:sp>
      <p:sp>
        <p:nvSpPr>
          <p:cNvPr id="4" name="Footer Placeholder 3">
            <a:extLst>
              <a:ext uri="{FF2B5EF4-FFF2-40B4-BE49-F238E27FC236}">
                <a16:creationId xmlns:a16="http://schemas.microsoft.com/office/drawing/2014/main" id="{2CB886E2-4D99-B05F-669A-CBEACBF14B6E}"/>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0C5A2BDF-83FE-F1D2-26E8-8CB54A100AB8}"/>
              </a:ext>
            </a:extLst>
          </p:cNvPr>
          <p:cNvSpPr>
            <a:spLocks noGrp="1"/>
          </p:cNvSpPr>
          <p:nvPr>
            <p:ph type="sldNum" sz="quarter" idx="12"/>
          </p:nvPr>
        </p:nvSpPr>
        <p:spPr/>
        <p:txBody>
          <a:bodyPr/>
          <a:lstStyle/>
          <a:p>
            <a:fld id="{E7E83E8E-4C8F-494C-96FC-84A57D31552C}" type="slidenum">
              <a:rPr lang="en-US" smtClean="0"/>
              <a:pPr/>
              <a:t>31</a:t>
            </a:fld>
            <a:endParaRPr lang="en-US"/>
          </a:p>
        </p:txBody>
      </p:sp>
      <p:sp>
        <p:nvSpPr>
          <p:cNvPr id="2" name="Rectangle 1">
            <a:extLst>
              <a:ext uri="{FF2B5EF4-FFF2-40B4-BE49-F238E27FC236}">
                <a16:creationId xmlns:a16="http://schemas.microsoft.com/office/drawing/2014/main" id="{71D6F4B2-18BA-C0B8-D2F2-A29AE005DA50}"/>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776745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F770A060-FB7A-0953-D87D-E32BE769AD9E}"/>
              </a:ext>
            </a:extLst>
          </p:cNvPr>
          <p:cNvSpPr>
            <a:spLocks noGrp="1"/>
          </p:cNvSpPr>
          <p:nvPr>
            <p:ph type="title"/>
          </p:nvPr>
        </p:nvSpPr>
        <p:spPr/>
        <p:txBody>
          <a:bodyPr/>
          <a:lstStyle/>
          <a:p>
            <a:r>
              <a:rPr lang="en-US" sz="4800"/>
              <a:t>References</a:t>
            </a:r>
          </a:p>
        </p:txBody>
      </p:sp>
      <p:sp>
        <p:nvSpPr>
          <p:cNvPr id="14" name="Content Placeholder 13">
            <a:extLst>
              <a:ext uri="{FF2B5EF4-FFF2-40B4-BE49-F238E27FC236}">
                <a16:creationId xmlns:a16="http://schemas.microsoft.com/office/drawing/2014/main" id="{329D2CD7-2E87-4150-D89B-31EFDA8DB246}"/>
              </a:ext>
            </a:extLst>
          </p:cNvPr>
          <p:cNvSpPr>
            <a:spLocks noGrp="1"/>
          </p:cNvSpPr>
          <p:nvPr>
            <p:ph idx="1"/>
          </p:nvPr>
        </p:nvSpPr>
        <p:spPr>
          <a:xfrm>
            <a:off x="682625" y="3085834"/>
            <a:ext cx="19567990" cy="9269717"/>
          </a:xfrm>
        </p:spPr>
        <p:txBody>
          <a:bodyPr/>
          <a:lstStyle/>
          <a:p>
            <a:pPr>
              <a:lnSpc>
                <a:spcPct val="200000"/>
              </a:lnSpc>
            </a:pPr>
            <a:r>
              <a:rPr lang="en-US" sz="2200" err="1"/>
              <a:t>Ishichi</a:t>
            </a:r>
            <a:r>
              <a:rPr lang="en-US" sz="2200"/>
              <a:t>, K., </a:t>
            </a:r>
            <a:r>
              <a:rPr lang="en-US" sz="2200" err="1"/>
              <a:t>Ohmori</a:t>
            </a:r>
            <a:r>
              <a:rPr lang="en-US" sz="2200"/>
              <a:t>, S., &amp; Ueda, M., &amp; Yoshimoto, K. (2019). Shelf-space Allocation Model with Demand Learning. Operations and Supply Chain Management: An International 	Journal, 12(1), 24-40. </a:t>
            </a:r>
            <a:r>
              <a:rPr lang="en-US" sz="2200">
                <a:hlinkClick r:id="rId3"/>
              </a:rPr>
              <a:t>http://doi.org/10.31387/oscm0360219</a:t>
            </a:r>
            <a:r>
              <a:rPr lang="en-US" sz="2200"/>
              <a:t> </a:t>
            </a:r>
          </a:p>
          <a:p>
            <a:pPr>
              <a:lnSpc>
                <a:spcPct val="200000"/>
              </a:lnSpc>
            </a:pPr>
            <a:r>
              <a:rPr lang="en-US" sz="2200"/>
              <a:t>Andrew Lim, Brian Rodrigues, </a:t>
            </a:r>
            <a:r>
              <a:rPr lang="en-US" sz="2200" err="1"/>
              <a:t>Xingwen</a:t>
            </a:r>
            <a:r>
              <a:rPr lang="en-US" sz="2200"/>
              <a:t> Zhang, (2004) Metaheuristics with Local Search Techniques for Retail Shelf-Space Optimization. Management Science 50(1):117-131. 	</a:t>
            </a:r>
            <a:r>
              <a:rPr lang="en-US" sz="2200">
                <a:hlinkClick r:id="rId4"/>
              </a:rPr>
              <a:t>https://doi.org/10.1287/mnsc.1030.0165</a:t>
            </a:r>
            <a:r>
              <a:rPr lang="en-US" sz="2200"/>
              <a:t> </a:t>
            </a:r>
          </a:p>
          <a:p>
            <a:pPr>
              <a:lnSpc>
                <a:spcPct val="200000"/>
              </a:lnSpc>
            </a:pPr>
            <a:r>
              <a:rPr lang="en-US" sz="2200"/>
              <a:t>Smith, S. A., Agrawal, N., &amp; McIntyre, S. H. (1998). A discrete optimization model for seasonal merchandise planning. Journal of Retailing, 74(2), 193–221. 	</a:t>
            </a:r>
            <a:r>
              <a:rPr lang="en-US" sz="2200">
                <a:hlinkClick r:id="rId5"/>
              </a:rPr>
              <a:t>https://doi.org/10.1016/s0022-4359(99)80093-1</a:t>
            </a:r>
            <a:r>
              <a:rPr lang="en-US" sz="2200"/>
              <a:t> </a:t>
            </a:r>
          </a:p>
          <a:p>
            <a:pPr>
              <a:lnSpc>
                <a:spcPct val="200000"/>
              </a:lnSpc>
            </a:pPr>
            <a:r>
              <a:rPr lang="en-US" sz="2200" err="1"/>
              <a:t>Düsterhöft</a:t>
            </a:r>
            <a:r>
              <a:rPr lang="en-US" sz="2200"/>
              <a:t>, T., </a:t>
            </a:r>
            <a:r>
              <a:rPr lang="en-US" sz="2200" err="1"/>
              <a:t>Hübner</a:t>
            </a:r>
            <a:r>
              <a:rPr lang="en-US" sz="2200"/>
              <a:t>, A. (2023). Problems and Opportunities of Applied Optimization Models in Retail Space Planning. In: </a:t>
            </a:r>
            <a:r>
              <a:rPr lang="en-US" sz="2200" err="1"/>
              <a:t>Ghoniem</a:t>
            </a:r>
            <a:r>
              <a:rPr lang="en-US" sz="2200"/>
              <a:t>, A., Maddah, B. (eds) Retail Space 	Analytics. International Series in Operations Research &amp; Management Science, vol 339. Springer, Cham. </a:t>
            </a:r>
            <a:r>
              <a:rPr lang="en-US" sz="2200">
                <a:hlinkClick r:id="rId6"/>
              </a:rPr>
              <a:t>https://doi.org/10.1007/978-3-031-27058-1_8</a:t>
            </a:r>
            <a:endParaRPr lang="en-US" sz="2200"/>
          </a:p>
          <a:p>
            <a:pPr>
              <a:lnSpc>
                <a:spcPct val="200000"/>
              </a:lnSpc>
            </a:pPr>
            <a:r>
              <a:rPr lang="en-US" sz="2200" err="1"/>
              <a:t>Gonca</a:t>
            </a:r>
            <a:r>
              <a:rPr lang="en-US" sz="2200"/>
              <a:t> P. </a:t>
            </a:r>
            <a:r>
              <a:rPr lang="en-US" sz="2200" err="1"/>
              <a:t>Soysal</a:t>
            </a:r>
            <a:r>
              <a:rPr lang="en-US" sz="2200"/>
              <a:t>, Lakshman </a:t>
            </a:r>
            <a:r>
              <a:rPr lang="en-US" sz="2200" err="1"/>
              <a:t>Krishnamurthi</a:t>
            </a:r>
            <a:r>
              <a:rPr lang="en-US" sz="2200"/>
              <a:t>, (2012) Demand Dynamics in the Seasonal Goods Industry: An Empirical Analysis. Marketing Science 31(2):293-316. 	</a:t>
            </a:r>
            <a:r>
              <a:rPr lang="en-US" sz="2200">
                <a:hlinkClick r:id="rId7"/>
              </a:rPr>
              <a:t>https://doi.org/10.1287/mksc.1110.0693</a:t>
            </a:r>
            <a:endParaRPr lang="en-US" sz="2200"/>
          </a:p>
          <a:p>
            <a:pPr>
              <a:lnSpc>
                <a:spcPct val="200000"/>
              </a:lnSpc>
            </a:pPr>
            <a:r>
              <a:rPr lang="en-US" sz="2200"/>
              <a:t> </a:t>
            </a:r>
            <a:r>
              <a:rPr lang="en-US" sz="2200" err="1"/>
              <a:t>Kandemir</a:t>
            </a:r>
            <a:r>
              <a:rPr lang="en-US" sz="2200"/>
              <a:t>, B. (2022). A Methodology for Clustering Items with Seasonal and Non-seasonal Demand Patterns for Inventory Management. Journal of Advanced Research in 	Natural and Applied Sciences, 8(4), 753-761. </a:t>
            </a:r>
            <a:r>
              <a:rPr lang="en-US" sz="2200">
                <a:hlinkClick r:id="rId8"/>
              </a:rPr>
              <a:t>https://doi.org/10.28979/jarnas.1112146</a:t>
            </a:r>
            <a:r>
              <a:rPr lang="en-US" sz="2200"/>
              <a:t> </a:t>
            </a:r>
          </a:p>
        </p:txBody>
      </p:sp>
      <p:sp>
        <p:nvSpPr>
          <p:cNvPr id="7" name="Footer Placeholder 6">
            <a:extLst>
              <a:ext uri="{FF2B5EF4-FFF2-40B4-BE49-F238E27FC236}">
                <a16:creationId xmlns:a16="http://schemas.microsoft.com/office/drawing/2014/main" id="{C1C16E31-7549-945E-D443-87CE61FB2E2F}"/>
              </a:ext>
            </a:extLst>
          </p:cNvPr>
          <p:cNvSpPr>
            <a:spLocks noGrp="1"/>
          </p:cNvSpPr>
          <p:nvPr>
            <p:ph type="ftr" sz="quarter" idx="11"/>
          </p:nvPr>
        </p:nvSpPr>
        <p:spPr/>
        <p:txBody>
          <a:bodyPr/>
          <a:lstStyle/>
          <a:p>
            <a:r>
              <a:rPr lang="en-US"/>
              <a:t>Walmart Team 02 | Practicum Team 06</a:t>
            </a:r>
          </a:p>
        </p:txBody>
      </p:sp>
      <p:sp>
        <p:nvSpPr>
          <p:cNvPr id="8" name="Slide Number Placeholder 7">
            <a:extLst>
              <a:ext uri="{FF2B5EF4-FFF2-40B4-BE49-F238E27FC236}">
                <a16:creationId xmlns:a16="http://schemas.microsoft.com/office/drawing/2014/main" id="{D21CF2D7-CEF2-9D15-B585-4C8A6091B2DA}"/>
              </a:ext>
            </a:extLst>
          </p:cNvPr>
          <p:cNvSpPr>
            <a:spLocks noGrp="1"/>
          </p:cNvSpPr>
          <p:nvPr>
            <p:ph type="sldNum" sz="quarter" idx="12"/>
          </p:nvPr>
        </p:nvSpPr>
        <p:spPr/>
        <p:txBody>
          <a:bodyPr/>
          <a:lstStyle/>
          <a:p>
            <a:fld id="{E7E83E8E-4C8F-494C-96FC-84A57D31552C}" type="slidenum">
              <a:rPr lang="en-US" smtClean="0"/>
              <a:t>32</a:t>
            </a:fld>
            <a:endParaRPr lang="en-US"/>
          </a:p>
        </p:txBody>
      </p:sp>
      <p:sp>
        <p:nvSpPr>
          <p:cNvPr id="2" name="Rectangle 1">
            <a:extLst>
              <a:ext uri="{FF2B5EF4-FFF2-40B4-BE49-F238E27FC236}">
                <a16:creationId xmlns:a16="http://schemas.microsoft.com/office/drawing/2014/main" id="{76F016AA-31BD-5FD4-59A7-FC557FF0AD36}"/>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8384212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61FD4A0-8A11-F801-62CA-BF40E3947F48}"/>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33</a:t>
            </a:fld>
            <a:endParaRPr lang="en-US"/>
          </a:p>
        </p:txBody>
      </p:sp>
      <p:sp>
        <p:nvSpPr>
          <p:cNvPr id="6" name="Title 5">
            <a:extLst>
              <a:ext uri="{FF2B5EF4-FFF2-40B4-BE49-F238E27FC236}">
                <a16:creationId xmlns:a16="http://schemas.microsoft.com/office/drawing/2014/main" id="{30E96F2D-5EDB-5829-2240-D5B574B6B21A}"/>
              </a:ext>
            </a:extLst>
          </p:cNvPr>
          <p:cNvSpPr>
            <a:spLocks noGrp="1"/>
          </p:cNvSpPr>
          <p:nvPr>
            <p:ph type="title"/>
          </p:nvPr>
        </p:nvSpPr>
        <p:spPr>
          <a:xfrm>
            <a:off x="581027" y="3723375"/>
            <a:ext cx="23235919" cy="7631697"/>
          </a:xfrm>
        </p:spPr>
        <p:txBody>
          <a:bodyPr/>
          <a:lstStyle/>
          <a:p>
            <a:r>
              <a:rPr lang="en-US"/>
              <a:t>Thank You</a:t>
            </a:r>
          </a:p>
        </p:txBody>
      </p:sp>
      <p:sp>
        <p:nvSpPr>
          <p:cNvPr id="10" name="Footer Placeholder 9">
            <a:extLst>
              <a:ext uri="{FF2B5EF4-FFF2-40B4-BE49-F238E27FC236}">
                <a16:creationId xmlns:a16="http://schemas.microsoft.com/office/drawing/2014/main" id="{14F2CA8B-E0B1-ACA3-2B69-D676934C39EF}"/>
              </a:ext>
            </a:extLst>
          </p:cNvPr>
          <p:cNvSpPr>
            <a:spLocks noGrp="1"/>
          </p:cNvSpPr>
          <p:nvPr>
            <p:ph type="ftr" sz="quarter" idx="13"/>
          </p:nvPr>
        </p:nvSpPr>
        <p:spPr/>
        <p:txBody>
          <a:bodyPr/>
          <a:lstStyle/>
          <a:p>
            <a:r>
              <a:rPr lang="en-US"/>
              <a:t>Walmart Team 02 | Practicum Team 06</a:t>
            </a:r>
          </a:p>
        </p:txBody>
      </p:sp>
      <p:sp>
        <p:nvSpPr>
          <p:cNvPr id="2" name="Rectangle 1">
            <a:extLst>
              <a:ext uri="{FF2B5EF4-FFF2-40B4-BE49-F238E27FC236}">
                <a16:creationId xmlns:a16="http://schemas.microsoft.com/office/drawing/2014/main" id="{6AB6088F-A34A-32A0-E715-0D9740FAAAD0}"/>
              </a:ext>
            </a:extLst>
          </p:cNvPr>
          <p:cNvSpPr/>
          <p:nvPr/>
        </p:nvSpPr>
        <p:spPr>
          <a:xfrm>
            <a:off x="353291" y="12933107"/>
            <a:ext cx="2888673" cy="4572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2573155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C58B94-FAFB-8DD2-C269-A43984363D82}"/>
              </a:ext>
            </a:extLst>
          </p:cNvPr>
          <p:cNvSpPr>
            <a:spLocks noGrp="1"/>
          </p:cNvSpPr>
          <p:nvPr>
            <p:ph type="sldNum" sz="quarter" idx="12"/>
          </p:nvPr>
        </p:nvSpPr>
        <p:spPr/>
        <p:txBody>
          <a:bodyPr/>
          <a:lstStyle/>
          <a:p>
            <a:fld id="{E7E83E8E-4C8F-494C-96FC-84A57D31552C}" type="slidenum">
              <a:rPr lang="en-US" smtClean="0"/>
              <a:pPr/>
              <a:t>34</a:t>
            </a:fld>
            <a:endParaRPr lang="en-US"/>
          </a:p>
        </p:txBody>
      </p:sp>
      <p:sp>
        <p:nvSpPr>
          <p:cNvPr id="3" name="Title 2">
            <a:extLst>
              <a:ext uri="{FF2B5EF4-FFF2-40B4-BE49-F238E27FC236}">
                <a16:creationId xmlns:a16="http://schemas.microsoft.com/office/drawing/2014/main" id="{87C088E8-1BB1-121F-01C3-E3FD176C1D4B}"/>
              </a:ext>
            </a:extLst>
          </p:cNvPr>
          <p:cNvSpPr>
            <a:spLocks noGrp="1"/>
          </p:cNvSpPr>
          <p:nvPr>
            <p:ph type="title"/>
          </p:nvPr>
        </p:nvSpPr>
        <p:spPr/>
        <p:txBody>
          <a:bodyPr/>
          <a:lstStyle/>
          <a:p>
            <a:r>
              <a:rPr lang="en-US"/>
              <a:t>Appendix</a:t>
            </a:r>
          </a:p>
        </p:txBody>
      </p:sp>
      <p:sp>
        <p:nvSpPr>
          <p:cNvPr id="4" name="Footer Placeholder 3">
            <a:extLst>
              <a:ext uri="{FF2B5EF4-FFF2-40B4-BE49-F238E27FC236}">
                <a16:creationId xmlns:a16="http://schemas.microsoft.com/office/drawing/2014/main" id="{FFB47569-3501-CB37-4104-D2868B41ED63}"/>
              </a:ext>
            </a:extLst>
          </p:cNvPr>
          <p:cNvSpPr>
            <a:spLocks noGrp="1"/>
          </p:cNvSpPr>
          <p:nvPr>
            <p:ph type="ftr" sz="quarter" idx="13"/>
          </p:nvPr>
        </p:nvSpPr>
        <p:spPr/>
        <p:txBody>
          <a:bodyPr/>
          <a:lstStyle/>
          <a:p>
            <a:r>
              <a:rPr lang="en-US"/>
              <a:t>Add Team Name Here</a:t>
            </a:r>
          </a:p>
        </p:txBody>
      </p:sp>
    </p:spTree>
    <p:extLst>
      <p:ext uri="{BB962C8B-B14F-4D97-AF65-F5344CB8AC3E}">
        <p14:creationId xmlns:p14="http://schemas.microsoft.com/office/powerpoint/2010/main" val="2455110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0A6D3361-DC5C-AC8E-23F7-CEF3BD5061A8}"/>
              </a:ext>
            </a:extLst>
          </p:cNvPr>
          <p:cNvSpPr>
            <a:spLocks noGrp="1"/>
          </p:cNvSpPr>
          <p:nvPr>
            <p:ph type="title"/>
          </p:nvPr>
        </p:nvSpPr>
        <p:spPr>
          <a:xfrm>
            <a:off x="682626" y="2121408"/>
            <a:ext cx="14496414" cy="1169989"/>
          </a:xfrm>
        </p:spPr>
        <p:txBody>
          <a:bodyPr/>
          <a:lstStyle/>
          <a:p>
            <a:r>
              <a:rPr lang="en-US" sz="4800">
                <a:latin typeface="Everyday Sans Medium"/>
              </a:rPr>
              <a:t>Men’s Departments: Stable and Uniform Space Allocation</a:t>
            </a:r>
            <a:endParaRPr lang="en-US" sz="4800"/>
          </a:p>
        </p:txBody>
      </p:sp>
      <p:sp>
        <p:nvSpPr>
          <p:cNvPr id="15" name="Content Placeholder 14">
            <a:extLst>
              <a:ext uri="{FF2B5EF4-FFF2-40B4-BE49-F238E27FC236}">
                <a16:creationId xmlns:a16="http://schemas.microsoft.com/office/drawing/2014/main" id="{4DACC135-C9F7-565C-8BF0-D5571C234422}"/>
              </a:ext>
            </a:extLst>
          </p:cNvPr>
          <p:cNvSpPr>
            <a:spLocks noGrp="1"/>
          </p:cNvSpPr>
          <p:nvPr>
            <p:ph sz="half" idx="2"/>
          </p:nvPr>
        </p:nvSpPr>
        <p:spPr>
          <a:xfrm>
            <a:off x="682625" y="3141497"/>
            <a:ext cx="11506200" cy="6423659"/>
          </a:xfrm>
        </p:spPr>
        <p:txBody>
          <a:bodyPr vert="horz" lIns="0" tIns="0" rIns="0" bIns="0" rtlCol="0" anchor="t">
            <a:noAutofit/>
          </a:bodyPr>
          <a:lstStyle/>
          <a:p>
            <a:pPr>
              <a:lnSpc>
                <a:spcPct val="100000"/>
              </a:lnSpc>
              <a:spcAft>
                <a:spcPts val="1200"/>
              </a:spcAft>
            </a:pPr>
            <a:r>
              <a:rPr lang="en-US" sz="3600" b="1"/>
              <a:t>Takeaway:</a:t>
            </a:r>
            <a:endParaRPr lang="en-US" sz="2000"/>
          </a:p>
          <a:p>
            <a:pPr marL="457200" indent="-457200">
              <a:lnSpc>
                <a:spcPct val="100000"/>
              </a:lnSpc>
              <a:spcAft>
                <a:spcPts val="1200"/>
              </a:spcAft>
              <a:buChar char="•"/>
            </a:pPr>
            <a:r>
              <a:rPr lang="en-US" sz="3600"/>
              <a:t>Fixture space is distributed across many subcategories</a:t>
            </a:r>
          </a:p>
          <a:p>
            <a:pPr marL="457200" indent="-457200">
              <a:lnSpc>
                <a:spcPct val="100000"/>
              </a:lnSpc>
              <a:spcAft>
                <a:spcPts val="1200"/>
              </a:spcAft>
              <a:buChar char="•"/>
            </a:pPr>
            <a:r>
              <a:rPr lang="en-US" sz="3600"/>
              <a:t>Allocation per subcategory is relatively small</a:t>
            </a:r>
          </a:p>
          <a:p>
            <a:pPr marL="457200" indent="-457200">
              <a:lnSpc>
                <a:spcPct val="100000"/>
              </a:lnSpc>
              <a:spcAft>
                <a:spcPts val="1200"/>
              </a:spcAft>
              <a:buChar char="•"/>
            </a:pPr>
            <a:r>
              <a:rPr lang="en-US" sz="3600"/>
              <a:t>Fixture usage is concentrated in wall-based fixtures</a:t>
            </a:r>
          </a:p>
          <a:p>
            <a:pPr marL="457200" indent="-457200">
              <a:lnSpc>
                <a:spcPct val="100000"/>
              </a:lnSpc>
              <a:buChar char="•"/>
            </a:pPr>
            <a:endParaRPr lang="en-US" sz="3200"/>
          </a:p>
        </p:txBody>
      </p:sp>
      <p:sp>
        <p:nvSpPr>
          <p:cNvPr id="7" name="Footer Placeholder 6">
            <a:extLst>
              <a:ext uri="{FF2B5EF4-FFF2-40B4-BE49-F238E27FC236}">
                <a16:creationId xmlns:a16="http://schemas.microsoft.com/office/drawing/2014/main" id="{A68655D9-27F3-7DDE-E6EC-AFFDBF194D85}"/>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8" name="Slide Number Placeholder 7">
            <a:extLst>
              <a:ext uri="{FF2B5EF4-FFF2-40B4-BE49-F238E27FC236}">
                <a16:creationId xmlns:a16="http://schemas.microsoft.com/office/drawing/2014/main" id="{3A4AA1DD-3EEC-01F8-A55F-AC98E7C942BF}"/>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35</a:t>
            </a:fld>
            <a:endParaRPr lang="en-US"/>
          </a:p>
        </p:txBody>
      </p:sp>
      <p:pic>
        <p:nvPicPr>
          <p:cNvPr id="3" name="Picture 2" descr="A graph with different colored squares&#10;&#10;AI-generated content may be incorrect.">
            <a:extLst>
              <a:ext uri="{FF2B5EF4-FFF2-40B4-BE49-F238E27FC236}">
                <a16:creationId xmlns:a16="http://schemas.microsoft.com/office/drawing/2014/main" id="{FC7C9787-A389-7C63-622B-F570CAFDCD84}"/>
              </a:ext>
            </a:extLst>
          </p:cNvPr>
          <p:cNvPicPr>
            <a:picLocks noChangeAspect="1"/>
          </p:cNvPicPr>
          <p:nvPr/>
        </p:nvPicPr>
        <p:blipFill>
          <a:blip r:embed="rId4"/>
          <a:stretch>
            <a:fillRect/>
          </a:stretch>
        </p:blipFill>
        <p:spPr>
          <a:xfrm>
            <a:off x="2581136" y="6197206"/>
            <a:ext cx="8575715" cy="7104888"/>
          </a:xfrm>
          <a:prstGeom prst="rect">
            <a:avLst/>
          </a:prstGeom>
        </p:spPr>
      </p:pic>
      <p:pic>
        <p:nvPicPr>
          <p:cNvPr id="11" name="Picture 10">
            <a:extLst>
              <a:ext uri="{FF2B5EF4-FFF2-40B4-BE49-F238E27FC236}">
                <a16:creationId xmlns:a16="http://schemas.microsoft.com/office/drawing/2014/main" id="{0AA64CBA-69B4-706D-DC58-0C56ED3EA4FF}"/>
              </a:ext>
            </a:extLst>
          </p:cNvPr>
          <p:cNvPicPr>
            <a:picLocks noChangeAspect="1"/>
          </p:cNvPicPr>
          <p:nvPr/>
        </p:nvPicPr>
        <p:blipFill>
          <a:blip r:embed="rId5"/>
          <a:stretch>
            <a:fillRect/>
          </a:stretch>
        </p:blipFill>
        <p:spPr>
          <a:xfrm>
            <a:off x="12970494" y="6234606"/>
            <a:ext cx="8532784" cy="7031736"/>
          </a:xfrm>
          <a:prstGeom prst="rect">
            <a:avLst/>
          </a:prstGeom>
        </p:spPr>
      </p:pic>
      <p:sp>
        <p:nvSpPr>
          <p:cNvPr id="2" name="Rectangle 1">
            <a:extLst>
              <a:ext uri="{FF2B5EF4-FFF2-40B4-BE49-F238E27FC236}">
                <a16:creationId xmlns:a16="http://schemas.microsoft.com/office/drawing/2014/main" id="{16AEE8ED-9C16-2328-2EFC-A32A5567FAF5}"/>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858479423"/>
      </p:ext>
    </p:extLst>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327358E-33B3-CB04-443E-57810C7E5736}"/>
            </a:ext>
          </a:extLst>
        </p:cNvPr>
        <p:cNvGrpSpPr/>
        <p:nvPr/>
      </p:nvGrpSpPr>
      <p:grpSpPr>
        <a:xfrm>
          <a:off x="0" y="0"/>
          <a:ext cx="0" cy="0"/>
          <a:chOff x="0" y="0"/>
          <a:chExt cx="0" cy="0"/>
        </a:xfrm>
      </p:grpSpPr>
      <p:sp>
        <p:nvSpPr>
          <p:cNvPr id="14" name="Title 13">
            <a:extLst>
              <a:ext uri="{FF2B5EF4-FFF2-40B4-BE49-F238E27FC236}">
                <a16:creationId xmlns:a16="http://schemas.microsoft.com/office/drawing/2014/main" id="{7DC0E639-491A-2D91-2499-E21BD6EBCB1A}"/>
              </a:ext>
            </a:extLst>
          </p:cNvPr>
          <p:cNvSpPr>
            <a:spLocks noGrp="1"/>
          </p:cNvSpPr>
          <p:nvPr>
            <p:ph type="title"/>
          </p:nvPr>
        </p:nvSpPr>
        <p:spPr>
          <a:xfrm>
            <a:off x="682626" y="2121408"/>
            <a:ext cx="16713276" cy="1169989"/>
          </a:xfrm>
        </p:spPr>
        <p:txBody>
          <a:bodyPr/>
          <a:lstStyle/>
          <a:p>
            <a:r>
              <a:rPr lang="en-US" sz="4800">
                <a:latin typeface="Everyday Sans Medium"/>
              </a:rPr>
              <a:t>Women’s Departments: Flexible and Concentrated Space Allocation</a:t>
            </a:r>
            <a:endParaRPr lang="en-US" sz="4800"/>
          </a:p>
        </p:txBody>
      </p:sp>
      <p:sp>
        <p:nvSpPr>
          <p:cNvPr id="15" name="Content Placeholder 14">
            <a:extLst>
              <a:ext uri="{FF2B5EF4-FFF2-40B4-BE49-F238E27FC236}">
                <a16:creationId xmlns:a16="http://schemas.microsoft.com/office/drawing/2014/main" id="{2F94EED8-B172-887D-1194-FC6AA3D92CF4}"/>
              </a:ext>
            </a:extLst>
          </p:cNvPr>
          <p:cNvSpPr>
            <a:spLocks noGrp="1"/>
          </p:cNvSpPr>
          <p:nvPr>
            <p:ph sz="half" idx="2"/>
          </p:nvPr>
        </p:nvSpPr>
        <p:spPr>
          <a:xfrm>
            <a:off x="682625" y="3213253"/>
            <a:ext cx="11058321" cy="6423659"/>
          </a:xfrm>
        </p:spPr>
        <p:txBody>
          <a:bodyPr vert="horz" lIns="0" tIns="0" rIns="0" bIns="0" rtlCol="0" anchor="t">
            <a:noAutofit/>
          </a:bodyPr>
          <a:lstStyle/>
          <a:p>
            <a:pPr>
              <a:lnSpc>
                <a:spcPct val="100000"/>
              </a:lnSpc>
              <a:spcAft>
                <a:spcPts val="1200"/>
              </a:spcAft>
            </a:pPr>
            <a:r>
              <a:rPr lang="en-US" sz="3600" b="1"/>
              <a:t>Takeaway:</a:t>
            </a:r>
            <a:endParaRPr lang="en-US" sz="2000"/>
          </a:p>
          <a:p>
            <a:pPr marL="457200" indent="-457200">
              <a:lnSpc>
                <a:spcPct val="100000"/>
              </a:lnSpc>
              <a:spcAft>
                <a:spcPts val="1200"/>
              </a:spcAft>
              <a:buChar char="•"/>
            </a:pPr>
            <a:r>
              <a:rPr lang="en-US" sz="3600"/>
              <a:t>Fewer subcategories account for most fixture space</a:t>
            </a:r>
          </a:p>
          <a:p>
            <a:pPr marL="457200" indent="-457200">
              <a:lnSpc>
                <a:spcPct val="100000"/>
              </a:lnSpc>
              <a:spcAft>
                <a:spcPts val="1200"/>
              </a:spcAft>
              <a:buChar char="•"/>
            </a:pPr>
            <a:r>
              <a:rPr lang="en-US" sz="3600"/>
              <a:t>Larger allocations are given to key categories</a:t>
            </a:r>
          </a:p>
          <a:p>
            <a:pPr marL="457200" indent="-457200">
              <a:lnSpc>
                <a:spcPct val="100000"/>
              </a:lnSpc>
              <a:spcAft>
                <a:spcPts val="1200"/>
              </a:spcAft>
              <a:buChar char="•"/>
            </a:pPr>
            <a:r>
              <a:rPr lang="en-US" sz="3600"/>
              <a:t>Fixture usage is more diverse and adaptable</a:t>
            </a:r>
          </a:p>
          <a:p>
            <a:pPr marL="457200" indent="-457200">
              <a:lnSpc>
                <a:spcPct val="100000"/>
              </a:lnSpc>
              <a:buChar char="•"/>
            </a:pPr>
            <a:endParaRPr lang="en-US" sz="3200"/>
          </a:p>
        </p:txBody>
      </p:sp>
      <p:sp>
        <p:nvSpPr>
          <p:cNvPr id="7" name="Footer Placeholder 6">
            <a:extLst>
              <a:ext uri="{FF2B5EF4-FFF2-40B4-BE49-F238E27FC236}">
                <a16:creationId xmlns:a16="http://schemas.microsoft.com/office/drawing/2014/main" id="{10F7C7FB-DD1E-431F-20F0-BD33C6FE28C2}"/>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8" name="Slide Number Placeholder 7">
            <a:extLst>
              <a:ext uri="{FF2B5EF4-FFF2-40B4-BE49-F238E27FC236}">
                <a16:creationId xmlns:a16="http://schemas.microsoft.com/office/drawing/2014/main" id="{B271776C-86DA-E607-1F78-A7F1E84F8F56}"/>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36</a:t>
            </a:fld>
            <a:endParaRPr lang="en-US"/>
          </a:p>
        </p:txBody>
      </p:sp>
      <p:pic>
        <p:nvPicPr>
          <p:cNvPr id="4" name="Picture 3" descr="A graph with different colored squares&#10;&#10;AI-generated content may be incorrect.">
            <a:extLst>
              <a:ext uri="{FF2B5EF4-FFF2-40B4-BE49-F238E27FC236}">
                <a16:creationId xmlns:a16="http://schemas.microsoft.com/office/drawing/2014/main" id="{19B4951E-1816-3FD4-BC0F-B3206324C19E}"/>
              </a:ext>
            </a:extLst>
          </p:cNvPr>
          <p:cNvPicPr>
            <a:picLocks noChangeAspect="1"/>
          </p:cNvPicPr>
          <p:nvPr/>
        </p:nvPicPr>
        <p:blipFill>
          <a:blip r:embed="rId3"/>
          <a:stretch>
            <a:fillRect/>
          </a:stretch>
        </p:blipFill>
        <p:spPr>
          <a:xfrm>
            <a:off x="13481439" y="6425083"/>
            <a:ext cx="8494776" cy="6659289"/>
          </a:xfrm>
          <a:prstGeom prst="rect">
            <a:avLst/>
          </a:prstGeom>
        </p:spPr>
      </p:pic>
      <p:pic>
        <p:nvPicPr>
          <p:cNvPr id="5" name="Picture 4" descr="A graph with different colored squares&#10;&#10;AI-generated content may be incorrect.">
            <a:extLst>
              <a:ext uri="{FF2B5EF4-FFF2-40B4-BE49-F238E27FC236}">
                <a16:creationId xmlns:a16="http://schemas.microsoft.com/office/drawing/2014/main" id="{28B928B6-8896-9C60-3361-EB9D27E7DE2D}"/>
              </a:ext>
            </a:extLst>
          </p:cNvPr>
          <p:cNvPicPr>
            <a:picLocks noChangeAspect="1"/>
          </p:cNvPicPr>
          <p:nvPr/>
        </p:nvPicPr>
        <p:blipFill>
          <a:blip r:embed="rId4"/>
          <a:stretch>
            <a:fillRect/>
          </a:stretch>
        </p:blipFill>
        <p:spPr>
          <a:xfrm>
            <a:off x="2401435" y="6312471"/>
            <a:ext cx="8948136" cy="6620636"/>
          </a:xfrm>
          <a:prstGeom prst="rect">
            <a:avLst/>
          </a:prstGeom>
        </p:spPr>
      </p:pic>
      <p:sp>
        <p:nvSpPr>
          <p:cNvPr id="2" name="Rectangle 1">
            <a:extLst>
              <a:ext uri="{FF2B5EF4-FFF2-40B4-BE49-F238E27FC236}">
                <a16:creationId xmlns:a16="http://schemas.microsoft.com/office/drawing/2014/main" id="{D6A352B6-414F-C1DB-6173-BF85C092770B}"/>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1370246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659C9381-8A40-C3F2-D4BA-3C9B6CE060D4}"/>
              </a:ext>
            </a:extLst>
          </p:cNvPr>
          <p:cNvSpPr>
            <a:spLocks noGrp="1"/>
          </p:cNvSpPr>
          <p:nvPr>
            <p:ph type="body" idx="1"/>
          </p:nvPr>
        </p:nvSpPr>
        <p:spPr>
          <a:xfrm>
            <a:off x="1211537" y="5072201"/>
            <a:ext cx="3764240" cy="635027"/>
          </a:xfrm>
        </p:spPr>
        <p:txBody>
          <a:bodyPr/>
          <a:lstStyle/>
          <a:p>
            <a:pPr>
              <a:lnSpc>
                <a:spcPct val="100000"/>
              </a:lnSpc>
            </a:pPr>
            <a:r>
              <a:rPr lang="en-US" sz="4400"/>
              <a:t>Understand</a:t>
            </a:r>
          </a:p>
        </p:txBody>
      </p:sp>
      <p:sp>
        <p:nvSpPr>
          <p:cNvPr id="34" name="Content Placeholder 33">
            <a:extLst>
              <a:ext uri="{FF2B5EF4-FFF2-40B4-BE49-F238E27FC236}">
                <a16:creationId xmlns:a16="http://schemas.microsoft.com/office/drawing/2014/main" id="{98AC2B45-7E8C-2562-1779-16A7EF5D9320}"/>
              </a:ext>
            </a:extLst>
          </p:cNvPr>
          <p:cNvSpPr>
            <a:spLocks noGrp="1"/>
          </p:cNvSpPr>
          <p:nvPr>
            <p:ph sz="half" idx="2"/>
          </p:nvPr>
        </p:nvSpPr>
        <p:spPr>
          <a:xfrm>
            <a:off x="1211537" y="5891143"/>
            <a:ext cx="4114800" cy="2882018"/>
          </a:xfrm>
        </p:spPr>
        <p:txBody>
          <a:bodyPr/>
          <a:lstStyle/>
          <a:p>
            <a:pPr marL="342900" indent="-342900">
              <a:lnSpc>
                <a:spcPct val="100000"/>
              </a:lnSpc>
              <a:buFont typeface="Arial" panose="020B0604020202020204" pitchFamily="34" charset="0"/>
              <a:buChar char="•"/>
            </a:pPr>
            <a:r>
              <a:rPr lang="en-US" sz="2800"/>
              <a:t>Stakeholder Interviews</a:t>
            </a:r>
          </a:p>
          <a:p>
            <a:pPr marL="342900" indent="-342900">
              <a:lnSpc>
                <a:spcPct val="100000"/>
              </a:lnSpc>
              <a:buFont typeface="Arial" panose="020B0604020202020204" pitchFamily="34" charset="0"/>
              <a:buChar char="•"/>
            </a:pPr>
            <a:r>
              <a:rPr lang="en-US" sz="2800"/>
              <a:t>Perform Research</a:t>
            </a:r>
          </a:p>
          <a:p>
            <a:pPr marL="808038" lvl="1" indent="-342900">
              <a:lnSpc>
                <a:spcPct val="100000"/>
              </a:lnSpc>
              <a:buFont typeface="Arial" panose="020B0604020202020204" pitchFamily="34" charset="0"/>
              <a:buChar char="•"/>
            </a:pPr>
            <a:r>
              <a:rPr lang="en-US" sz="2800"/>
              <a:t>Domain</a:t>
            </a:r>
          </a:p>
          <a:p>
            <a:pPr marL="808038" lvl="1" indent="-342900">
              <a:lnSpc>
                <a:spcPct val="100000"/>
              </a:lnSpc>
              <a:buFont typeface="Arial" panose="020B0604020202020204" pitchFamily="34" charset="0"/>
              <a:buChar char="•"/>
            </a:pPr>
            <a:r>
              <a:rPr lang="en-US" sz="2800"/>
              <a:t>Previous Approaches</a:t>
            </a:r>
          </a:p>
        </p:txBody>
      </p:sp>
      <p:sp>
        <p:nvSpPr>
          <p:cNvPr id="17" name="Text Placeholder 16">
            <a:extLst>
              <a:ext uri="{FF2B5EF4-FFF2-40B4-BE49-F238E27FC236}">
                <a16:creationId xmlns:a16="http://schemas.microsoft.com/office/drawing/2014/main" id="{71241100-1298-1603-D104-910BBBA219DF}"/>
              </a:ext>
            </a:extLst>
          </p:cNvPr>
          <p:cNvSpPr>
            <a:spLocks noGrp="1"/>
          </p:cNvSpPr>
          <p:nvPr>
            <p:ph type="body" sz="quarter" idx="3"/>
          </p:nvPr>
        </p:nvSpPr>
        <p:spPr>
          <a:xfrm>
            <a:off x="5820915" y="5072201"/>
            <a:ext cx="3764240" cy="635027"/>
          </a:xfrm>
        </p:spPr>
        <p:txBody>
          <a:bodyPr/>
          <a:lstStyle/>
          <a:p>
            <a:pPr>
              <a:lnSpc>
                <a:spcPct val="100000"/>
              </a:lnSpc>
            </a:pPr>
            <a:r>
              <a:rPr lang="en-US" sz="4400"/>
              <a:t>The Data</a:t>
            </a:r>
          </a:p>
        </p:txBody>
      </p:sp>
      <p:sp>
        <p:nvSpPr>
          <p:cNvPr id="35" name="Content Placeholder 34">
            <a:extLst>
              <a:ext uri="{FF2B5EF4-FFF2-40B4-BE49-F238E27FC236}">
                <a16:creationId xmlns:a16="http://schemas.microsoft.com/office/drawing/2014/main" id="{C4B8C97C-6557-8B4C-C368-C00D4B5D2A2D}"/>
              </a:ext>
            </a:extLst>
          </p:cNvPr>
          <p:cNvSpPr>
            <a:spLocks noGrp="1"/>
          </p:cNvSpPr>
          <p:nvPr>
            <p:ph sz="quarter" idx="4"/>
          </p:nvPr>
        </p:nvSpPr>
        <p:spPr>
          <a:xfrm>
            <a:off x="5820915" y="5891143"/>
            <a:ext cx="4114800" cy="2882018"/>
          </a:xfrm>
        </p:spPr>
        <p:txBody>
          <a:bodyPr/>
          <a:lstStyle/>
          <a:p>
            <a:pPr marL="342900" indent="-342900">
              <a:lnSpc>
                <a:spcPct val="100000"/>
              </a:lnSpc>
              <a:buFont typeface="Arial" panose="020B0604020202020204" pitchFamily="34" charset="0"/>
              <a:buChar char="•"/>
            </a:pPr>
            <a:r>
              <a:rPr lang="en-US" sz="2400"/>
              <a:t>A</a:t>
            </a:r>
            <a:r>
              <a:rPr lang="en-US" sz="2800"/>
              <a:t>cquire/Collect Data</a:t>
            </a:r>
          </a:p>
          <a:p>
            <a:pPr marL="342900" indent="-342900">
              <a:lnSpc>
                <a:spcPct val="100000"/>
              </a:lnSpc>
              <a:buFont typeface="Arial" panose="020B0604020202020204" pitchFamily="34" charset="0"/>
              <a:buChar char="•"/>
            </a:pPr>
            <a:r>
              <a:rPr lang="en-US" sz="2800"/>
              <a:t>Prepare Data</a:t>
            </a:r>
          </a:p>
          <a:p>
            <a:pPr marL="808038" lvl="1" indent="-342900">
              <a:lnSpc>
                <a:spcPct val="100000"/>
              </a:lnSpc>
              <a:buFont typeface="Arial" panose="020B0604020202020204" pitchFamily="34" charset="0"/>
              <a:buChar char="•"/>
            </a:pPr>
            <a:r>
              <a:rPr lang="en-US" sz="2800"/>
              <a:t>Clean, Wrangle</a:t>
            </a:r>
          </a:p>
          <a:p>
            <a:pPr marL="342900" indent="-342900">
              <a:lnSpc>
                <a:spcPct val="100000"/>
              </a:lnSpc>
              <a:buFont typeface="Arial" panose="020B0604020202020204" pitchFamily="34" charset="0"/>
              <a:buChar char="•"/>
            </a:pPr>
            <a:r>
              <a:rPr lang="en-US" sz="2800"/>
              <a:t>Exploratory Data Analysis</a:t>
            </a:r>
          </a:p>
        </p:txBody>
      </p:sp>
      <p:sp>
        <p:nvSpPr>
          <p:cNvPr id="6" name="Footer Placeholder 5">
            <a:extLst>
              <a:ext uri="{FF2B5EF4-FFF2-40B4-BE49-F238E27FC236}">
                <a16:creationId xmlns:a16="http://schemas.microsoft.com/office/drawing/2014/main" id="{E8C1D5A7-8E07-5660-245A-D5291520EF32}"/>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7" name="Slide Number Placeholder 6">
            <a:extLst>
              <a:ext uri="{FF2B5EF4-FFF2-40B4-BE49-F238E27FC236}">
                <a16:creationId xmlns:a16="http://schemas.microsoft.com/office/drawing/2014/main" id="{9945DFE5-A240-15CC-864E-81E61ABD8330}"/>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37</a:t>
            </a:fld>
            <a:endParaRPr lang="en-US"/>
          </a:p>
        </p:txBody>
      </p:sp>
      <p:sp>
        <p:nvSpPr>
          <p:cNvPr id="20" name="Text Placeholder 19">
            <a:extLst>
              <a:ext uri="{FF2B5EF4-FFF2-40B4-BE49-F238E27FC236}">
                <a16:creationId xmlns:a16="http://schemas.microsoft.com/office/drawing/2014/main" id="{5D65DFE2-7C35-9F2D-42A3-C2AC5E3DF709}"/>
              </a:ext>
            </a:extLst>
          </p:cNvPr>
          <p:cNvSpPr>
            <a:spLocks noGrp="1"/>
          </p:cNvSpPr>
          <p:nvPr>
            <p:ph type="body" sz="quarter" idx="19"/>
          </p:nvPr>
        </p:nvSpPr>
        <p:spPr>
          <a:xfrm>
            <a:off x="10430293" y="5072201"/>
            <a:ext cx="3680523" cy="635027"/>
          </a:xfrm>
        </p:spPr>
        <p:txBody>
          <a:bodyPr/>
          <a:lstStyle/>
          <a:p>
            <a:pPr>
              <a:lnSpc>
                <a:spcPct val="100000"/>
              </a:lnSpc>
            </a:pPr>
            <a:r>
              <a:rPr lang="en-US" sz="4400"/>
              <a:t>Model</a:t>
            </a:r>
          </a:p>
        </p:txBody>
      </p:sp>
      <p:sp>
        <p:nvSpPr>
          <p:cNvPr id="37" name="Content Placeholder 36">
            <a:extLst>
              <a:ext uri="{FF2B5EF4-FFF2-40B4-BE49-F238E27FC236}">
                <a16:creationId xmlns:a16="http://schemas.microsoft.com/office/drawing/2014/main" id="{B3BB079E-FC13-0AD4-914D-45AD4861592B}"/>
              </a:ext>
            </a:extLst>
          </p:cNvPr>
          <p:cNvSpPr>
            <a:spLocks noGrp="1"/>
          </p:cNvSpPr>
          <p:nvPr>
            <p:ph sz="quarter" idx="20"/>
          </p:nvPr>
        </p:nvSpPr>
        <p:spPr>
          <a:xfrm>
            <a:off x="10430293" y="5891143"/>
            <a:ext cx="4114800" cy="2882018"/>
          </a:xfrm>
        </p:spPr>
        <p:txBody>
          <a:bodyPr/>
          <a:lstStyle/>
          <a:p>
            <a:pPr marL="342900" indent="-342900">
              <a:lnSpc>
                <a:spcPct val="100000"/>
              </a:lnSpc>
              <a:buFont typeface="Arial" panose="020B0604020202020204" pitchFamily="34" charset="0"/>
              <a:buChar char="•"/>
            </a:pPr>
            <a:r>
              <a:rPr lang="en-US" sz="2800"/>
              <a:t>Design &amp; Validate</a:t>
            </a:r>
          </a:p>
          <a:p>
            <a:pPr marL="342900" indent="-342900">
              <a:lnSpc>
                <a:spcPct val="100000"/>
              </a:lnSpc>
              <a:buFont typeface="Arial" panose="020B0604020202020204" pitchFamily="34" charset="0"/>
              <a:buChar char="•"/>
            </a:pPr>
            <a:r>
              <a:rPr lang="en-US" sz="2800"/>
              <a:t>﻿﻿Descriptive</a:t>
            </a:r>
          </a:p>
          <a:p>
            <a:pPr marL="342900" indent="-342900">
              <a:lnSpc>
                <a:spcPct val="100000"/>
              </a:lnSpc>
              <a:buFont typeface="Arial" panose="020B0604020202020204" pitchFamily="34" charset="0"/>
              <a:buChar char="•"/>
            </a:pPr>
            <a:r>
              <a:rPr lang="en-US" sz="2800"/>
              <a:t>﻿﻿Predictive</a:t>
            </a:r>
          </a:p>
          <a:p>
            <a:pPr marL="342900" indent="-342900">
              <a:lnSpc>
                <a:spcPct val="100000"/>
              </a:lnSpc>
              <a:buFont typeface="Arial" panose="020B0604020202020204" pitchFamily="34" charset="0"/>
              <a:buChar char="•"/>
            </a:pPr>
            <a:r>
              <a:rPr lang="en-US" sz="2800"/>
              <a:t>﻿﻿Prescriptive</a:t>
            </a:r>
          </a:p>
          <a:p>
            <a:pPr marL="342900" indent="-342900">
              <a:lnSpc>
                <a:spcPct val="100000"/>
              </a:lnSpc>
              <a:buFont typeface="Arial" panose="020B0604020202020204" pitchFamily="34" charset="0"/>
              <a:buChar char="•"/>
            </a:pPr>
            <a:r>
              <a:rPr lang="en-US" sz="2800"/>
              <a:t>Deploy &amp; Maintain</a:t>
            </a:r>
          </a:p>
        </p:txBody>
      </p:sp>
      <p:sp>
        <p:nvSpPr>
          <p:cNvPr id="22" name="Text Placeholder 21">
            <a:extLst>
              <a:ext uri="{FF2B5EF4-FFF2-40B4-BE49-F238E27FC236}">
                <a16:creationId xmlns:a16="http://schemas.microsoft.com/office/drawing/2014/main" id="{99F44133-21E3-1621-2091-D9DFDFC9758D}"/>
              </a:ext>
            </a:extLst>
          </p:cNvPr>
          <p:cNvSpPr>
            <a:spLocks noGrp="1"/>
          </p:cNvSpPr>
          <p:nvPr>
            <p:ph type="body" sz="quarter" idx="21"/>
          </p:nvPr>
        </p:nvSpPr>
        <p:spPr>
          <a:xfrm>
            <a:off x="14955954" y="5053856"/>
            <a:ext cx="3669739" cy="635027"/>
          </a:xfrm>
        </p:spPr>
        <p:txBody>
          <a:bodyPr/>
          <a:lstStyle/>
          <a:p>
            <a:pPr>
              <a:lnSpc>
                <a:spcPct val="100000"/>
              </a:lnSpc>
            </a:pPr>
            <a:r>
              <a:rPr lang="en-US" sz="4400"/>
              <a:t>Understand</a:t>
            </a:r>
          </a:p>
        </p:txBody>
      </p:sp>
      <p:sp>
        <p:nvSpPr>
          <p:cNvPr id="38" name="Content Placeholder 37">
            <a:extLst>
              <a:ext uri="{FF2B5EF4-FFF2-40B4-BE49-F238E27FC236}">
                <a16:creationId xmlns:a16="http://schemas.microsoft.com/office/drawing/2014/main" id="{8EDDC981-6FA3-52B2-7F47-CF5582BE0ED9}"/>
              </a:ext>
            </a:extLst>
          </p:cNvPr>
          <p:cNvSpPr>
            <a:spLocks noGrp="1"/>
          </p:cNvSpPr>
          <p:nvPr>
            <p:ph sz="quarter" idx="22"/>
          </p:nvPr>
        </p:nvSpPr>
        <p:spPr>
          <a:xfrm>
            <a:off x="14955954" y="5891143"/>
            <a:ext cx="4114800" cy="2882018"/>
          </a:xfrm>
        </p:spPr>
        <p:txBody>
          <a:bodyPr/>
          <a:lstStyle/>
          <a:p>
            <a:pPr marL="342900" indent="-342900">
              <a:lnSpc>
                <a:spcPct val="100000"/>
              </a:lnSpc>
              <a:buFont typeface="Arial" panose="020B0604020202020204" pitchFamily="34" charset="0"/>
              <a:buChar char="•"/>
            </a:pPr>
            <a:r>
              <a:rPr lang="en-US" sz="2800"/>
              <a:t>Apply Critical Thinking</a:t>
            </a:r>
          </a:p>
          <a:p>
            <a:pPr marL="342900" indent="-342900">
              <a:lnSpc>
                <a:spcPct val="100000"/>
              </a:lnSpc>
              <a:buFont typeface="Arial" panose="020B0604020202020204" pitchFamily="34" charset="0"/>
              <a:buChar char="•"/>
            </a:pPr>
            <a:r>
              <a:rPr lang="en-US" sz="2800"/>
              <a:t>Draw Conclusions</a:t>
            </a:r>
          </a:p>
          <a:p>
            <a:pPr marL="342900" indent="-342900">
              <a:lnSpc>
                <a:spcPct val="100000"/>
              </a:lnSpc>
              <a:buFont typeface="Arial" panose="020B0604020202020204" pitchFamily="34" charset="0"/>
              <a:buChar char="•"/>
            </a:pPr>
            <a:r>
              <a:rPr lang="en-US" sz="2800"/>
              <a:t>Interpret &amp; Implicate</a:t>
            </a:r>
          </a:p>
        </p:txBody>
      </p:sp>
      <p:sp>
        <p:nvSpPr>
          <p:cNvPr id="52" name="Title 51">
            <a:extLst>
              <a:ext uri="{FF2B5EF4-FFF2-40B4-BE49-F238E27FC236}">
                <a16:creationId xmlns:a16="http://schemas.microsoft.com/office/drawing/2014/main" id="{17B43030-9A01-2E9F-D939-27A4716C0255}"/>
              </a:ext>
            </a:extLst>
          </p:cNvPr>
          <p:cNvSpPr>
            <a:spLocks noGrp="1"/>
          </p:cNvSpPr>
          <p:nvPr>
            <p:ph type="title"/>
          </p:nvPr>
        </p:nvSpPr>
        <p:spPr>
          <a:xfrm>
            <a:off x="682627" y="2121408"/>
            <a:ext cx="21405848" cy="1169989"/>
          </a:xfrm>
        </p:spPr>
        <p:txBody>
          <a:bodyPr/>
          <a:lstStyle/>
          <a:p>
            <a:r>
              <a:rPr lang="en-US" sz="4800"/>
              <a:t>The Data Science Process</a:t>
            </a:r>
          </a:p>
        </p:txBody>
      </p:sp>
      <p:sp>
        <p:nvSpPr>
          <p:cNvPr id="24" name="Text Placeholder 23">
            <a:extLst>
              <a:ext uri="{FF2B5EF4-FFF2-40B4-BE49-F238E27FC236}">
                <a16:creationId xmlns:a16="http://schemas.microsoft.com/office/drawing/2014/main" id="{4EC2DDFF-8519-9F85-5A1A-A3FC3E1DB35F}"/>
              </a:ext>
            </a:extLst>
          </p:cNvPr>
          <p:cNvSpPr>
            <a:spLocks noGrp="1"/>
          </p:cNvSpPr>
          <p:nvPr>
            <p:ph type="body" sz="quarter" idx="23"/>
          </p:nvPr>
        </p:nvSpPr>
        <p:spPr>
          <a:xfrm>
            <a:off x="19470831" y="5072201"/>
            <a:ext cx="3669739" cy="635027"/>
          </a:xfrm>
        </p:spPr>
        <p:txBody>
          <a:bodyPr/>
          <a:lstStyle/>
          <a:p>
            <a:pPr>
              <a:lnSpc>
                <a:spcPct val="100000"/>
              </a:lnSpc>
            </a:pPr>
            <a:r>
              <a:rPr lang="en-US" sz="4400"/>
              <a:t>Communicate</a:t>
            </a:r>
          </a:p>
        </p:txBody>
      </p:sp>
      <p:sp>
        <p:nvSpPr>
          <p:cNvPr id="39" name="Content Placeholder 38">
            <a:extLst>
              <a:ext uri="{FF2B5EF4-FFF2-40B4-BE49-F238E27FC236}">
                <a16:creationId xmlns:a16="http://schemas.microsoft.com/office/drawing/2014/main" id="{4B34829C-5D9F-4847-B514-7E22A4F31978}"/>
              </a:ext>
            </a:extLst>
          </p:cNvPr>
          <p:cNvSpPr>
            <a:spLocks noGrp="1"/>
          </p:cNvSpPr>
          <p:nvPr>
            <p:ph sz="quarter" idx="24"/>
          </p:nvPr>
        </p:nvSpPr>
        <p:spPr>
          <a:xfrm>
            <a:off x="19470831" y="5891143"/>
            <a:ext cx="4114800" cy="2882018"/>
          </a:xfrm>
        </p:spPr>
        <p:txBody>
          <a:bodyPr/>
          <a:lstStyle/>
          <a:p>
            <a:pPr marL="342900" indent="-342900">
              <a:lnSpc>
                <a:spcPct val="100000"/>
              </a:lnSpc>
              <a:buFont typeface="Arial" panose="020B0604020202020204" pitchFamily="34" charset="0"/>
              <a:buChar char="•"/>
            </a:pPr>
            <a:r>
              <a:rPr lang="en-US" sz="2800"/>
              <a:t>Visualize</a:t>
            </a:r>
          </a:p>
          <a:p>
            <a:pPr marL="342900" indent="-342900">
              <a:lnSpc>
                <a:spcPct val="100000"/>
              </a:lnSpc>
              <a:buFont typeface="Arial" panose="020B0604020202020204" pitchFamily="34" charset="0"/>
              <a:buChar char="•"/>
            </a:pPr>
            <a:r>
              <a:rPr lang="en-US" sz="2800"/>
              <a:t>Communicate</a:t>
            </a:r>
          </a:p>
          <a:p>
            <a:pPr marL="342900" indent="-342900">
              <a:lnSpc>
                <a:spcPct val="100000"/>
              </a:lnSpc>
              <a:buFont typeface="Arial" panose="020B0604020202020204" pitchFamily="34" charset="0"/>
              <a:buChar char="•"/>
            </a:pPr>
            <a:r>
              <a:rPr lang="en-US" sz="2800"/>
              <a:t>Transfer Knowledge</a:t>
            </a:r>
          </a:p>
        </p:txBody>
      </p:sp>
      <p:sp>
        <p:nvSpPr>
          <p:cNvPr id="2" name="TextBox 1">
            <a:extLst>
              <a:ext uri="{FF2B5EF4-FFF2-40B4-BE49-F238E27FC236}">
                <a16:creationId xmlns:a16="http://schemas.microsoft.com/office/drawing/2014/main" id="{0332AE33-B36E-3B4E-F2FA-EF0BA4F07C2D}"/>
              </a:ext>
            </a:extLst>
          </p:cNvPr>
          <p:cNvSpPr txBox="1"/>
          <p:nvPr/>
        </p:nvSpPr>
        <p:spPr>
          <a:xfrm>
            <a:off x="7750629" y="4506686"/>
            <a:ext cx="0" cy="0"/>
          </a:xfrm>
          <a:prstGeom prst="rect">
            <a:avLst/>
          </a:prstGeom>
          <a:noFill/>
        </p:spPr>
        <p:txBody>
          <a:bodyPr wrap="none" lIns="0" tIns="0" rIns="0" bIns="0" rtlCol="0">
            <a:noAutofit/>
          </a:bodyPr>
          <a:lstStyle/>
          <a:p>
            <a:pPr algn="l"/>
            <a:endParaRPr lang="en-US" err="1">
              <a:solidFill>
                <a:schemeClr val="accent1"/>
              </a:solidFill>
            </a:endParaRPr>
          </a:p>
        </p:txBody>
      </p:sp>
      <p:sp>
        <p:nvSpPr>
          <p:cNvPr id="3" name="Down Arrow 2">
            <a:extLst>
              <a:ext uri="{FF2B5EF4-FFF2-40B4-BE49-F238E27FC236}">
                <a16:creationId xmlns:a16="http://schemas.microsoft.com/office/drawing/2014/main" id="{5C898EC9-C1F5-F81E-C458-F908BF2310E0}"/>
              </a:ext>
            </a:extLst>
          </p:cNvPr>
          <p:cNvSpPr/>
          <p:nvPr/>
        </p:nvSpPr>
        <p:spPr>
          <a:xfrm rot="10800000">
            <a:off x="6493182" y="9056914"/>
            <a:ext cx="1567543" cy="1371600"/>
          </a:xfrm>
          <a:prstGeom prst="downArrow">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4" name="Text Placeholder 16">
            <a:extLst>
              <a:ext uri="{FF2B5EF4-FFF2-40B4-BE49-F238E27FC236}">
                <a16:creationId xmlns:a16="http://schemas.microsoft.com/office/drawing/2014/main" id="{2788E26B-B3B5-D627-3D42-A55982A8BC89}"/>
              </a:ext>
            </a:extLst>
          </p:cNvPr>
          <p:cNvSpPr txBox="1">
            <a:spLocks/>
          </p:cNvSpPr>
          <p:nvPr/>
        </p:nvSpPr>
        <p:spPr>
          <a:xfrm>
            <a:off x="5820915" y="10428515"/>
            <a:ext cx="3173863" cy="633034"/>
          </a:xfrm>
          <a:prstGeom prst="rect">
            <a:avLst/>
          </a:prstGeom>
        </p:spPr>
        <p:txBody>
          <a:bodyPr vert="horz" lIns="0" tIns="0" rIns="0" bIns="0" rtlCol="0" anchor="t" anchorCtr="0">
            <a:noAutofit/>
          </a:bodyPr>
          <a:lstStyle>
            <a:lvl1pPr marL="0" indent="0" algn="l" defTabSz="1828343" rtl="0" eaLnBrk="1" latinLnBrk="0" hangingPunct="1">
              <a:lnSpc>
                <a:spcPts val="2600"/>
              </a:lnSpc>
              <a:spcBef>
                <a:spcPts val="0"/>
              </a:spcBef>
              <a:spcAft>
                <a:spcPts val="0"/>
              </a:spcAft>
              <a:buFont typeface="Arial" panose="020B0604020202020204" pitchFamily="34" charset="0"/>
              <a:buNone/>
              <a:defRPr sz="1800" b="0" i="0" kern="1200">
                <a:solidFill>
                  <a:schemeClr val="bg1"/>
                </a:solidFill>
                <a:latin typeface="+mj-lt"/>
                <a:ea typeface="+mn-ea"/>
                <a:cs typeface="+mn-cs"/>
              </a:defRPr>
            </a:lvl1pPr>
            <a:lvl2pPr marL="914171" indent="0" algn="l" defTabSz="1828343" rtl="0" eaLnBrk="1" latinLnBrk="0" hangingPunct="1">
              <a:lnSpc>
                <a:spcPts val="4600"/>
              </a:lnSpc>
              <a:spcBef>
                <a:spcPts val="0"/>
              </a:spcBef>
              <a:spcAft>
                <a:spcPts val="1100"/>
              </a:spcAft>
              <a:buFont typeface="System Font Regular"/>
              <a:buNone/>
              <a:tabLst/>
              <a:defRPr sz="3999" b="1" kern="1200">
                <a:solidFill>
                  <a:schemeClr val="accent1"/>
                </a:solidFill>
                <a:latin typeface="+mn-lt"/>
                <a:ea typeface="+mn-ea"/>
                <a:cs typeface="+mn-cs"/>
              </a:defRPr>
            </a:lvl2pPr>
            <a:lvl3pPr marL="1828343" indent="0" algn="l" defTabSz="1828343" rtl="0" eaLnBrk="1" latinLnBrk="0" hangingPunct="1">
              <a:lnSpc>
                <a:spcPts val="4600"/>
              </a:lnSpc>
              <a:spcBef>
                <a:spcPts val="0"/>
              </a:spcBef>
              <a:spcAft>
                <a:spcPts val="1100"/>
              </a:spcAft>
              <a:buFont typeface="System Font Regular"/>
              <a:buNone/>
              <a:tabLst/>
              <a:defRPr sz="3599" b="1" kern="1200">
                <a:solidFill>
                  <a:schemeClr val="accent1"/>
                </a:solidFill>
                <a:latin typeface="+mn-lt"/>
                <a:ea typeface="+mn-ea"/>
                <a:cs typeface="+mn-cs"/>
              </a:defRPr>
            </a:lvl3pPr>
            <a:lvl4pPr marL="2742514" indent="0" algn="l" defTabSz="1828343" rtl="0" eaLnBrk="1" latinLnBrk="0" hangingPunct="1">
              <a:lnSpc>
                <a:spcPts val="4600"/>
              </a:lnSpc>
              <a:spcBef>
                <a:spcPts val="0"/>
              </a:spcBef>
              <a:spcAft>
                <a:spcPts val="1100"/>
              </a:spcAft>
              <a:buFont typeface="System Font Regular"/>
              <a:buNone/>
              <a:tabLst/>
              <a:defRPr sz="3199" b="1" kern="1200">
                <a:solidFill>
                  <a:schemeClr val="accent1"/>
                </a:solidFill>
                <a:latin typeface="+mn-lt"/>
                <a:ea typeface="+mn-ea"/>
                <a:cs typeface="+mn-cs"/>
              </a:defRPr>
            </a:lvl4pPr>
            <a:lvl5pPr marL="3656686" indent="0" algn="l" defTabSz="1828343" rtl="0" eaLnBrk="1" latinLnBrk="0" hangingPunct="1">
              <a:lnSpc>
                <a:spcPts val="4600"/>
              </a:lnSpc>
              <a:spcBef>
                <a:spcPts val="0"/>
              </a:spcBef>
              <a:spcAft>
                <a:spcPts val="1100"/>
              </a:spcAft>
              <a:buFont typeface="System Font Regular"/>
              <a:buNone/>
              <a:tabLst/>
              <a:defRPr sz="3199" b="1" kern="1200">
                <a:solidFill>
                  <a:schemeClr val="accent1"/>
                </a:solidFill>
                <a:latin typeface="+mn-lt"/>
                <a:ea typeface="+mn-ea"/>
                <a:cs typeface="+mn-cs"/>
              </a:defRPr>
            </a:lvl5pPr>
            <a:lvl6pPr marL="4570857"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6pPr>
            <a:lvl7pPr marL="5485028"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7pPr>
            <a:lvl8pPr marL="6399200"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8pPr>
            <a:lvl9pPr marL="7313371" indent="0" algn="l" defTabSz="1828343" rtl="0" eaLnBrk="1" latinLnBrk="0" hangingPunct="1">
              <a:lnSpc>
                <a:spcPct val="90000"/>
              </a:lnSpc>
              <a:spcBef>
                <a:spcPts val="1000"/>
              </a:spcBef>
              <a:buFont typeface="Arial" panose="020B0604020202020204" pitchFamily="34" charset="0"/>
              <a:buNone/>
              <a:defRPr sz="3199" b="1" kern="1200">
                <a:solidFill>
                  <a:schemeClr val="tx1"/>
                </a:solidFill>
                <a:latin typeface="+mn-lt"/>
                <a:ea typeface="+mn-ea"/>
                <a:cs typeface="+mn-cs"/>
              </a:defRPr>
            </a:lvl9pPr>
          </a:lstStyle>
          <a:p>
            <a:pPr>
              <a:lnSpc>
                <a:spcPct val="100000"/>
              </a:lnSpc>
            </a:pPr>
            <a:r>
              <a:rPr lang="en-US" sz="4000">
                <a:solidFill>
                  <a:schemeClr val="accent1"/>
                </a:solidFill>
              </a:rPr>
              <a:t>Current Stage</a:t>
            </a:r>
          </a:p>
        </p:txBody>
      </p:sp>
      <p:grpSp>
        <p:nvGrpSpPr>
          <p:cNvPr id="9" name="Group 8">
            <a:extLst>
              <a:ext uri="{FF2B5EF4-FFF2-40B4-BE49-F238E27FC236}">
                <a16:creationId xmlns:a16="http://schemas.microsoft.com/office/drawing/2014/main" id="{AA6992D4-659C-7039-DFCD-A521DBFD21AB}"/>
              </a:ext>
            </a:extLst>
          </p:cNvPr>
          <p:cNvGrpSpPr/>
          <p:nvPr/>
        </p:nvGrpSpPr>
        <p:grpSpPr>
          <a:xfrm>
            <a:off x="9600887" y="3651845"/>
            <a:ext cx="5175874" cy="731520"/>
            <a:chOff x="9600887" y="3651845"/>
            <a:chExt cx="5175874" cy="731520"/>
          </a:xfrm>
        </p:grpSpPr>
        <p:sp>
          <p:nvSpPr>
            <p:cNvPr id="8" name="Left-Right Arrow 7">
              <a:extLst>
                <a:ext uri="{FF2B5EF4-FFF2-40B4-BE49-F238E27FC236}">
                  <a16:creationId xmlns:a16="http://schemas.microsoft.com/office/drawing/2014/main" id="{234CDF4E-64D1-9B2B-5027-8B395050D077}"/>
                </a:ext>
              </a:extLst>
            </p:cNvPr>
            <p:cNvSpPr/>
            <p:nvPr/>
          </p:nvSpPr>
          <p:spPr>
            <a:xfrm>
              <a:off x="9600887" y="3651845"/>
              <a:ext cx="5175874" cy="731520"/>
            </a:xfrm>
            <a:prstGeom prst="leftRightArrow">
              <a:avLst/>
            </a:prstGeom>
            <a:solidFill>
              <a:srgbClr val="4DBE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5" name="Content Placeholder 36">
              <a:extLst>
                <a:ext uri="{FF2B5EF4-FFF2-40B4-BE49-F238E27FC236}">
                  <a16:creationId xmlns:a16="http://schemas.microsoft.com/office/drawing/2014/main" id="{12CD6ED1-F9C3-482F-08EC-AD151A26724A}"/>
                </a:ext>
              </a:extLst>
            </p:cNvPr>
            <p:cNvSpPr txBox="1">
              <a:spLocks/>
            </p:cNvSpPr>
            <p:nvPr/>
          </p:nvSpPr>
          <p:spPr>
            <a:xfrm>
              <a:off x="10796728" y="3794726"/>
              <a:ext cx="2784191" cy="445757"/>
            </a:xfrm>
            <a:prstGeom prst="rect">
              <a:avLst/>
            </a:prstGeom>
          </p:spPr>
          <p:txBody>
            <a:bodyPr vert="horz" lIns="0" tIns="0" rIns="0" bIns="0" rtlCol="0">
              <a:noAutofit/>
            </a:bodyPr>
            <a:lstStyle>
              <a:lvl1pPr marL="0" indent="0" algn="l" defTabSz="1828343" rtl="0" eaLnBrk="1" latinLnBrk="0" hangingPunct="1">
                <a:lnSpc>
                  <a:spcPts val="2200"/>
                </a:lnSpc>
                <a:spcBef>
                  <a:spcPts val="0"/>
                </a:spcBef>
                <a:spcAft>
                  <a:spcPts val="0"/>
                </a:spcAft>
                <a:buFont typeface="Arial" panose="020B0604020202020204" pitchFamily="34" charset="0"/>
                <a:buNone/>
                <a:defRPr sz="1600" kern="1200">
                  <a:solidFill>
                    <a:schemeClr val="accent1"/>
                  </a:solidFill>
                  <a:latin typeface="+mn-lt"/>
                  <a:ea typeface="+mn-ea"/>
                  <a:cs typeface="+mn-cs"/>
                </a:defRPr>
              </a:lvl1pPr>
              <a:lvl2pPr marL="465138" indent="-446088" algn="l" defTabSz="1828343" rtl="0" eaLnBrk="1" latinLnBrk="0" hangingPunct="1">
                <a:lnSpc>
                  <a:spcPts val="2200"/>
                </a:lnSpc>
                <a:spcBef>
                  <a:spcPts val="0"/>
                </a:spcBef>
                <a:spcAft>
                  <a:spcPts val="0"/>
                </a:spcAft>
                <a:buFont typeface="System Font Regular"/>
                <a:buChar char="—"/>
                <a:tabLst/>
                <a:defRPr sz="1600" kern="1200">
                  <a:solidFill>
                    <a:schemeClr val="accent1"/>
                  </a:solidFill>
                  <a:latin typeface="+mn-lt"/>
                  <a:ea typeface="+mn-ea"/>
                  <a:cs typeface="+mn-cs"/>
                </a:defRPr>
              </a:lvl2pPr>
              <a:lvl3pPr marL="979488" indent="-496888" algn="l" defTabSz="1828343" rtl="0" eaLnBrk="1" latinLnBrk="0" hangingPunct="1">
                <a:lnSpc>
                  <a:spcPts val="2200"/>
                </a:lnSpc>
                <a:spcBef>
                  <a:spcPts val="0"/>
                </a:spcBef>
                <a:spcAft>
                  <a:spcPts val="0"/>
                </a:spcAft>
                <a:buFont typeface="System Font Regular"/>
                <a:buChar char="—"/>
                <a:tabLst/>
                <a:defRPr sz="1600" kern="1200">
                  <a:solidFill>
                    <a:schemeClr val="accent1"/>
                  </a:solidFill>
                  <a:latin typeface="+mn-lt"/>
                  <a:ea typeface="+mn-ea"/>
                  <a:cs typeface="+mn-cs"/>
                </a:defRPr>
              </a:lvl3pPr>
              <a:lvl4pPr marL="1543050" indent="-474663" algn="l" defTabSz="1828343" rtl="0" eaLnBrk="1" latinLnBrk="0" hangingPunct="1">
                <a:lnSpc>
                  <a:spcPts val="2200"/>
                </a:lnSpc>
                <a:spcBef>
                  <a:spcPts val="0"/>
                </a:spcBef>
                <a:spcAft>
                  <a:spcPts val="0"/>
                </a:spcAft>
                <a:buFont typeface="System Font Regular"/>
                <a:buChar char="—"/>
                <a:tabLst/>
                <a:defRPr sz="1600" kern="1200">
                  <a:solidFill>
                    <a:schemeClr val="accent1"/>
                  </a:solidFill>
                  <a:latin typeface="+mn-lt"/>
                  <a:ea typeface="+mn-ea"/>
                  <a:cs typeface="+mn-cs"/>
                </a:defRPr>
              </a:lvl4pPr>
              <a:lvl5pPr marL="2008188" indent="-457200" algn="l" defTabSz="1828343" rtl="0" eaLnBrk="1" latinLnBrk="0" hangingPunct="1">
                <a:lnSpc>
                  <a:spcPts val="2200"/>
                </a:lnSpc>
                <a:spcBef>
                  <a:spcPts val="0"/>
                </a:spcBef>
                <a:spcAft>
                  <a:spcPts val="0"/>
                </a:spcAft>
                <a:buFont typeface="System Font Regular"/>
                <a:buChar char="—"/>
                <a:tabLst/>
                <a:defRPr sz="16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nSpc>
                  <a:spcPct val="100000"/>
                </a:lnSpc>
              </a:pPr>
              <a:r>
                <a:rPr lang="en-US" sz="2800" i="1"/>
                <a:t>Iteratively Improve</a:t>
              </a:r>
            </a:p>
          </p:txBody>
        </p:sp>
      </p:grpSp>
    </p:spTree>
    <p:extLst>
      <p:ext uri="{BB962C8B-B14F-4D97-AF65-F5344CB8AC3E}">
        <p14:creationId xmlns:p14="http://schemas.microsoft.com/office/powerpoint/2010/main" val="33767021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B87B584-33FA-6983-296D-720D1F5DCB7E}"/>
              </a:ext>
            </a:extLst>
          </p:cNvPr>
          <p:cNvSpPr>
            <a:spLocks noGrp="1"/>
          </p:cNvSpPr>
          <p:nvPr>
            <p:ph idx="1"/>
          </p:nvPr>
        </p:nvSpPr>
        <p:spPr>
          <a:xfrm>
            <a:off x="6537959" y="2066544"/>
            <a:ext cx="17292711" cy="10355263"/>
          </a:xfrm>
        </p:spPr>
        <p:txBody>
          <a:bodyPr/>
          <a:lstStyle/>
          <a:p>
            <a:r>
              <a:rPr lang="en-US"/>
              <a:t>The Big Question	01</a:t>
            </a:r>
          </a:p>
          <a:p>
            <a:r>
              <a:rPr lang="en-US"/>
              <a:t>Why it Matters	02</a:t>
            </a:r>
          </a:p>
          <a:p>
            <a:r>
              <a:rPr lang="en-US"/>
              <a:t>Project Timeline	03</a:t>
            </a:r>
          </a:p>
          <a:p>
            <a:r>
              <a:rPr lang="en-US"/>
              <a:t>The Data Science Process	04</a:t>
            </a:r>
          </a:p>
          <a:p>
            <a:r>
              <a:rPr lang="en-US"/>
              <a:t>Data &amp; Approach	05</a:t>
            </a:r>
          </a:p>
          <a:p>
            <a:r>
              <a:rPr lang="en-US"/>
              <a:t>Key Findings	06</a:t>
            </a:r>
          </a:p>
          <a:p>
            <a:r>
              <a:rPr lang="en-US"/>
              <a:t>The Model	07</a:t>
            </a:r>
          </a:p>
          <a:p>
            <a:r>
              <a:rPr lang="en-US"/>
              <a:t>Recommendations &amp; Next Steps	08</a:t>
            </a:r>
          </a:p>
          <a:p>
            <a:r>
              <a:rPr lang="en-US"/>
              <a:t>Conclusion	09</a:t>
            </a:r>
          </a:p>
        </p:txBody>
      </p:sp>
      <p:sp>
        <p:nvSpPr>
          <p:cNvPr id="4" name="Footer Placeholder 3">
            <a:extLst>
              <a:ext uri="{FF2B5EF4-FFF2-40B4-BE49-F238E27FC236}">
                <a16:creationId xmlns:a16="http://schemas.microsoft.com/office/drawing/2014/main" id="{00244A49-949C-9E9B-6645-AEF977F7C2ED}"/>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2" name="Slide Number Placeholder 1">
            <a:extLst>
              <a:ext uri="{FF2B5EF4-FFF2-40B4-BE49-F238E27FC236}">
                <a16:creationId xmlns:a16="http://schemas.microsoft.com/office/drawing/2014/main" id="{EF2830E5-802F-5A9B-78A1-B468E131202D}"/>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38</a:t>
            </a:fld>
            <a:endParaRPr lang="en-US"/>
          </a:p>
        </p:txBody>
      </p:sp>
      <p:sp>
        <p:nvSpPr>
          <p:cNvPr id="9" name="Title 8">
            <a:extLst>
              <a:ext uri="{FF2B5EF4-FFF2-40B4-BE49-F238E27FC236}">
                <a16:creationId xmlns:a16="http://schemas.microsoft.com/office/drawing/2014/main" id="{F91D24C2-42C3-9797-20F2-872513DCB4BF}"/>
              </a:ext>
            </a:extLst>
          </p:cNvPr>
          <p:cNvSpPr>
            <a:spLocks noGrp="1"/>
          </p:cNvSpPr>
          <p:nvPr>
            <p:ph type="title"/>
          </p:nvPr>
        </p:nvSpPr>
        <p:spPr>
          <a:xfrm>
            <a:off x="682626" y="2121408"/>
            <a:ext cx="5497512" cy="1720677"/>
          </a:xfrm>
        </p:spPr>
        <p:txBody>
          <a:bodyPr/>
          <a:lstStyle/>
          <a:p>
            <a:r>
              <a:rPr lang="en-US" sz="4800"/>
              <a:t>Agenda</a:t>
            </a:r>
          </a:p>
        </p:txBody>
      </p:sp>
    </p:spTree>
    <p:extLst>
      <p:ext uri="{BB962C8B-B14F-4D97-AF65-F5344CB8AC3E}">
        <p14:creationId xmlns:p14="http://schemas.microsoft.com/office/powerpoint/2010/main" val="2420569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67" name="Straight Connector 66">
            <a:extLst>
              <a:ext uri="{FF2B5EF4-FFF2-40B4-BE49-F238E27FC236}">
                <a16:creationId xmlns:a16="http://schemas.microsoft.com/office/drawing/2014/main" id="{BF5ACA8A-3BAE-888B-173B-BEE5278FC4F1}"/>
              </a:ext>
            </a:extLst>
          </p:cNvPr>
          <p:cNvCxnSpPr>
            <a:cxnSpLocks/>
            <a:stCxn id="58" idx="6"/>
          </p:cNvCxnSpPr>
          <p:nvPr/>
        </p:nvCxnSpPr>
        <p:spPr>
          <a:xfrm>
            <a:off x="844550" y="7426325"/>
            <a:ext cx="22848888"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9" name="Title 18">
            <a:extLst>
              <a:ext uri="{FF2B5EF4-FFF2-40B4-BE49-F238E27FC236}">
                <a16:creationId xmlns:a16="http://schemas.microsoft.com/office/drawing/2014/main" id="{3AB46775-236E-1A0F-A0CB-C74C47526649}"/>
              </a:ext>
            </a:extLst>
          </p:cNvPr>
          <p:cNvSpPr>
            <a:spLocks noGrp="1"/>
          </p:cNvSpPr>
          <p:nvPr>
            <p:ph type="title"/>
          </p:nvPr>
        </p:nvSpPr>
        <p:spPr>
          <a:xfrm>
            <a:off x="682626" y="2121408"/>
            <a:ext cx="23010812" cy="1188720"/>
          </a:xfrm>
        </p:spPr>
        <p:txBody>
          <a:bodyPr/>
          <a:lstStyle/>
          <a:p>
            <a:r>
              <a:rPr lang="en-US" sz="4800"/>
              <a:t>Project Timeline</a:t>
            </a:r>
          </a:p>
        </p:txBody>
      </p:sp>
      <p:sp>
        <p:nvSpPr>
          <p:cNvPr id="2" name="Footer Placeholder 1">
            <a:extLst>
              <a:ext uri="{FF2B5EF4-FFF2-40B4-BE49-F238E27FC236}">
                <a16:creationId xmlns:a16="http://schemas.microsoft.com/office/drawing/2014/main" id="{399DA0A0-889E-EE55-EF8A-889CEE2581D4}"/>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3" name="Slide Number Placeholder 2">
            <a:extLst>
              <a:ext uri="{FF2B5EF4-FFF2-40B4-BE49-F238E27FC236}">
                <a16:creationId xmlns:a16="http://schemas.microsoft.com/office/drawing/2014/main" id="{945D3018-7BD0-7C38-AB25-518C93BE7EEB}"/>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39</a:t>
            </a:fld>
            <a:endParaRPr lang="en-US"/>
          </a:p>
        </p:txBody>
      </p:sp>
      <p:sp>
        <p:nvSpPr>
          <p:cNvPr id="44" name="TextBox 43">
            <a:extLst>
              <a:ext uri="{FF2B5EF4-FFF2-40B4-BE49-F238E27FC236}">
                <a16:creationId xmlns:a16="http://schemas.microsoft.com/office/drawing/2014/main" id="{D97B8E12-9FAC-F1D3-867B-61284E85CE91}"/>
              </a:ext>
            </a:extLst>
          </p:cNvPr>
          <p:cNvSpPr txBox="1"/>
          <p:nvPr/>
        </p:nvSpPr>
        <p:spPr>
          <a:xfrm>
            <a:off x="874546" y="8609669"/>
            <a:ext cx="4937760" cy="3167914"/>
          </a:xfrm>
          <a:prstGeom prst="rect">
            <a:avLst/>
          </a:prstGeom>
          <a:noFill/>
        </p:spPr>
        <p:txBody>
          <a:bodyPr wrap="square" lIns="0" tIns="0" rIns="0" bIns="0" rtlCol="0" anchor="t">
            <a:noAutofit/>
          </a:bodyPr>
          <a:lstStyle/>
          <a:p>
            <a:r>
              <a:rPr lang="en-US" sz="2800" b="1">
                <a:solidFill>
                  <a:srgbClr val="001E60"/>
                </a:solidFill>
                <a:effectLst/>
                <a:latin typeface="Everyday Sans" pitchFamily="2" charset="77"/>
              </a:rPr>
              <a:t>September 5</a:t>
            </a:r>
            <a:r>
              <a:rPr lang="en-US" sz="2800" b="1" baseline="30000">
                <a:solidFill>
                  <a:srgbClr val="001E60"/>
                </a:solidFill>
                <a:effectLst/>
                <a:latin typeface="Everyday Sans" pitchFamily="2" charset="77"/>
              </a:rPr>
              <a:t>th</a:t>
            </a:r>
            <a:r>
              <a:rPr lang="en-US" sz="2800" b="1" baseline="30000">
                <a:solidFill>
                  <a:srgbClr val="001E60"/>
                </a:solidFill>
                <a:latin typeface="Everyday Sans" pitchFamily="2" charset="77"/>
              </a:rPr>
              <a:t>:</a:t>
            </a:r>
          </a:p>
          <a:p>
            <a:r>
              <a:rPr lang="en-US" sz="2400" b="1">
                <a:solidFill>
                  <a:srgbClr val="001E60"/>
                </a:solidFill>
                <a:effectLst/>
                <a:latin typeface="Everyday Sans" pitchFamily="2" charset="77"/>
              </a:rPr>
              <a:t>Kickoff Meeting with Industry Partners</a:t>
            </a:r>
            <a:endParaRPr lang="en-US" sz="2400">
              <a:solidFill>
                <a:srgbClr val="001E60"/>
              </a:solidFill>
              <a:effectLst/>
              <a:latin typeface="Everyday Sans" pitchFamily="2" charset="77"/>
            </a:endParaRPr>
          </a:p>
          <a:p>
            <a:pPr marL="342900" indent="-342900">
              <a:spcBef>
                <a:spcPts val="600"/>
              </a:spcBef>
              <a:buFont typeface="Arial" panose="020B0604020202020204" pitchFamily="34" charset="0"/>
              <a:buChar char="•"/>
            </a:pPr>
            <a:r>
              <a:rPr lang="en-US" sz="2400">
                <a:solidFill>
                  <a:srgbClr val="001E60"/>
                </a:solidFill>
                <a:latin typeface="Everyday Sans" pitchFamily="2" charset="77"/>
              </a:rPr>
              <a:t>Met industry partners at Walmart Home Office</a:t>
            </a:r>
          </a:p>
          <a:p>
            <a:pPr marL="342900" indent="-342900">
              <a:spcBef>
                <a:spcPts val="600"/>
              </a:spcBef>
              <a:buFont typeface="Arial" panose="020B0604020202020204" pitchFamily="34" charset="0"/>
              <a:buChar char="•"/>
            </a:pPr>
            <a:r>
              <a:rPr lang="en-US" sz="2400">
                <a:solidFill>
                  <a:srgbClr val="001E60"/>
                </a:solidFill>
                <a:latin typeface="Everyday Sans" pitchFamily="2" charset="77"/>
              </a:rPr>
              <a:t>Learned background and motivation for the projects</a:t>
            </a:r>
          </a:p>
          <a:p>
            <a:pPr marL="342900" indent="-342900">
              <a:spcBef>
                <a:spcPts val="600"/>
              </a:spcBef>
              <a:buFont typeface="Arial" panose="020B0604020202020204" pitchFamily="34" charset="0"/>
              <a:buChar char="•"/>
            </a:pPr>
            <a:r>
              <a:rPr lang="en-US" sz="2400">
                <a:solidFill>
                  <a:srgbClr val="001E60"/>
                </a:solidFill>
                <a:latin typeface="Everyday Sans" pitchFamily="2" charset="77"/>
              </a:rPr>
              <a:t>Discussed scope and details of project</a:t>
            </a:r>
            <a:endParaRPr lang="en-US" sz="2400">
              <a:solidFill>
                <a:srgbClr val="001E60"/>
              </a:solidFill>
              <a:effectLst/>
              <a:latin typeface="Everyday Sans" pitchFamily="2" charset="77"/>
            </a:endParaRPr>
          </a:p>
        </p:txBody>
      </p:sp>
      <p:cxnSp>
        <p:nvCxnSpPr>
          <p:cNvPr id="45" name="Straight Connector 44">
            <a:extLst>
              <a:ext uri="{FF2B5EF4-FFF2-40B4-BE49-F238E27FC236}">
                <a16:creationId xmlns:a16="http://schemas.microsoft.com/office/drawing/2014/main" id="{811B740B-DE85-6D00-6203-CBE18E85A222}"/>
              </a:ext>
            </a:extLst>
          </p:cNvPr>
          <p:cNvCxnSpPr>
            <a:cxnSpLocks/>
            <a:stCxn id="58" idx="4"/>
          </p:cNvCxnSpPr>
          <p:nvPr/>
        </p:nvCxnSpPr>
        <p:spPr>
          <a:xfrm flipH="1">
            <a:off x="682625" y="7581900"/>
            <a:ext cx="6350" cy="425196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9560EE1C-AFA8-4DB5-8D17-485897E32CCC}"/>
              </a:ext>
            </a:extLst>
          </p:cNvPr>
          <p:cNvSpPr txBox="1"/>
          <p:nvPr/>
        </p:nvSpPr>
        <p:spPr>
          <a:xfrm>
            <a:off x="8305694" y="8609669"/>
            <a:ext cx="4937760" cy="3163824"/>
          </a:xfrm>
          <a:prstGeom prst="rect">
            <a:avLst/>
          </a:prstGeom>
          <a:noFill/>
        </p:spPr>
        <p:txBody>
          <a:bodyPr wrap="square" lIns="0" tIns="0" rIns="0" bIns="0" rtlCol="0" anchor="t">
            <a:noAutofit/>
          </a:bodyPr>
          <a:lstStyle/>
          <a:p>
            <a:r>
              <a:rPr lang="en-US" sz="2800" b="1">
                <a:solidFill>
                  <a:srgbClr val="001E60"/>
                </a:solidFill>
                <a:effectLst/>
                <a:latin typeface="Everyday Sans" pitchFamily="2" charset="77"/>
              </a:rPr>
              <a:t>Septembe</a:t>
            </a:r>
            <a:r>
              <a:rPr lang="en-US" sz="2800" b="1">
                <a:solidFill>
                  <a:srgbClr val="001E60"/>
                </a:solidFill>
                <a:latin typeface="Everyday Sans" pitchFamily="2" charset="77"/>
              </a:rPr>
              <a:t>r 29</a:t>
            </a:r>
            <a:r>
              <a:rPr lang="en-US" sz="2800" b="1" baseline="30000">
                <a:solidFill>
                  <a:srgbClr val="001E60"/>
                </a:solidFill>
                <a:latin typeface="Everyday Sans" pitchFamily="2" charset="77"/>
              </a:rPr>
              <a:t>th</a:t>
            </a:r>
            <a:r>
              <a:rPr lang="en-US" sz="2800" b="1">
                <a:solidFill>
                  <a:srgbClr val="001E60"/>
                </a:solidFill>
                <a:latin typeface="Everyday Sans" pitchFamily="2" charset="77"/>
              </a:rPr>
              <a:t>: </a:t>
            </a:r>
          </a:p>
          <a:p>
            <a:r>
              <a:rPr lang="en-US" sz="2400" b="1">
                <a:solidFill>
                  <a:srgbClr val="001E60"/>
                </a:solidFill>
                <a:effectLst/>
                <a:latin typeface="Everyday Sans" pitchFamily="2" charset="77"/>
              </a:rPr>
              <a:t>Laptops &amp; Data Sample Received </a:t>
            </a:r>
            <a:endParaRPr lang="en-US" sz="2400">
              <a:solidFill>
                <a:srgbClr val="001E60"/>
              </a:solidFill>
              <a:effectLst/>
              <a:latin typeface="Everyday Sans" pitchFamily="2" charset="77"/>
            </a:endParaRPr>
          </a:p>
          <a:p>
            <a:pPr marL="342900" indent="-342900">
              <a:spcBef>
                <a:spcPts val="600"/>
              </a:spcBef>
              <a:buFont typeface="Arial" panose="020B0604020202020204" pitchFamily="34" charset="0"/>
              <a:buChar char="•"/>
            </a:pPr>
            <a:r>
              <a:rPr lang="en-US" sz="2400">
                <a:solidFill>
                  <a:srgbClr val="001E60"/>
                </a:solidFill>
                <a:effectLst/>
                <a:latin typeface="Everyday Sans" pitchFamily="2" charset="77"/>
              </a:rPr>
              <a:t>Set up laptops at Walmart Home Office</a:t>
            </a:r>
          </a:p>
          <a:p>
            <a:pPr marL="342900" indent="-342900">
              <a:spcBef>
                <a:spcPts val="600"/>
              </a:spcBef>
              <a:buFont typeface="Arial" panose="020B0604020202020204" pitchFamily="34" charset="0"/>
              <a:buChar char="•"/>
            </a:pPr>
            <a:r>
              <a:rPr lang="en-US" sz="2400">
                <a:solidFill>
                  <a:srgbClr val="001E60"/>
                </a:solidFill>
                <a:latin typeface="Everyday Sans" pitchFamily="2" charset="77"/>
              </a:rPr>
              <a:t>Discussed file organization and data access</a:t>
            </a:r>
          </a:p>
          <a:p>
            <a:pPr marL="342900" indent="-342900">
              <a:spcBef>
                <a:spcPts val="600"/>
              </a:spcBef>
              <a:buFont typeface="Arial" panose="020B0604020202020204" pitchFamily="34" charset="0"/>
              <a:buChar char="•"/>
            </a:pPr>
            <a:r>
              <a:rPr lang="en-US" sz="2400">
                <a:solidFill>
                  <a:srgbClr val="001E60"/>
                </a:solidFill>
                <a:latin typeface="Everyday Sans" pitchFamily="2" charset="77"/>
              </a:rPr>
              <a:t>Received data sample</a:t>
            </a:r>
            <a:endParaRPr lang="en-US" sz="2400">
              <a:solidFill>
                <a:srgbClr val="001E60"/>
              </a:solidFill>
              <a:effectLst/>
              <a:latin typeface="Everyday Sans" pitchFamily="2" charset="77"/>
            </a:endParaRPr>
          </a:p>
        </p:txBody>
      </p:sp>
      <p:cxnSp>
        <p:nvCxnSpPr>
          <p:cNvPr id="49" name="Straight Connector 48">
            <a:extLst>
              <a:ext uri="{FF2B5EF4-FFF2-40B4-BE49-F238E27FC236}">
                <a16:creationId xmlns:a16="http://schemas.microsoft.com/office/drawing/2014/main" id="{27181FA6-3623-1FF5-66F3-95F5A02EDFF0}"/>
              </a:ext>
            </a:extLst>
          </p:cNvPr>
          <p:cNvCxnSpPr>
            <a:cxnSpLocks/>
            <a:stCxn id="62" idx="4"/>
          </p:cNvCxnSpPr>
          <p:nvPr/>
        </p:nvCxnSpPr>
        <p:spPr>
          <a:xfrm flipH="1">
            <a:off x="8120123" y="7581899"/>
            <a:ext cx="4702" cy="425196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1BD1A3F7-ABF3-9002-214B-93AC8A80D7EB}"/>
              </a:ext>
            </a:extLst>
          </p:cNvPr>
          <p:cNvSpPr txBox="1"/>
          <p:nvPr/>
        </p:nvSpPr>
        <p:spPr>
          <a:xfrm>
            <a:off x="16438397" y="8609669"/>
            <a:ext cx="4937760" cy="3163824"/>
          </a:xfrm>
          <a:prstGeom prst="rect">
            <a:avLst/>
          </a:prstGeom>
          <a:noFill/>
        </p:spPr>
        <p:txBody>
          <a:bodyPr wrap="square" lIns="0" tIns="0" rIns="0" bIns="0" rtlCol="0" anchor="t">
            <a:noAutofit/>
          </a:bodyPr>
          <a:lstStyle/>
          <a:p>
            <a:r>
              <a:rPr lang="en-US" sz="2800" b="1">
                <a:solidFill>
                  <a:srgbClr val="001E60"/>
                </a:solidFill>
                <a:latin typeface="Everyday Sans" pitchFamily="2" charset="77"/>
              </a:rPr>
              <a:t>October 15</a:t>
            </a:r>
            <a:r>
              <a:rPr lang="en-US" sz="2800" b="1" baseline="30000">
                <a:solidFill>
                  <a:srgbClr val="001E60"/>
                </a:solidFill>
                <a:latin typeface="Everyday Sans" pitchFamily="2" charset="77"/>
              </a:rPr>
              <a:t>th</a:t>
            </a:r>
            <a:r>
              <a:rPr lang="en-US" sz="2800" b="1">
                <a:solidFill>
                  <a:srgbClr val="001E60"/>
                </a:solidFill>
                <a:latin typeface="Everyday Sans" pitchFamily="2" charset="77"/>
              </a:rPr>
              <a:t>: </a:t>
            </a:r>
          </a:p>
          <a:p>
            <a:r>
              <a:rPr lang="en-US" sz="2400" b="1">
                <a:solidFill>
                  <a:srgbClr val="001E60"/>
                </a:solidFill>
                <a:latin typeface="Everyday Sans" pitchFamily="2" charset="77"/>
              </a:rPr>
              <a:t>Began Data Sample C</a:t>
            </a:r>
            <a:r>
              <a:rPr lang="en-US" sz="2400" b="1">
                <a:solidFill>
                  <a:srgbClr val="001E60"/>
                </a:solidFill>
                <a:effectLst/>
                <a:latin typeface="Everyday Sans" pitchFamily="2" charset="77"/>
              </a:rPr>
              <a:t>leaning &amp; EDA</a:t>
            </a:r>
            <a:endParaRPr lang="en-US" sz="2400">
              <a:solidFill>
                <a:srgbClr val="001E60"/>
              </a:solidFill>
              <a:effectLst/>
              <a:latin typeface="Everyday Sans" pitchFamily="2" charset="77"/>
            </a:endParaRPr>
          </a:p>
          <a:p>
            <a:pPr marL="342900" indent="-342900">
              <a:spcBef>
                <a:spcPts val="600"/>
              </a:spcBef>
              <a:buFont typeface="Arial" panose="020B0604020202020204" pitchFamily="34" charset="0"/>
              <a:buChar char="•"/>
            </a:pPr>
            <a:r>
              <a:rPr lang="en-US" sz="2400">
                <a:solidFill>
                  <a:srgbClr val="001E60"/>
                </a:solidFill>
                <a:latin typeface="Everyday Sans" pitchFamily="2" charset="77"/>
              </a:rPr>
              <a:t>Data cleaning</a:t>
            </a:r>
          </a:p>
          <a:p>
            <a:pPr marL="342900" indent="-342900">
              <a:spcBef>
                <a:spcPts val="600"/>
              </a:spcBef>
              <a:buFont typeface="Arial" panose="020B0604020202020204" pitchFamily="34" charset="0"/>
              <a:buChar char="•"/>
            </a:pPr>
            <a:r>
              <a:rPr lang="en-US" sz="2400">
                <a:solidFill>
                  <a:srgbClr val="001E60"/>
                </a:solidFill>
                <a:effectLst/>
                <a:latin typeface="Everyday Sans" pitchFamily="2" charset="77"/>
              </a:rPr>
              <a:t>Data </a:t>
            </a:r>
            <a:r>
              <a:rPr lang="en-US" sz="2400">
                <a:solidFill>
                  <a:srgbClr val="001E60"/>
                </a:solidFill>
                <a:latin typeface="Everyday Sans" pitchFamily="2" charset="77"/>
              </a:rPr>
              <a:t>dictionary</a:t>
            </a:r>
          </a:p>
          <a:p>
            <a:pPr marL="342900" indent="-342900">
              <a:spcBef>
                <a:spcPts val="600"/>
              </a:spcBef>
              <a:buFont typeface="Arial" panose="020B0604020202020204" pitchFamily="34" charset="0"/>
              <a:buChar char="•"/>
            </a:pPr>
            <a:r>
              <a:rPr lang="en-US" sz="2400">
                <a:solidFill>
                  <a:srgbClr val="001E60"/>
                </a:solidFill>
                <a:effectLst/>
                <a:latin typeface="Everyday Sans" pitchFamily="2" charset="77"/>
              </a:rPr>
              <a:t>Pro</a:t>
            </a:r>
            <a:r>
              <a:rPr lang="en-US" sz="2400">
                <a:solidFill>
                  <a:srgbClr val="001E60"/>
                </a:solidFill>
                <a:latin typeface="Everyday Sans" pitchFamily="2" charset="77"/>
              </a:rPr>
              <a:t>duct Hierarchy</a:t>
            </a:r>
          </a:p>
          <a:p>
            <a:pPr marL="342900" indent="-342900">
              <a:spcBef>
                <a:spcPts val="600"/>
              </a:spcBef>
              <a:buFont typeface="Arial" panose="020B0604020202020204" pitchFamily="34" charset="0"/>
              <a:buChar char="•"/>
            </a:pPr>
            <a:r>
              <a:rPr lang="en-US" sz="2400">
                <a:solidFill>
                  <a:srgbClr val="001E60"/>
                </a:solidFill>
                <a:effectLst/>
                <a:latin typeface="Everyday Sans" pitchFamily="2" charset="77"/>
              </a:rPr>
              <a:t>Modular Timeline</a:t>
            </a:r>
          </a:p>
        </p:txBody>
      </p:sp>
      <p:cxnSp>
        <p:nvCxnSpPr>
          <p:cNvPr id="52" name="Straight Connector 51">
            <a:extLst>
              <a:ext uri="{FF2B5EF4-FFF2-40B4-BE49-F238E27FC236}">
                <a16:creationId xmlns:a16="http://schemas.microsoft.com/office/drawing/2014/main" id="{047768FF-43A5-8952-C97D-CF9FABA8C572}"/>
              </a:ext>
            </a:extLst>
          </p:cNvPr>
          <p:cNvCxnSpPr>
            <a:cxnSpLocks/>
            <a:stCxn id="65" idx="4"/>
          </p:cNvCxnSpPr>
          <p:nvPr/>
        </p:nvCxnSpPr>
        <p:spPr>
          <a:xfrm>
            <a:off x="16257528" y="7581899"/>
            <a:ext cx="527" cy="425196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58" name="Oval 57">
            <a:extLst>
              <a:ext uri="{FF2B5EF4-FFF2-40B4-BE49-F238E27FC236}">
                <a16:creationId xmlns:a16="http://schemas.microsoft.com/office/drawing/2014/main" id="{5B7ED6C2-C020-9B37-8A6D-A37CD2D371A3}"/>
              </a:ext>
            </a:extLst>
          </p:cNvPr>
          <p:cNvSpPr/>
          <p:nvPr/>
        </p:nvSpPr>
        <p:spPr>
          <a:xfrm>
            <a:off x="533400" y="7270750"/>
            <a:ext cx="311150" cy="3111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err="1"/>
          </a:p>
        </p:txBody>
      </p:sp>
      <p:sp>
        <p:nvSpPr>
          <p:cNvPr id="59" name="Oval 58">
            <a:extLst>
              <a:ext uri="{FF2B5EF4-FFF2-40B4-BE49-F238E27FC236}">
                <a16:creationId xmlns:a16="http://schemas.microsoft.com/office/drawing/2014/main" id="{87594B8A-DAFC-287D-E251-4CB5CE22CBC8}"/>
              </a:ext>
            </a:extLst>
          </p:cNvPr>
          <p:cNvSpPr/>
          <p:nvPr/>
        </p:nvSpPr>
        <p:spPr>
          <a:xfrm>
            <a:off x="19640381" y="7270750"/>
            <a:ext cx="311150" cy="3111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err="1"/>
          </a:p>
        </p:txBody>
      </p:sp>
      <p:sp>
        <p:nvSpPr>
          <p:cNvPr id="61" name="Oval 60">
            <a:extLst>
              <a:ext uri="{FF2B5EF4-FFF2-40B4-BE49-F238E27FC236}">
                <a16:creationId xmlns:a16="http://schemas.microsoft.com/office/drawing/2014/main" id="{CC2A465A-4606-E4AF-6BFB-18BDA537E546}"/>
              </a:ext>
            </a:extLst>
          </p:cNvPr>
          <p:cNvSpPr/>
          <p:nvPr/>
        </p:nvSpPr>
        <p:spPr>
          <a:xfrm>
            <a:off x="4089400" y="7270750"/>
            <a:ext cx="311150" cy="3111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err="1"/>
          </a:p>
        </p:txBody>
      </p:sp>
      <p:sp>
        <p:nvSpPr>
          <p:cNvPr id="62" name="Oval 61">
            <a:extLst>
              <a:ext uri="{FF2B5EF4-FFF2-40B4-BE49-F238E27FC236}">
                <a16:creationId xmlns:a16="http://schemas.microsoft.com/office/drawing/2014/main" id="{541F3381-9693-49E7-D3EB-9B536AF6CA79}"/>
              </a:ext>
            </a:extLst>
          </p:cNvPr>
          <p:cNvSpPr/>
          <p:nvPr/>
        </p:nvSpPr>
        <p:spPr>
          <a:xfrm>
            <a:off x="7969250" y="7270750"/>
            <a:ext cx="311150" cy="3111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err="1"/>
          </a:p>
        </p:txBody>
      </p:sp>
      <p:sp>
        <p:nvSpPr>
          <p:cNvPr id="64" name="Oval 63">
            <a:extLst>
              <a:ext uri="{FF2B5EF4-FFF2-40B4-BE49-F238E27FC236}">
                <a16:creationId xmlns:a16="http://schemas.microsoft.com/office/drawing/2014/main" id="{BC5EBBF1-25EE-5BB9-F11F-C2803DA07A05}"/>
              </a:ext>
            </a:extLst>
          </p:cNvPr>
          <p:cNvSpPr/>
          <p:nvPr/>
        </p:nvSpPr>
        <p:spPr>
          <a:xfrm>
            <a:off x="12215753" y="7270750"/>
            <a:ext cx="311150" cy="3111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err="1"/>
          </a:p>
        </p:txBody>
      </p:sp>
      <p:sp>
        <p:nvSpPr>
          <p:cNvPr id="65" name="Oval 64">
            <a:extLst>
              <a:ext uri="{FF2B5EF4-FFF2-40B4-BE49-F238E27FC236}">
                <a16:creationId xmlns:a16="http://schemas.microsoft.com/office/drawing/2014/main" id="{3CCA6C29-EF90-8C12-B92B-5F2688E7E7D1}"/>
              </a:ext>
            </a:extLst>
          </p:cNvPr>
          <p:cNvSpPr/>
          <p:nvPr/>
        </p:nvSpPr>
        <p:spPr>
          <a:xfrm>
            <a:off x="16101953" y="7270750"/>
            <a:ext cx="311150" cy="3111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err="1"/>
          </a:p>
        </p:txBody>
      </p:sp>
      <p:sp>
        <p:nvSpPr>
          <p:cNvPr id="75" name="TextBox 74">
            <a:extLst>
              <a:ext uri="{FF2B5EF4-FFF2-40B4-BE49-F238E27FC236}">
                <a16:creationId xmlns:a16="http://schemas.microsoft.com/office/drawing/2014/main" id="{55959455-A15C-8AAE-5476-64FBC3118333}"/>
              </a:ext>
            </a:extLst>
          </p:cNvPr>
          <p:cNvSpPr txBox="1"/>
          <p:nvPr/>
        </p:nvSpPr>
        <p:spPr>
          <a:xfrm>
            <a:off x="4416267" y="3694641"/>
            <a:ext cx="4937760" cy="2377440"/>
          </a:xfrm>
          <a:prstGeom prst="rect">
            <a:avLst/>
          </a:prstGeom>
          <a:noFill/>
        </p:spPr>
        <p:txBody>
          <a:bodyPr wrap="square" lIns="0" tIns="0" rIns="0" bIns="0" rtlCol="0" anchor="t">
            <a:noAutofit/>
          </a:bodyPr>
          <a:lstStyle/>
          <a:p>
            <a:r>
              <a:rPr lang="en-US" sz="2800" b="1">
                <a:solidFill>
                  <a:srgbClr val="001E60"/>
                </a:solidFill>
                <a:effectLst/>
                <a:latin typeface="Everyday Sans" pitchFamily="2" charset="77"/>
              </a:rPr>
              <a:t>September 12</a:t>
            </a:r>
            <a:r>
              <a:rPr lang="en-US" sz="2800" b="1" baseline="30000">
                <a:solidFill>
                  <a:srgbClr val="001E60"/>
                </a:solidFill>
                <a:effectLst/>
                <a:latin typeface="Everyday Sans" pitchFamily="2" charset="77"/>
              </a:rPr>
              <a:t>th</a:t>
            </a:r>
            <a:r>
              <a:rPr lang="en-US" sz="2800" b="1">
                <a:solidFill>
                  <a:srgbClr val="001E60"/>
                </a:solidFill>
                <a:effectLst/>
                <a:latin typeface="Everyday Sans" pitchFamily="2" charset="77"/>
              </a:rPr>
              <a:t>: </a:t>
            </a:r>
          </a:p>
          <a:p>
            <a:r>
              <a:rPr lang="en-US" sz="2400" b="1">
                <a:solidFill>
                  <a:srgbClr val="001E60"/>
                </a:solidFill>
                <a:effectLst/>
                <a:latin typeface="Everyday Sans" pitchFamily="2" charset="77"/>
              </a:rPr>
              <a:t>Literature Review Started</a:t>
            </a:r>
            <a:endParaRPr lang="en-US" sz="2400">
              <a:solidFill>
                <a:srgbClr val="001E60"/>
              </a:solidFill>
              <a:effectLst/>
              <a:latin typeface="Everyday Sans" pitchFamily="2" charset="77"/>
            </a:endParaRPr>
          </a:p>
          <a:p>
            <a:pPr marL="342900" indent="-342900">
              <a:spcBef>
                <a:spcPts val="600"/>
              </a:spcBef>
              <a:buFont typeface="Arial" panose="020B0604020202020204" pitchFamily="34" charset="0"/>
              <a:buChar char="•"/>
            </a:pPr>
            <a:r>
              <a:rPr lang="en-US" sz="2400">
                <a:solidFill>
                  <a:srgbClr val="001E60"/>
                </a:solidFill>
                <a:effectLst/>
                <a:latin typeface="Everyday Sans" pitchFamily="2" charset="77"/>
              </a:rPr>
              <a:t>Began gathering literature over related retail optimization models &amp; related topics</a:t>
            </a:r>
          </a:p>
        </p:txBody>
      </p:sp>
      <p:cxnSp>
        <p:nvCxnSpPr>
          <p:cNvPr id="76" name="Straight Connector 75">
            <a:extLst>
              <a:ext uri="{FF2B5EF4-FFF2-40B4-BE49-F238E27FC236}">
                <a16:creationId xmlns:a16="http://schemas.microsoft.com/office/drawing/2014/main" id="{85C2062F-EE47-58B6-1448-27155918C8A2}"/>
              </a:ext>
            </a:extLst>
          </p:cNvPr>
          <p:cNvCxnSpPr>
            <a:cxnSpLocks/>
          </p:cNvCxnSpPr>
          <p:nvPr/>
        </p:nvCxnSpPr>
        <p:spPr>
          <a:xfrm>
            <a:off x="4244975" y="3694641"/>
            <a:ext cx="3731" cy="365760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70F9F9B2-D347-66A2-3A7B-09095D1AA04B}"/>
              </a:ext>
            </a:extLst>
          </p:cNvPr>
          <p:cNvSpPr txBox="1"/>
          <p:nvPr/>
        </p:nvSpPr>
        <p:spPr>
          <a:xfrm>
            <a:off x="12538889" y="3700308"/>
            <a:ext cx="4937760" cy="2377440"/>
          </a:xfrm>
          <a:prstGeom prst="rect">
            <a:avLst/>
          </a:prstGeom>
          <a:noFill/>
        </p:spPr>
        <p:txBody>
          <a:bodyPr wrap="square" lIns="0" tIns="0" rIns="0" bIns="0" rtlCol="0" anchor="t">
            <a:noAutofit/>
          </a:bodyPr>
          <a:lstStyle/>
          <a:p>
            <a:r>
              <a:rPr lang="en-US" sz="2800" b="1">
                <a:solidFill>
                  <a:srgbClr val="001E60"/>
                </a:solidFill>
                <a:latin typeface="Everyday Sans" pitchFamily="2" charset="77"/>
              </a:rPr>
              <a:t>October 10</a:t>
            </a:r>
            <a:r>
              <a:rPr lang="en-US" sz="2800" b="1" baseline="30000">
                <a:solidFill>
                  <a:srgbClr val="001E60"/>
                </a:solidFill>
                <a:latin typeface="Everyday Sans" pitchFamily="2" charset="77"/>
              </a:rPr>
              <a:t>th</a:t>
            </a:r>
            <a:r>
              <a:rPr lang="en-US" sz="2800" b="1">
                <a:solidFill>
                  <a:srgbClr val="001E60"/>
                </a:solidFill>
                <a:latin typeface="Everyday Sans" pitchFamily="2" charset="77"/>
              </a:rPr>
              <a:t>: </a:t>
            </a:r>
          </a:p>
          <a:p>
            <a:r>
              <a:rPr lang="en-US" sz="2400" b="1">
                <a:solidFill>
                  <a:srgbClr val="001E60"/>
                </a:solidFill>
                <a:latin typeface="Everyday Sans" pitchFamily="2" charset="77"/>
              </a:rPr>
              <a:t>R &amp; RStudio Access </a:t>
            </a:r>
            <a:endParaRPr lang="en-US" sz="2400">
              <a:solidFill>
                <a:srgbClr val="001E60"/>
              </a:solidFill>
              <a:effectLst/>
              <a:latin typeface="Everyday Sans" pitchFamily="2" charset="77"/>
            </a:endParaRPr>
          </a:p>
          <a:p>
            <a:pPr marL="342900" indent="-342900">
              <a:spcBef>
                <a:spcPts val="600"/>
              </a:spcBef>
              <a:buFont typeface="Arial" panose="020B0604020202020204" pitchFamily="34" charset="0"/>
              <a:buChar char="•"/>
            </a:pPr>
            <a:r>
              <a:rPr lang="en-US" sz="2400">
                <a:solidFill>
                  <a:srgbClr val="001E60"/>
                </a:solidFill>
                <a:effectLst/>
                <a:latin typeface="Everyday Sans" pitchFamily="2" charset="77"/>
              </a:rPr>
              <a:t>All team members gained access to R and RStudio</a:t>
            </a:r>
          </a:p>
        </p:txBody>
      </p:sp>
      <p:cxnSp>
        <p:nvCxnSpPr>
          <p:cNvPr id="82" name="Straight Connector 81">
            <a:extLst>
              <a:ext uri="{FF2B5EF4-FFF2-40B4-BE49-F238E27FC236}">
                <a16:creationId xmlns:a16="http://schemas.microsoft.com/office/drawing/2014/main" id="{2488C913-593F-15A8-1D31-56D0598B0422}"/>
              </a:ext>
            </a:extLst>
          </p:cNvPr>
          <p:cNvCxnSpPr>
            <a:cxnSpLocks/>
          </p:cNvCxnSpPr>
          <p:nvPr/>
        </p:nvCxnSpPr>
        <p:spPr>
          <a:xfrm>
            <a:off x="12364120" y="3694641"/>
            <a:ext cx="8908" cy="365760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78009284-88B4-2C8B-2A8A-F6593194DE72}"/>
              </a:ext>
            </a:extLst>
          </p:cNvPr>
          <p:cNvSpPr txBox="1"/>
          <p:nvPr/>
        </p:nvSpPr>
        <p:spPr>
          <a:xfrm>
            <a:off x="19961383" y="3694641"/>
            <a:ext cx="4937760" cy="2377440"/>
          </a:xfrm>
          <a:prstGeom prst="rect">
            <a:avLst/>
          </a:prstGeom>
          <a:noFill/>
        </p:spPr>
        <p:txBody>
          <a:bodyPr wrap="square" lIns="0" tIns="0" rIns="0" bIns="0" rtlCol="0" anchor="t">
            <a:noAutofit/>
          </a:bodyPr>
          <a:lstStyle/>
          <a:p>
            <a:r>
              <a:rPr lang="en-US" sz="2800" b="1">
                <a:solidFill>
                  <a:srgbClr val="001E60"/>
                </a:solidFill>
                <a:latin typeface="Everyday Sans" pitchFamily="2" charset="77"/>
              </a:rPr>
              <a:t>October 27</a:t>
            </a:r>
            <a:r>
              <a:rPr lang="en-US" sz="2800" b="1" baseline="30000">
                <a:solidFill>
                  <a:srgbClr val="001E60"/>
                </a:solidFill>
                <a:latin typeface="Everyday Sans" pitchFamily="2" charset="77"/>
              </a:rPr>
              <a:t>th</a:t>
            </a:r>
            <a:r>
              <a:rPr lang="en-US" sz="2800" b="1">
                <a:solidFill>
                  <a:srgbClr val="001E60"/>
                </a:solidFill>
                <a:latin typeface="Everyday Sans" pitchFamily="2" charset="77"/>
              </a:rPr>
              <a:t>: </a:t>
            </a:r>
          </a:p>
          <a:p>
            <a:r>
              <a:rPr lang="en-US" sz="2400" b="1">
                <a:solidFill>
                  <a:srgbClr val="001E60"/>
                </a:solidFill>
                <a:effectLst/>
                <a:latin typeface="Everyday Sans" pitchFamily="2" charset="77"/>
              </a:rPr>
              <a:t>Redefined Project Scope</a:t>
            </a:r>
            <a:endParaRPr lang="en-US" sz="2400">
              <a:solidFill>
                <a:srgbClr val="001E60"/>
              </a:solidFill>
              <a:effectLst/>
              <a:latin typeface="Everyday Sans" pitchFamily="2" charset="77"/>
            </a:endParaRPr>
          </a:p>
          <a:p>
            <a:pPr marL="342900" indent="-342900">
              <a:spcBef>
                <a:spcPts val="600"/>
              </a:spcBef>
              <a:buFont typeface="Arial" panose="020B0604020202020204" pitchFamily="34" charset="0"/>
              <a:buChar char="•"/>
            </a:pPr>
            <a:r>
              <a:rPr lang="en-US" sz="2400">
                <a:solidFill>
                  <a:srgbClr val="001E60"/>
                </a:solidFill>
                <a:effectLst/>
                <a:latin typeface="Everyday Sans" pitchFamily="2" charset="77"/>
              </a:rPr>
              <a:t>Narrowed scope of data</a:t>
            </a:r>
          </a:p>
          <a:p>
            <a:pPr marL="342900" indent="-342900">
              <a:spcBef>
                <a:spcPts val="600"/>
              </a:spcBef>
              <a:buFont typeface="Arial" panose="020B0604020202020204" pitchFamily="34" charset="0"/>
              <a:buChar char="•"/>
            </a:pPr>
            <a:r>
              <a:rPr lang="en-US" sz="2400">
                <a:solidFill>
                  <a:srgbClr val="001E60"/>
                </a:solidFill>
                <a:latin typeface="Everyday Sans" pitchFamily="2" charset="77"/>
              </a:rPr>
              <a:t>Adjusted data delivery method</a:t>
            </a:r>
          </a:p>
          <a:p>
            <a:pPr marL="342900" indent="-342900">
              <a:spcBef>
                <a:spcPts val="600"/>
              </a:spcBef>
              <a:buFont typeface="Arial" panose="020B0604020202020204" pitchFamily="34" charset="0"/>
              <a:buChar char="•"/>
            </a:pPr>
            <a:r>
              <a:rPr lang="en-US" sz="2400">
                <a:solidFill>
                  <a:srgbClr val="001E60"/>
                </a:solidFill>
                <a:effectLst/>
                <a:latin typeface="Everyday Sans" pitchFamily="2" charset="77"/>
              </a:rPr>
              <a:t>Moved to biweekly meetings</a:t>
            </a:r>
          </a:p>
        </p:txBody>
      </p:sp>
      <p:cxnSp>
        <p:nvCxnSpPr>
          <p:cNvPr id="86" name="Straight Connector 85">
            <a:extLst>
              <a:ext uri="{FF2B5EF4-FFF2-40B4-BE49-F238E27FC236}">
                <a16:creationId xmlns:a16="http://schemas.microsoft.com/office/drawing/2014/main" id="{432318F3-4D88-422D-F710-50AD014E04C2}"/>
              </a:ext>
            </a:extLst>
          </p:cNvPr>
          <p:cNvCxnSpPr>
            <a:cxnSpLocks/>
          </p:cNvCxnSpPr>
          <p:nvPr/>
        </p:nvCxnSpPr>
        <p:spPr>
          <a:xfrm>
            <a:off x="19781950" y="3694641"/>
            <a:ext cx="14006" cy="365760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439580E-D9DE-B98F-F4E6-CBCB878318B5}"/>
              </a:ext>
            </a:extLst>
          </p:cNvPr>
          <p:cNvSpPr txBox="1"/>
          <p:nvPr/>
        </p:nvSpPr>
        <p:spPr>
          <a:xfrm>
            <a:off x="8773886" y="6553200"/>
            <a:ext cx="0" cy="0"/>
          </a:xfrm>
          <a:prstGeom prst="rect">
            <a:avLst/>
          </a:prstGeom>
          <a:noFill/>
        </p:spPr>
        <p:txBody>
          <a:bodyPr wrap="none" lIns="0" tIns="0" rIns="0" bIns="0" rtlCol="0">
            <a:noAutofit/>
          </a:bodyPr>
          <a:lstStyle/>
          <a:p>
            <a:pPr algn="l"/>
            <a:endParaRPr lang="en-US" err="1">
              <a:solidFill>
                <a:schemeClr val="accent1"/>
              </a:solidFill>
            </a:endParaRPr>
          </a:p>
        </p:txBody>
      </p:sp>
    </p:spTree>
    <p:extLst>
      <p:ext uri="{BB962C8B-B14F-4D97-AF65-F5344CB8AC3E}">
        <p14:creationId xmlns:p14="http://schemas.microsoft.com/office/powerpoint/2010/main" val="14112103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5427D-0EBB-174C-5165-92C6A8E69A6E}"/>
              </a:ext>
            </a:extLst>
          </p:cNvPr>
          <p:cNvSpPr>
            <a:spLocks noGrp="1"/>
          </p:cNvSpPr>
          <p:nvPr>
            <p:ph type="title"/>
          </p:nvPr>
        </p:nvSpPr>
        <p:spPr/>
        <p:txBody>
          <a:bodyPr/>
          <a:lstStyle/>
          <a:p>
            <a:r>
              <a:rPr lang="en-US" sz="4800">
                <a:latin typeface="Everyday Sans Medium"/>
              </a:rPr>
              <a:t>Subcategory Classification – Key Metrics</a:t>
            </a:r>
            <a:endParaRPr lang="en-US" sz="4800"/>
          </a:p>
        </p:txBody>
      </p:sp>
      <p:sp>
        <p:nvSpPr>
          <p:cNvPr id="4" name="Footer Placeholder 3">
            <a:extLst>
              <a:ext uri="{FF2B5EF4-FFF2-40B4-BE49-F238E27FC236}">
                <a16:creationId xmlns:a16="http://schemas.microsoft.com/office/drawing/2014/main" id="{D370EF78-667E-C54D-4647-BE50A58B03DD}"/>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0709890B-21CB-154C-7E49-10224C6DB491}"/>
              </a:ext>
            </a:extLst>
          </p:cNvPr>
          <p:cNvSpPr>
            <a:spLocks noGrp="1"/>
          </p:cNvSpPr>
          <p:nvPr>
            <p:ph type="sldNum" sz="quarter" idx="12"/>
          </p:nvPr>
        </p:nvSpPr>
        <p:spPr/>
        <p:txBody>
          <a:bodyPr/>
          <a:lstStyle/>
          <a:p>
            <a:fld id="{E7E83E8E-4C8F-494C-96FC-84A57D31552C}" type="slidenum">
              <a:rPr lang="en-US" smtClean="0"/>
              <a:t>40</a:t>
            </a:fld>
            <a:endParaRPr lang="en-US"/>
          </a:p>
        </p:txBody>
      </p:sp>
      <p:sp>
        <p:nvSpPr>
          <p:cNvPr id="6" name="Rectangle 5">
            <a:extLst>
              <a:ext uri="{FF2B5EF4-FFF2-40B4-BE49-F238E27FC236}">
                <a16:creationId xmlns:a16="http://schemas.microsoft.com/office/drawing/2014/main" id="{24812160-4425-990F-6876-A2576862062C}"/>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
        <p:nvSpPr>
          <p:cNvPr id="9" name="Google Shape;414;p46">
            <a:extLst>
              <a:ext uri="{FF2B5EF4-FFF2-40B4-BE49-F238E27FC236}">
                <a16:creationId xmlns:a16="http://schemas.microsoft.com/office/drawing/2014/main" id="{8B62DF5A-8832-3649-D198-E169192C8C11}"/>
              </a:ext>
            </a:extLst>
          </p:cNvPr>
          <p:cNvSpPr txBox="1">
            <a:spLocks/>
          </p:cNvSpPr>
          <p:nvPr/>
        </p:nvSpPr>
        <p:spPr>
          <a:xfrm>
            <a:off x="2673098" y="4193936"/>
            <a:ext cx="2857500" cy="699938"/>
          </a:xfrm>
          <a:prstGeom prst="rect">
            <a:avLst/>
          </a:prstGeom>
        </p:spPr>
        <p:txBody>
          <a:bodyPr spcFirstLastPara="1" vert="horz" wrap="square" lIns="91425" tIns="91425" rIns="91425" bIns="91425" rtlCol="0" anchor="b" anchorCtr="0">
            <a:noAutofit/>
          </a:bodyPr>
          <a:lstStyle>
            <a:lvl1pPr marL="0" indent="0" algn="l" defTabSz="1828343" rtl="0" eaLnBrk="1" latinLnBrk="0" hangingPunct="1">
              <a:lnSpc>
                <a:spcPts val="4600"/>
              </a:lnSpc>
              <a:spcBef>
                <a:spcPts val="0"/>
              </a:spcBef>
              <a:spcAft>
                <a:spcPts val="3000"/>
              </a:spcAft>
              <a:buFont typeface="Arial" panose="020B0604020202020204" pitchFamily="34" charset="0"/>
              <a:buNone/>
              <a:defRPr sz="3600" kern="1200">
                <a:solidFill>
                  <a:schemeClr val="accent1"/>
                </a:solidFill>
                <a:latin typeface="+mn-lt"/>
                <a:ea typeface="+mn-ea"/>
                <a:cs typeface="+mn-cs"/>
              </a:defRPr>
            </a:lvl1pPr>
            <a:lvl2pPr marL="746125" indent="-727075"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2pPr>
            <a:lvl3pPr marL="1209675" indent="-727075"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3pPr>
            <a:lvl4pPr marL="1792288" indent="-723900"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4pPr>
            <a:lvl5pPr marL="2290763" indent="-739775" algn="l" defTabSz="1828343" rtl="0" eaLnBrk="1" latinLnBrk="0" hangingPunct="1">
              <a:lnSpc>
                <a:spcPts val="4600"/>
              </a:lnSpc>
              <a:spcBef>
                <a:spcPts val="0"/>
              </a:spcBef>
              <a:spcAft>
                <a:spcPts val="3000"/>
              </a:spcAft>
              <a:buFont typeface="System Font Regular"/>
              <a:buChar char="—"/>
              <a:tabLst/>
              <a:defRPr sz="36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spcAft>
                <a:spcPts val="0"/>
              </a:spcAft>
            </a:pPr>
            <a:r>
              <a:rPr lang="en-US" sz="4400" b="1"/>
              <a:t>Presence</a:t>
            </a:r>
            <a:endParaRPr lang="en-US" sz="4000" b="1"/>
          </a:p>
        </p:txBody>
      </p:sp>
      <p:sp>
        <p:nvSpPr>
          <p:cNvPr id="13" name="Google Shape;415;p46">
            <a:extLst>
              <a:ext uri="{FF2B5EF4-FFF2-40B4-BE49-F238E27FC236}">
                <a16:creationId xmlns:a16="http://schemas.microsoft.com/office/drawing/2014/main" id="{2B0DE425-0F7E-176A-F747-7733CCBA7A52}"/>
              </a:ext>
            </a:extLst>
          </p:cNvPr>
          <p:cNvSpPr txBox="1">
            <a:spLocks/>
          </p:cNvSpPr>
          <p:nvPr/>
        </p:nvSpPr>
        <p:spPr>
          <a:xfrm>
            <a:off x="2673098" y="4893874"/>
            <a:ext cx="5878847" cy="1684984"/>
          </a:xfrm>
          <a:prstGeom prst="rect">
            <a:avLst/>
          </a:prstGeom>
        </p:spPr>
        <p:txBody>
          <a:bodyPr spcFirstLastPara="1" wrap="square" lIns="91425" tIns="91425" rIns="91425" bIns="91425" anchor="t" anchorCtr="0">
            <a:noAutofit/>
          </a:bodyPr>
          <a:lstStyle>
            <a:lvl1pPr marL="0" indent="0" algn="l" defTabSz="1828343" rtl="0" eaLnBrk="1" latinLnBrk="0" hangingPunct="1">
              <a:lnSpc>
                <a:spcPts val="4600"/>
              </a:lnSpc>
              <a:spcBef>
                <a:spcPts val="0"/>
              </a:spcBef>
              <a:spcAft>
                <a:spcPts val="1100"/>
              </a:spcAft>
              <a:buFont typeface="Arial" panose="020B0604020202020204" pitchFamily="34" charset="0"/>
              <a:buNone/>
              <a:defRPr sz="3600" kern="1200">
                <a:solidFill>
                  <a:schemeClr val="accent1"/>
                </a:solidFill>
                <a:latin typeface="+mn-lt"/>
                <a:ea typeface="+mn-ea"/>
                <a:cs typeface="+mn-cs"/>
              </a:defRPr>
            </a:lvl1pPr>
            <a:lvl2pPr marL="74612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2pPr>
            <a:lvl3pPr marL="120967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3pPr>
            <a:lvl4pPr marL="1792288" indent="-723900"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4pPr>
            <a:lvl5pPr marL="2290763" indent="-7397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spcAft>
                <a:spcPts val="0"/>
              </a:spcAft>
            </a:pPr>
            <a:r>
              <a:rPr lang="en-US"/>
              <a:t>Proportion of weeks active</a:t>
            </a:r>
          </a:p>
          <a:p>
            <a:pPr>
              <a:spcAft>
                <a:spcPts val="0"/>
              </a:spcAft>
            </a:pPr>
            <a:r>
              <a:rPr lang="en-US" sz="3200" i="1"/>
              <a:t>Weeks Active / Total Weeks</a:t>
            </a:r>
          </a:p>
        </p:txBody>
      </p:sp>
      <p:sp>
        <p:nvSpPr>
          <p:cNvPr id="17" name="Google Shape;416;p46">
            <a:extLst>
              <a:ext uri="{FF2B5EF4-FFF2-40B4-BE49-F238E27FC236}">
                <a16:creationId xmlns:a16="http://schemas.microsoft.com/office/drawing/2014/main" id="{B414712B-C58A-09AE-6993-079AE05E58BB}"/>
              </a:ext>
            </a:extLst>
          </p:cNvPr>
          <p:cNvSpPr txBox="1">
            <a:spLocks/>
          </p:cNvSpPr>
          <p:nvPr/>
        </p:nvSpPr>
        <p:spPr>
          <a:xfrm>
            <a:off x="15074504" y="3149586"/>
            <a:ext cx="2857500" cy="699938"/>
          </a:xfrm>
          <a:prstGeom prst="rect">
            <a:avLst/>
          </a:prstGeom>
        </p:spPr>
        <p:txBody>
          <a:bodyPr spcFirstLastPara="1" wrap="square" lIns="91425" tIns="91425" rIns="91425" bIns="91425" anchor="b" anchorCtr="0">
            <a:noAutofit/>
          </a:bodyPr>
          <a:lstStyle>
            <a:lvl1pPr marL="0" indent="0" algn="l" defTabSz="1828343" rtl="0" eaLnBrk="1" latinLnBrk="0" hangingPunct="1">
              <a:lnSpc>
                <a:spcPts val="4600"/>
              </a:lnSpc>
              <a:spcBef>
                <a:spcPts val="0"/>
              </a:spcBef>
              <a:spcAft>
                <a:spcPts val="1100"/>
              </a:spcAft>
              <a:buFont typeface="Arial" panose="020B0604020202020204" pitchFamily="34" charset="0"/>
              <a:buNone/>
              <a:defRPr sz="3600" kern="1200">
                <a:solidFill>
                  <a:schemeClr val="accent1"/>
                </a:solidFill>
                <a:latin typeface="+mn-lt"/>
                <a:ea typeface="+mn-ea"/>
                <a:cs typeface="+mn-cs"/>
              </a:defRPr>
            </a:lvl1pPr>
            <a:lvl2pPr marL="74612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2pPr>
            <a:lvl3pPr marL="120967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3pPr>
            <a:lvl4pPr marL="1792288" indent="-723900"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4pPr>
            <a:lvl5pPr marL="2290763" indent="-7397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spcAft>
                <a:spcPts val="0"/>
              </a:spcAft>
            </a:pPr>
            <a:r>
              <a:rPr lang="en-US" sz="4400" b="1"/>
              <a:t>Volatility</a:t>
            </a:r>
          </a:p>
        </p:txBody>
      </p:sp>
      <p:sp>
        <p:nvSpPr>
          <p:cNvPr id="18" name="Google Shape;417;p46">
            <a:extLst>
              <a:ext uri="{FF2B5EF4-FFF2-40B4-BE49-F238E27FC236}">
                <a16:creationId xmlns:a16="http://schemas.microsoft.com/office/drawing/2014/main" id="{308F68A1-A60A-7410-6CFD-BE687702EDA4}"/>
              </a:ext>
            </a:extLst>
          </p:cNvPr>
          <p:cNvSpPr txBox="1">
            <a:spLocks/>
          </p:cNvSpPr>
          <p:nvPr/>
        </p:nvSpPr>
        <p:spPr>
          <a:xfrm>
            <a:off x="15074504" y="3801618"/>
            <a:ext cx="4693032" cy="1478884"/>
          </a:xfrm>
          <a:prstGeom prst="rect">
            <a:avLst/>
          </a:prstGeom>
        </p:spPr>
        <p:txBody>
          <a:bodyPr spcFirstLastPara="1" wrap="square" lIns="91425" tIns="91425" rIns="91425" bIns="91425" anchor="t" anchorCtr="0">
            <a:noAutofit/>
          </a:bodyPr>
          <a:lstStyle>
            <a:lvl1pPr marL="0" indent="0" algn="l" defTabSz="1828343" rtl="0" eaLnBrk="1" latinLnBrk="0" hangingPunct="1">
              <a:lnSpc>
                <a:spcPts val="4600"/>
              </a:lnSpc>
              <a:spcBef>
                <a:spcPts val="0"/>
              </a:spcBef>
              <a:spcAft>
                <a:spcPts val="1100"/>
              </a:spcAft>
              <a:buFont typeface="Arial" panose="020B0604020202020204" pitchFamily="34" charset="0"/>
              <a:buNone/>
              <a:defRPr sz="3600" kern="1200">
                <a:solidFill>
                  <a:schemeClr val="accent1"/>
                </a:solidFill>
                <a:latin typeface="+mn-lt"/>
                <a:ea typeface="+mn-ea"/>
                <a:cs typeface="+mn-cs"/>
              </a:defRPr>
            </a:lvl1pPr>
            <a:lvl2pPr marL="74612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2pPr>
            <a:lvl3pPr marL="1209675" indent="-7270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3pPr>
            <a:lvl4pPr marL="1792288" indent="-723900"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4pPr>
            <a:lvl5pPr marL="2290763" indent="-739775" algn="l" defTabSz="1828343" rtl="0" eaLnBrk="1" latinLnBrk="0" hangingPunct="1">
              <a:lnSpc>
                <a:spcPts val="4600"/>
              </a:lnSpc>
              <a:spcBef>
                <a:spcPts val="0"/>
              </a:spcBef>
              <a:spcAft>
                <a:spcPts val="1100"/>
              </a:spcAft>
              <a:buFont typeface="System Font Regular"/>
              <a:buChar char="—"/>
              <a:tabLst/>
              <a:defRPr sz="36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spcAft>
                <a:spcPts val="0"/>
              </a:spcAft>
            </a:pPr>
            <a:r>
              <a:rPr lang="en-US"/>
              <a:t>Coefficient of Variation</a:t>
            </a:r>
          </a:p>
          <a:p>
            <a:r>
              <a:rPr lang="en-US" sz="3200" i="1"/>
              <a:t>Std / Mean </a:t>
            </a:r>
          </a:p>
          <a:p>
            <a:pPr>
              <a:spcAft>
                <a:spcPts val="0"/>
              </a:spcAft>
            </a:pPr>
            <a:endParaRPr lang="en-US"/>
          </a:p>
        </p:txBody>
      </p:sp>
      <p:pic>
        <p:nvPicPr>
          <p:cNvPr id="19" name="Picture 18" descr="A graph of a number of volatility&#10;&#10;Description automatically generated">
            <a:extLst>
              <a:ext uri="{FF2B5EF4-FFF2-40B4-BE49-F238E27FC236}">
                <a16:creationId xmlns:a16="http://schemas.microsoft.com/office/drawing/2014/main" id="{05B8394D-0081-ED79-5614-59DD2A8B8D9F}"/>
              </a:ext>
            </a:extLst>
          </p:cNvPr>
          <p:cNvPicPr>
            <a:picLocks noChangeAspect="1"/>
          </p:cNvPicPr>
          <p:nvPr/>
        </p:nvPicPr>
        <p:blipFill rotWithShape="1">
          <a:blip r:embed="rId2"/>
          <a:srcRect l="3676" t="12782" b="6423"/>
          <a:stretch/>
        </p:blipFill>
        <p:spPr>
          <a:xfrm>
            <a:off x="13236617" y="7199107"/>
            <a:ext cx="9454485" cy="5286823"/>
          </a:xfrm>
          <a:prstGeom prst="rect">
            <a:avLst/>
          </a:prstGeom>
          <a:ln w="19050">
            <a:noFill/>
          </a:ln>
        </p:spPr>
      </p:pic>
      <p:pic>
        <p:nvPicPr>
          <p:cNvPr id="33" name="Picture 32" descr="A graph of blue bars&#10;&#10;Description automatically generated">
            <a:extLst>
              <a:ext uri="{FF2B5EF4-FFF2-40B4-BE49-F238E27FC236}">
                <a16:creationId xmlns:a16="http://schemas.microsoft.com/office/drawing/2014/main" id="{14D30921-E3BE-2077-8B4D-497EF27F39C3}"/>
              </a:ext>
            </a:extLst>
          </p:cNvPr>
          <p:cNvPicPr>
            <a:picLocks noChangeAspect="1"/>
          </p:cNvPicPr>
          <p:nvPr/>
        </p:nvPicPr>
        <p:blipFill rotWithShape="1">
          <a:blip r:embed="rId3"/>
          <a:srcRect l="4808" t="7385" r="225" b="6088"/>
          <a:stretch/>
        </p:blipFill>
        <p:spPr>
          <a:xfrm>
            <a:off x="1718404" y="6743052"/>
            <a:ext cx="9454484" cy="5742878"/>
          </a:xfrm>
          <a:prstGeom prst="rect">
            <a:avLst/>
          </a:prstGeom>
          <a:ln w="19050">
            <a:noFill/>
          </a:ln>
        </p:spPr>
      </p:pic>
      <p:sp>
        <p:nvSpPr>
          <p:cNvPr id="34" name="Rectangle 33">
            <a:extLst>
              <a:ext uri="{FF2B5EF4-FFF2-40B4-BE49-F238E27FC236}">
                <a16:creationId xmlns:a16="http://schemas.microsoft.com/office/drawing/2014/main" id="{4515E09F-AA49-35E8-8250-36BF8890FDD0}"/>
              </a:ext>
            </a:extLst>
          </p:cNvPr>
          <p:cNvSpPr/>
          <p:nvPr/>
        </p:nvSpPr>
        <p:spPr>
          <a:xfrm>
            <a:off x="7247233" y="12206802"/>
            <a:ext cx="460555" cy="2791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65996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A170891-2DC5-B576-3EE7-11CCE8D035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D6AEC1-8A0A-EFA1-7D12-E18E576529B9}"/>
              </a:ext>
            </a:extLst>
          </p:cNvPr>
          <p:cNvSpPr>
            <a:spLocks noGrp="1"/>
          </p:cNvSpPr>
          <p:nvPr>
            <p:ph type="title"/>
          </p:nvPr>
        </p:nvSpPr>
        <p:spPr/>
        <p:txBody>
          <a:bodyPr/>
          <a:lstStyle/>
          <a:p>
            <a:r>
              <a:rPr lang="en-US" sz="4800">
                <a:latin typeface="Everyday Sans Medium"/>
              </a:rPr>
              <a:t>Fixture Allocation Metrics</a:t>
            </a:r>
            <a:endParaRPr lang="en-US" sz="4800"/>
          </a:p>
        </p:txBody>
      </p:sp>
      <p:sp>
        <p:nvSpPr>
          <p:cNvPr id="4" name="Footer Placeholder 3">
            <a:extLst>
              <a:ext uri="{FF2B5EF4-FFF2-40B4-BE49-F238E27FC236}">
                <a16:creationId xmlns:a16="http://schemas.microsoft.com/office/drawing/2014/main" id="{1AA366CA-58F8-31A7-6D58-D4A8E3711F17}"/>
              </a:ext>
            </a:extLst>
          </p:cNvPr>
          <p:cNvSpPr>
            <a:spLocks noGrp="1"/>
          </p:cNvSpPr>
          <p:nvPr>
            <p:ph type="ftr" sz="quarter" idx="11"/>
          </p:nvPr>
        </p:nvSpPr>
        <p:spPr/>
        <p:txBody>
          <a:bodyPr/>
          <a:lstStyle/>
          <a:p>
            <a:r>
              <a:rPr lang="en-US"/>
              <a:t>Add Team Name Here</a:t>
            </a:r>
          </a:p>
        </p:txBody>
      </p:sp>
      <p:sp>
        <p:nvSpPr>
          <p:cNvPr id="5" name="Slide Number Placeholder 4">
            <a:extLst>
              <a:ext uri="{FF2B5EF4-FFF2-40B4-BE49-F238E27FC236}">
                <a16:creationId xmlns:a16="http://schemas.microsoft.com/office/drawing/2014/main" id="{9F0028A6-CD21-4D9B-7E7E-7A555679CF94}"/>
              </a:ext>
            </a:extLst>
          </p:cNvPr>
          <p:cNvSpPr>
            <a:spLocks noGrp="1"/>
          </p:cNvSpPr>
          <p:nvPr>
            <p:ph type="sldNum" sz="quarter" idx="12"/>
          </p:nvPr>
        </p:nvSpPr>
        <p:spPr/>
        <p:txBody>
          <a:bodyPr/>
          <a:lstStyle/>
          <a:p>
            <a:fld id="{E7E83E8E-4C8F-494C-96FC-84A57D31552C}" type="slidenum">
              <a:rPr lang="en-US" smtClean="0"/>
              <a:t>41</a:t>
            </a:fld>
            <a:endParaRPr lang="en-US"/>
          </a:p>
        </p:txBody>
      </p:sp>
      <p:graphicFrame>
        <p:nvGraphicFramePr>
          <p:cNvPr id="7" name="Table 6">
            <a:extLst>
              <a:ext uri="{FF2B5EF4-FFF2-40B4-BE49-F238E27FC236}">
                <a16:creationId xmlns:a16="http://schemas.microsoft.com/office/drawing/2014/main" id="{4A047223-8BB3-3FF9-7D4F-88A1D6F87ADA}"/>
              </a:ext>
            </a:extLst>
          </p:cNvPr>
          <p:cNvGraphicFramePr>
            <a:graphicFrameLocks noGrp="1"/>
          </p:cNvGraphicFramePr>
          <p:nvPr>
            <p:extLst>
              <p:ext uri="{D42A27DB-BD31-4B8C-83A1-F6EECF244321}">
                <p14:modId xmlns:p14="http://schemas.microsoft.com/office/powerpoint/2010/main" val="3594789352"/>
              </p:ext>
            </p:extLst>
          </p:nvPr>
        </p:nvGraphicFramePr>
        <p:xfrm>
          <a:off x="681028" y="8888291"/>
          <a:ext cx="22163689" cy="3870960"/>
        </p:xfrm>
        <a:graphic>
          <a:graphicData uri="http://schemas.openxmlformats.org/drawingml/2006/table">
            <a:tbl>
              <a:tblPr firstRow="1" bandRow="1">
                <a:tableStyleId>{5C22544A-7EE6-4342-B048-85BDC9FD1C3A}</a:tableStyleId>
              </a:tblPr>
              <a:tblGrid>
                <a:gridCol w="2490618">
                  <a:extLst>
                    <a:ext uri="{9D8B030D-6E8A-4147-A177-3AD203B41FA5}">
                      <a16:colId xmlns:a16="http://schemas.microsoft.com/office/drawing/2014/main" val="1551966063"/>
                    </a:ext>
                  </a:extLst>
                </a:gridCol>
                <a:gridCol w="1399220">
                  <a:extLst>
                    <a:ext uri="{9D8B030D-6E8A-4147-A177-3AD203B41FA5}">
                      <a16:colId xmlns:a16="http://schemas.microsoft.com/office/drawing/2014/main" val="3077946135"/>
                    </a:ext>
                  </a:extLst>
                </a:gridCol>
                <a:gridCol w="2658524">
                  <a:extLst>
                    <a:ext uri="{9D8B030D-6E8A-4147-A177-3AD203B41FA5}">
                      <a16:colId xmlns:a16="http://schemas.microsoft.com/office/drawing/2014/main" val="2604587242"/>
                    </a:ext>
                  </a:extLst>
                </a:gridCol>
                <a:gridCol w="3330149">
                  <a:extLst>
                    <a:ext uri="{9D8B030D-6E8A-4147-A177-3AD203B41FA5}">
                      <a16:colId xmlns:a16="http://schemas.microsoft.com/office/drawing/2014/main" val="1845293844"/>
                    </a:ext>
                  </a:extLst>
                </a:gridCol>
                <a:gridCol w="3106275">
                  <a:extLst>
                    <a:ext uri="{9D8B030D-6E8A-4147-A177-3AD203B41FA5}">
                      <a16:colId xmlns:a16="http://schemas.microsoft.com/office/drawing/2014/main" val="3373115469"/>
                    </a:ext>
                  </a:extLst>
                </a:gridCol>
                <a:gridCol w="3050306">
                  <a:extLst>
                    <a:ext uri="{9D8B030D-6E8A-4147-A177-3AD203B41FA5}">
                      <a16:colId xmlns:a16="http://schemas.microsoft.com/office/drawing/2014/main" val="2724249969"/>
                    </a:ext>
                  </a:extLst>
                </a:gridCol>
                <a:gridCol w="3106275">
                  <a:extLst>
                    <a:ext uri="{9D8B030D-6E8A-4147-A177-3AD203B41FA5}">
                      <a16:colId xmlns:a16="http://schemas.microsoft.com/office/drawing/2014/main" val="3834138912"/>
                    </a:ext>
                  </a:extLst>
                </a:gridCol>
                <a:gridCol w="3022322">
                  <a:extLst>
                    <a:ext uri="{9D8B030D-6E8A-4147-A177-3AD203B41FA5}">
                      <a16:colId xmlns:a16="http://schemas.microsoft.com/office/drawing/2014/main" val="921465951"/>
                    </a:ext>
                  </a:extLst>
                </a:gridCol>
              </a:tblGrid>
              <a:tr h="370840">
                <a:tc>
                  <a:txBody>
                    <a:bodyPr/>
                    <a:lstStyle/>
                    <a:p>
                      <a:pPr lvl="0">
                        <a:buNone/>
                      </a:pPr>
                      <a:r>
                        <a:rPr lang="en-US" sz="3200"/>
                        <a:t>Department</a:t>
                      </a:r>
                    </a:p>
                  </a:txBody>
                  <a:tcPr/>
                </a:tc>
                <a:tc>
                  <a:txBody>
                    <a:bodyPr/>
                    <a:lstStyle/>
                    <a:p>
                      <a:pPr lvl="0">
                        <a:buNone/>
                      </a:pPr>
                      <a:r>
                        <a:rPr lang="en-US" sz="3200"/>
                        <a:t>Store </a:t>
                      </a:r>
                      <a:r>
                        <a:rPr lang="en-US" sz="3200" err="1"/>
                        <a:t>Nbr</a:t>
                      </a:r>
                    </a:p>
                  </a:txBody>
                  <a:tcPr/>
                </a:tc>
                <a:tc>
                  <a:txBody>
                    <a:bodyPr/>
                    <a:lstStyle/>
                    <a:p>
                      <a:pPr lvl="0">
                        <a:buNone/>
                      </a:pPr>
                      <a:r>
                        <a:rPr lang="en-US" sz="3200"/>
                        <a:t>Avg. Weekly Share - Stable</a:t>
                      </a:r>
                    </a:p>
                  </a:txBody>
                  <a:tcPr/>
                </a:tc>
                <a:tc>
                  <a:txBody>
                    <a:bodyPr/>
                    <a:lstStyle/>
                    <a:p>
                      <a:r>
                        <a:rPr lang="en-US" sz="3200"/>
                        <a:t>Avg. Weekly Share - Moderate</a:t>
                      </a:r>
                    </a:p>
                  </a:txBody>
                  <a:tcPr/>
                </a:tc>
                <a:tc>
                  <a:txBody>
                    <a:bodyPr/>
                    <a:lstStyle/>
                    <a:p>
                      <a:r>
                        <a:rPr lang="en-US" sz="3200"/>
                        <a:t>Avg. Weekly Share - Seasonal</a:t>
                      </a:r>
                    </a:p>
                  </a:txBody>
                  <a:tcPr/>
                </a:tc>
                <a:tc>
                  <a:txBody>
                    <a:bodyPr/>
                    <a:lstStyle/>
                    <a:p>
                      <a:r>
                        <a:rPr lang="en-US" sz="3200"/>
                        <a:t>Avg. Weekly FX Count - Stable</a:t>
                      </a:r>
                    </a:p>
                  </a:txBody>
                  <a:tcPr/>
                </a:tc>
                <a:tc>
                  <a:txBody>
                    <a:bodyPr/>
                    <a:lstStyle/>
                    <a:p>
                      <a:pPr lvl="0">
                        <a:buNone/>
                      </a:pPr>
                      <a:r>
                        <a:rPr lang="en-US" sz="3200" b="1" i="0" u="none" strike="noStrike" noProof="0">
                          <a:solidFill>
                            <a:srgbClr val="FFFFFF"/>
                          </a:solidFill>
                          <a:latin typeface="Everyday Sans"/>
                        </a:rPr>
                        <a:t>Avg. Weekly FX Count - Moderate</a:t>
                      </a:r>
                      <a:endParaRPr lang="en-US" sz="3200"/>
                    </a:p>
                  </a:txBody>
                  <a:tcPr/>
                </a:tc>
                <a:tc>
                  <a:txBody>
                    <a:bodyPr/>
                    <a:lstStyle/>
                    <a:p>
                      <a:pPr lvl="0">
                        <a:buNone/>
                      </a:pPr>
                      <a:r>
                        <a:rPr lang="en-US" sz="3200" b="1" i="0" u="none" strike="noStrike" noProof="0">
                          <a:solidFill>
                            <a:srgbClr val="FFFFFF"/>
                          </a:solidFill>
                          <a:latin typeface="Everyday Sans"/>
                        </a:rPr>
                        <a:t>Avg. Weekly FX Count - Seasonal</a:t>
                      </a:r>
                      <a:endParaRPr lang="en-US" sz="3200"/>
                    </a:p>
                  </a:txBody>
                  <a:tcPr/>
                </a:tc>
                <a:extLst>
                  <a:ext uri="{0D108BD9-81ED-4DB2-BD59-A6C34878D82A}">
                    <a16:rowId xmlns:a16="http://schemas.microsoft.com/office/drawing/2014/main" val="1702761014"/>
                  </a:ext>
                </a:extLst>
              </a:tr>
              <a:tr h="370840">
                <a:tc rowSpan="2">
                  <a:txBody>
                    <a:bodyPr/>
                    <a:lstStyle/>
                    <a:p>
                      <a:pPr lvl="0">
                        <a:buNone/>
                      </a:pPr>
                      <a:r>
                        <a:rPr lang="en-US" sz="3200"/>
                        <a:t>Men's</a:t>
                      </a:r>
                    </a:p>
                  </a:txBody>
                  <a:tcPr/>
                </a:tc>
                <a:tc>
                  <a:txBody>
                    <a:bodyPr/>
                    <a:lstStyle/>
                    <a:p>
                      <a:r>
                        <a:rPr lang="en-US" sz="3200"/>
                        <a:t>189</a:t>
                      </a:r>
                    </a:p>
                  </a:txBody>
                  <a:tcPr/>
                </a:tc>
                <a:tc>
                  <a:txBody>
                    <a:bodyPr/>
                    <a:lstStyle/>
                    <a:p>
                      <a:r>
                        <a:rPr lang="en-US" sz="3200"/>
                        <a:t>0.83</a:t>
                      </a:r>
                    </a:p>
                  </a:txBody>
                  <a:tcPr/>
                </a:tc>
                <a:tc>
                  <a:txBody>
                    <a:bodyPr/>
                    <a:lstStyle/>
                    <a:p>
                      <a:r>
                        <a:rPr lang="en-US" sz="3200"/>
                        <a:t>0.14</a:t>
                      </a:r>
                    </a:p>
                  </a:txBody>
                  <a:tcPr/>
                </a:tc>
                <a:tc>
                  <a:txBody>
                    <a:bodyPr/>
                    <a:lstStyle/>
                    <a:p>
                      <a:r>
                        <a:rPr lang="en-US" sz="3200"/>
                        <a:t>0.03</a:t>
                      </a:r>
                    </a:p>
                  </a:txBody>
                  <a:tcPr/>
                </a:tc>
                <a:tc>
                  <a:txBody>
                    <a:bodyPr/>
                    <a:lstStyle/>
                    <a:p>
                      <a:r>
                        <a:rPr lang="en-US" sz="3200"/>
                        <a:t>74.3</a:t>
                      </a:r>
                    </a:p>
                  </a:txBody>
                  <a:tcPr/>
                </a:tc>
                <a:tc>
                  <a:txBody>
                    <a:bodyPr/>
                    <a:lstStyle/>
                    <a:p>
                      <a:r>
                        <a:rPr lang="en-US" sz="3200"/>
                        <a:t>12.2</a:t>
                      </a:r>
                    </a:p>
                  </a:txBody>
                  <a:tcPr/>
                </a:tc>
                <a:tc>
                  <a:txBody>
                    <a:bodyPr/>
                    <a:lstStyle/>
                    <a:p>
                      <a:r>
                        <a:rPr lang="en-US" sz="3200"/>
                        <a:t>3.1</a:t>
                      </a:r>
                    </a:p>
                  </a:txBody>
                  <a:tcPr/>
                </a:tc>
                <a:extLst>
                  <a:ext uri="{0D108BD9-81ED-4DB2-BD59-A6C34878D82A}">
                    <a16:rowId xmlns:a16="http://schemas.microsoft.com/office/drawing/2014/main" val="1428780147"/>
                  </a:ext>
                </a:extLst>
              </a:tr>
              <a:tr h="370840">
                <a:tc vMerge="1">
                  <a:txBody>
                    <a:bodyPr/>
                    <a:lstStyle/>
                    <a:p>
                      <a:endParaRPr lang="en-US"/>
                    </a:p>
                  </a:txBody>
                  <a:tcPr/>
                </a:tc>
                <a:tc>
                  <a:txBody>
                    <a:bodyPr/>
                    <a:lstStyle/>
                    <a:p>
                      <a:pPr lvl="0">
                        <a:buNone/>
                      </a:pPr>
                      <a:r>
                        <a:rPr lang="en-US" sz="3200"/>
                        <a:t>647</a:t>
                      </a:r>
                    </a:p>
                  </a:txBody>
                  <a:tcPr/>
                </a:tc>
                <a:tc>
                  <a:txBody>
                    <a:bodyPr/>
                    <a:lstStyle/>
                    <a:p>
                      <a:r>
                        <a:rPr lang="en-US" sz="3200"/>
                        <a:t>0.68</a:t>
                      </a:r>
                    </a:p>
                  </a:txBody>
                  <a:tcPr/>
                </a:tc>
                <a:tc>
                  <a:txBody>
                    <a:bodyPr/>
                    <a:lstStyle/>
                    <a:p>
                      <a:r>
                        <a:rPr lang="en-US" sz="3200"/>
                        <a:t>0.21</a:t>
                      </a:r>
                    </a:p>
                  </a:txBody>
                  <a:tcPr/>
                </a:tc>
                <a:tc>
                  <a:txBody>
                    <a:bodyPr/>
                    <a:lstStyle/>
                    <a:p>
                      <a:r>
                        <a:rPr lang="en-US" sz="3200"/>
                        <a:t>0.11</a:t>
                      </a:r>
                    </a:p>
                  </a:txBody>
                  <a:tcPr/>
                </a:tc>
                <a:tc>
                  <a:txBody>
                    <a:bodyPr/>
                    <a:lstStyle/>
                    <a:p>
                      <a:r>
                        <a:rPr lang="en-US" sz="3200"/>
                        <a:t>30.7</a:t>
                      </a:r>
                    </a:p>
                  </a:txBody>
                  <a:tcPr/>
                </a:tc>
                <a:tc>
                  <a:txBody>
                    <a:bodyPr/>
                    <a:lstStyle/>
                    <a:p>
                      <a:r>
                        <a:rPr lang="en-US" sz="3200"/>
                        <a:t>9.9</a:t>
                      </a:r>
                    </a:p>
                  </a:txBody>
                  <a:tcPr/>
                </a:tc>
                <a:tc>
                  <a:txBody>
                    <a:bodyPr/>
                    <a:lstStyle/>
                    <a:p>
                      <a:r>
                        <a:rPr lang="en-US" sz="3200"/>
                        <a:t>6.3</a:t>
                      </a:r>
                    </a:p>
                  </a:txBody>
                  <a:tcPr/>
                </a:tc>
                <a:extLst>
                  <a:ext uri="{0D108BD9-81ED-4DB2-BD59-A6C34878D82A}">
                    <a16:rowId xmlns:a16="http://schemas.microsoft.com/office/drawing/2014/main" val="2495599915"/>
                  </a:ext>
                </a:extLst>
              </a:tr>
              <a:tr h="370839">
                <a:tc rowSpan="2">
                  <a:txBody>
                    <a:bodyPr/>
                    <a:lstStyle/>
                    <a:p>
                      <a:pPr lvl="0">
                        <a:buNone/>
                      </a:pPr>
                      <a:r>
                        <a:rPr lang="en-US" sz="3200"/>
                        <a:t>Women's</a:t>
                      </a:r>
                    </a:p>
                  </a:txBody>
                  <a:tcPr/>
                </a:tc>
                <a:tc>
                  <a:txBody>
                    <a:bodyPr/>
                    <a:lstStyle/>
                    <a:p>
                      <a:pPr lvl="0">
                        <a:buNone/>
                      </a:pPr>
                      <a:r>
                        <a:rPr lang="en-US" sz="3200"/>
                        <a:t>189</a:t>
                      </a:r>
                    </a:p>
                  </a:txBody>
                  <a:tcPr/>
                </a:tc>
                <a:tc>
                  <a:txBody>
                    <a:bodyPr/>
                    <a:lstStyle/>
                    <a:p>
                      <a:pPr lvl="0">
                        <a:buNone/>
                      </a:pPr>
                      <a:r>
                        <a:rPr lang="en-US" sz="3200"/>
                        <a:t>0.60</a:t>
                      </a:r>
                    </a:p>
                  </a:txBody>
                  <a:tcPr/>
                </a:tc>
                <a:tc>
                  <a:txBody>
                    <a:bodyPr/>
                    <a:lstStyle/>
                    <a:p>
                      <a:pPr lvl="0">
                        <a:buNone/>
                      </a:pPr>
                      <a:r>
                        <a:rPr lang="en-US" sz="3200"/>
                        <a:t>0.31</a:t>
                      </a:r>
                    </a:p>
                  </a:txBody>
                  <a:tcPr/>
                </a:tc>
                <a:tc>
                  <a:txBody>
                    <a:bodyPr/>
                    <a:lstStyle/>
                    <a:p>
                      <a:pPr lvl="0">
                        <a:buNone/>
                      </a:pPr>
                      <a:r>
                        <a:rPr lang="en-US" sz="3200"/>
                        <a:t>0.09</a:t>
                      </a:r>
                    </a:p>
                  </a:txBody>
                  <a:tcPr/>
                </a:tc>
                <a:tc>
                  <a:txBody>
                    <a:bodyPr/>
                    <a:lstStyle/>
                    <a:p>
                      <a:pPr lvl="0">
                        <a:buNone/>
                      </a:pPr>
                      <a:r>
                        <a:rPr lang="en-US" sz="3200"/>
                        <a:t>48.2</a:t>
                      </a:r>
                    </a:p>
                  </a:txBody>
                  <a:tcPr/>
                </a:tc>
                <a:tc>
                  <a:txBody>
                    <a:bodyPr/>
                    <a:lstStyle/>
                    <a:p>
                      <a:pPr lvl="0">
                        <a:buNone/>
                      </a:pPr>
                      <a:r>
                        <a:rPr lang="en-US" sz="3200"/>
                        <a:t>25.4</a:t>
                      </a:r>
                    </a:p>
                  </a:txBody>
                  <a:tcPr/>
                </a:tc>
                <a:tc>
                  <a:txBody>
                    <a:bodyPr/>
                    <a:lstStyle/>
                    <a:p>
                      <a:pPr lvl="0">
                        <a:buNone/>
                      </a:pPr>
                      <a:r>
                        <a:rPr lang="en-US" sz="3200"/>
                        <a:t>7.5</a:t>
                      </a:r>
                    </a:p>
                  </a:txBody>
                  <a:tcPr/>
                </a:tc>
                <a:extLst>
                  <a:ext uri="{0D108BD9-81ED-4DB2-BD59-A6C34878D82A}">
                    <a16:rowId xmlns:a16="http://schemas.microsoft.com/office/drawing/2014/main" val="3982473935"/>
                  </a:ext>
                </a:extLst>
              </a:tr>
              <a:tr h="370838">
                <a:tc vMerge="1">
                  <a:txBody>
                    <a:bodyPr/>
                    <a:lstStyle/>
                    <a:p>
                      <a:endParaRPr lang="en-US"/>
                    </a:p>
                  </a:txBody>
                  <a:tcPr/>
                </a:tc>
                <a:tc>
                  <a:txBody>
                    <a:bodyPr/>
                    <a:lstStyle/>
                    <a:p>
                      <a:pPr lvl="0">
                        <a:buNone/>
                      </a:pPr>
                      <a:r>
                        <a:rPr lang="en-US" sz="3200"/>
                        <a:t>647</a:t>
                      </a:r>
                    </a:p>
                  </a:txBody>
                  <a:tcPr/>
                </a:tc>
                <a:tc>
                  <a:txBody>
                    <a:bodyPr/>
                    <a:lstStyle/>
                    <a:p>
                      <a:pPr lvl="0">
                        <a:buNone/>
                      </a:pPr>
                      <a:r>
                        <a:rPr lang="en-US" sz="3200"/>
                        <a:t>0.50</a:t>
                      </a:r>
                    </a:p>
                  </a:txBody>
                  <a:tcPr/>
                </a:tc>
                <a:tc>
                  <a:txBody>
                    <a:bodyPr/>
                    <a:lstStyle/>
                    <a:p>
                      <a:pPr lvl="0">
                        <a:buNone/>
                      </a:pPr>
                      <a:r>
                        <a:rPr lang="en-US" sz="3200"/>
                        <a:t>0.36</a:t>
                      </a:r>
                    </a:p>
                  </a:txBody>
                  <a:tcPr/>
                </a:tc>
                <a:tc>
                  <a:txBody>
                    <a:bodyPr/>
                    <a:lstStyle/>
                    <a:p>
                      <a:pPr lvl="0">
                        <a:buNone/>
                      </a:pPr>
                      <a:r>
                        <a:rPr lang="en-US" sz="3200"/>
                        <a:t>0.14</a:t>
                      </a:r>
                    </a:p>
                  </a:txBody>
                  <a:tcPr/>
                </a:tc>
                <a:tc>
                  <a:txBody>
                    <a:bodyPr/>
                    <a:lstStyle/>
                    <a:p>
                      <a:pPr lvl="0">
                        <a:buNone/>
                      </a:pPr>
                      <a:r>
                        <a:rPr lang="en-US" sz="3200"/>
                        <a:t>23.6</a:t>
                      </a:r>
                    </a:p>
                  </a:txBody>
                  <a:tcPr/>
                </a:tc>
                <a:tc>
                  <a:txBody>
                    <a:bodyPr/>
                    <a:lstStyle/>
                    <a:p>
                      <a:pPr lvl="0">
                        <a:buNone/>
                      </a:pPr>
                      <a:r>
                        <a:rPr lang="en-US" sz="3200"/>
                        <a:t>17.2</a:t>
                      </a:r>
                    </a:p>
                  </a:txBody>
                  <a:tcPr/>
                </a:tc>
                <a:tc>
                  <a:txBody>
                    <a:bodyPr/>
                    <a:lstStyle/>
                    <a:p>
                      <a:pPr lvl="0">
                        <a:buNone/>
                      </a:pPr>
                      <a:r>
                        <a:rPr lang="en-US" sz="3200"/>
                        <a:t>6.5</a:t>
                      </a:r>
                    </a:p>
                  </a:txBody>
                  <a:tcPr/>
                </a:tc>
                <a:extLst>
                  <a:ext uri="{0D108BD9-81ED-4DB2-BD59-A6C34878D82A}">
                    <a16:rowId xmlns:a16="http://schemas.microsoft.com/office/drawing/2014/main" val="2209901843"/>
                  </a:ext>
                </a:extLst>
              </a:tr>
            </a:tbl>
          </a:graphicData>
        </a:graphic>
      </p:graphicFrame>
      <p:graphicFrame>
        <p:nvGraphicFramePr>
          <p:cNvPr id="8" name="Table 7">
            <a:extLst>
              <a:ext uri="{FF2B5EF4-FFF2-40B4-BE49-F238E27FC236}">
                <a16:creationId xmlns:a16="http://schemas.microsoft.com/office/drawing/2014/main" id="{4F78E3DA-BAA9-7B90-A7BC-E39110E12716}"/>
              </a:ext>
            </a:extLst>
          </p:cNvPr>
          <p:cNvGraphicFramePr>
            <a:graphicFrameLocks noGrp="1"/>
          </p:cNvGraphicFramePr>
          <p:nvPr>
            <p:extLst>
              <p:ext uri="{D42A27DB-BD31-4B8C-83A1-F6EECF244321}">
                <p14:modId xmlns:p14="http://schemas.microsoft.com/office/powerpoint/2010/main" val="3885494752"/>
              </p:ext>
            </p:extLst>
          </p:nvPr>
        </p:nvGraphicFramePr>
        <p:xfrm>
          <a:off x="681811" y="3300481"/>
          <a:ext cx="20512589" cy="5394833"/>
        </p:xfrm>
        <a:graphic>
          <a:graphicData uri="http://schemas.openxmlformats.org/drawingml/2006/table">
            <a:tbl>
              <a:tblPr firstRow="1" bandRow="1">
                <a:tableStyleId>{5C22544A-7EE6-4342-B048-85BDC9FD1C3A}</a:tableStyleId>
              </a:tblPr>
              <a:tblGrid>
                <a:gridCol w="2462632">
                  <a:extLst>
                    <a:ext uri="{9D8B030D-6E8A-4147-A177-3AD203B41FA5}">
                      <a16:colId xmlns:a16="http://schemas.microsoft.com/office/drawing/2014/main" val="2771257617"/>
                    </a:ext>
                  </a:extLst>
                </a:gridCol>
                <a:gridCol w="2938369">
                  <a:extLst>
                    <a:ext uri="{9D8B030D-6E8A-4147-A177-3AD203B41FA5}">
                      <a16:colId xmlns:a16="http://schemas.microsoft.com/office/drawing/2014/main" val="1600993285"/>
                    </a:ext>
                  </a:extLst>
                </a:gridCol>
                <a:gridCol w="2098834">
                  <a:extLst>
                    <a:ext uri="{9D8B030D-6E8A-4147-A177-3AD203B41FA5}">
                      <a16:colId xmlns:a16="http://schemas.microsoft.com/office/drawing/2014/main" val="1772558835"/>
                    </a:ext>
                  </a:extLst>
                </a:gridCol>
                <a:gridCol w="1930928">
                  <a:extLst>
                    <a:ext uri="{9D8B030D-6E8A-4147-A177-3AD203B41FA5}">
                      <a16:colId xmlns:a16="http://schemas.microsoft.com/office/drawing/2014/main" val="2947884963"/>
                    </a:ext>
                  </a:extLst>
                </a:gridCol>
                <a:gridCol w="1930928">
                  <a:extLst>
                    <a:ext uri="{9D8B030D-6E8A-4147-A177-3AD203B41FA5}">
                      <a16:colId xmlns:a16="http://schemas.microsoft.com/office/drawing/2014/main" val="1599798296"/>
                    </a:ext>
                  </a:extLst>
                </a:gridCol>
                <a:gridCol w="3190228">
                  <a:extLst>
                    <a:ext uri="{9D8B030D-6E8A-4147-A177-3AD203B41FA5}">
                      <a16:colId xmlns:a16="http://schemas.microsoft.com/office/drawing/2014/main" val="1956896823"/>
                    </a:ext>
                  </a:extLst>
                </a:gridCol>
                <a:gridCol w="3246198">
                  <a:extLst>
                    <a:ext uri="{9D8B030D-6E8A-4147-A177-3AD203B41FA5}">
                      <a16:colId xmlns:a16="http://schemas.microsoft.com/office/drawing/2014/main" val="1791247724"/>
                    </a:ext>
                  </a:extLst>
                </a:gridCol>
                <a:gridCol w="2714472">
                  <a:extLst>
                    <a:ext uri="{9D8B030D-6E8A-4147-A177-3AD203B41FA5}">
                      <a16:colId xmlns:a16="http://schemas.microsoft.com/office/drawing/2014/main" val="1603526684"/>
                    </a:ext>
                  </a:extLst>
                </a:gridCol>
              </a:tblGrid>
              <a:tr h="370840">
                <a:tc>
                  <a:txBody>
                    <a:bodyPr/>
                    <a:lstStyle/>
                    <a:p>
                      <a:pPr lvl="0">
                        <a:buNone/>
                      </a:pPr>
                      <a:r>
                        <a:rPr lang="en-US" sz="3200"/>
                        <a:t>Department</a:t>
                      </a:r>
                    </a:p>
                  </a:txBody>
                  <a:tcPr/>
                </a:tc>
                <a:tc>
                  <a:txBody>
                    <a:bodyPr/>
                    <a:lstStyle/>
                    <a:p>
                      <a:r>
                        <a:rPr lang="en-US" sz="3200"/>
                        <a:t>Subcategory</a:t>
                      </a:r>
                    </a:p>
                  </a:txBody>
                  <a:tcPr/>
                </a:tc>
                <a:tc>
                  <a:txBody>
                    <a:bodyPr/>
                    <a:lstStyle/>
                    <a:p>
                      <a:r>
                        <a:rPr lang="en-US" sz="3200"/>
                        <a:t>Store </a:t>
                      </a:r>
                      <a:r>
                        <a:rPr lang="en-US" sz="3200" err="1"/>
                        <a:t>Nbr</a:t>
                      </a:r>
                    </a:p>
                  </a:txBody>
                  <a:tcPr/>
                </a:tc>
                <a:tc>
                  <a:txBody>
                    <a:bodyPr/>
                    <a:lstStyle/>
                    <a:p>
                      <a:r>
                        <a:rPr lang="en-US" sz="3200"/>
                        <a:t>Volatility Ratio</a:t>
                      </a:r>
                    </a:p>
                  </a:txBody>
                  <a:tcPr/>
                </a:tc>
                <a:tc>
                  <a:txBody>
                    <a:bodyPr/>
                    <a:lstStyle/>
                    <a:p>
                      <a:r>
                        <a:rPr lang="en-US" sz="3200"/>
                        <a:t>Bucket</a:t>
                      </a:r>
                    </a:p>
                  </a:txBody>
                  <a:tcPr/>
                </a:tc>
                <a:tc>
                  <a:txBody>
                    <a:bodyPr/>
                    <a:lstStyle/>
                    <a:p>
                      <a:r>
                        <a:rPr lang="en-US" sz="3200"/>
                        <a:t>Percent Weeks Active</a:t>
                      </a:r>
                    </a:p>
                  </a:txBody>
                  <a:tcPr/>
                </a:tc>
                <a:tc>
                  <a:txBody>
                    <a:bodyPr/>
                    <a:lstStyle/>
                    <a:p>
                      <a:r>
                        <a:rPr lang="en-US" sz="3200"/>
                        <a:t>Mean FX Count</a:t>
                      </a:r>
                    </a:p>
                  </a:txBody>
                  <a:tcPr/>
                </a:tc>
                <a:tc>
                  <a:txBody>
                    <a:bodyPr/>
                    <a:lstStyle/>
                    <a:p>
                      <a:r>
                        <a:rPr lang="en-US" sz="3200"/>
                        <a:t>SD FX Count</a:t>
                      </a:r>
                    </a:p>
                  </a:txBody>
                  <a:tcPr/>
                </a:tc>
                <a:extLst>
                  <a:ext uri="{0D108BD9-81ED-4DB2-BD59-A6C34878D82A}">
                    <a16:rowId xmlns:a16="http://schemas.microsoft.com/office/drawing/2014/main" val="3883493443"/>
                  </a:ext>
                </a:extLst>
              </a:tr>
              <a:tr h="370840">
                <a:tc rowSpan="2">
                  <a:txBody>
                    <a:bodyPr/>
                    <a:lstStyle/>
                    <a:p>
                      <a:pPr lvl="0">
                        <a:buNone/>
                      </a:pPr>
                      <a:r>
                        <a:rPr lang="en-US" sz="3200"/>
                        <a:t>Men's</a:t>
                      </a:r>
                    </a:p>
                  </a:txBody>
                  <a:tcPr/>
                </a:tc>
                <a:tc>
                  <a:txBody>
                    <a:bodyPr/>
                    <a:lstStyle/>
                    <a:p>
                      <a:pPr lvl="0" algn="l">
                        <a:lnSpc>
                          <a:spcPct val="100000"/>
                        </a:lnSpc>
                        <a:spcBef>
                          <a:spcPts val="0"/>
                        </a:spcBef>
                        <a:spcAft>
                          <a:spcPts val="0"/>
                        </a:spcAft>
                        <a:buNone/>
                      </a:pPr>
                      <a:r>
                        <a:rPr lang="en-US" sz="3200" b="0" i="0" u="none" strike="noStrike" noProof="0">
                          <a:latin typeface="Everyday Sans"/>
                        </a:rPr>
                        <a:t>ROBES SLEEPWARE</a:t>
                      </a:r>
                      <a:endParaRPr lang="en-US"/>
                    </a:p>
                  </a:txBody>
                  <a:tcPr/>
                </a:tc>
                <a:tc>
                  <a:txBody>
                    <a:bodyPr/>
                    <a:lstStyle/>
                    <a:p>
                      <a:pPr lvl="0">
                        <a:buNone/>
                      </a:pPr>
                      <a:r>
                        <a:rPr lang="en-US" sz="3200" b="0" i="0" u="none" strike="noStrike" baseline="0" noProof="0">
                          <a:solidFill>
                            <a:srgbClr val="000000"/>
                          </a:solidFill>
                          <a:latin typeface="Everyday Sans"/>
                        </a:rPr>
                        <a:t>2336</a:t>
                      </a:r>
                      <a:br>
                        <a:rPr lang="en-US" sz="3200" b="0" i="0" u="none" strike="noStrike" baseline="0" noProof="0">
                          <a:solidFill>
                            <a:srgbClr val="000000"/>
                          </a:solidFill>
                          <a:latin typeface="Everyday Sans"/>
                        </a:rPr>
                      </a:br>
                      <a:endParaRPr lang="en-US" sz="3200" b="0" i="0" u="none" strike="noStrike" baseline="0" noProof="0">
                        <a:solidFill>
                          <a:srgbClr val="000000"/>
                        </a:solidFill>
                        <a:latin typeface="Everyday Sans"/>
                      </a:endParaRPr>
                    </a:p>
                  </a:txBody>
                  <a:tcPr/>
                </a:tc>
                <a:tc>
                  <a:txBody>
                    <a:bodyPr/>
                    <a:lstStyle/>
                    <a:p>
                      <a:pPr lvl="0">
                        <a:buNone/>
                      </a:pPr>
                      <a:r>
                        <a:rPr lang="en-US" sz="3200" b="0" i="0" u="none" strike="noStrike" baseline="0" noProof="0">
                          <a:solidFill>
                            <a:srgbClr val="000000"/>
                          </a:solidFill>
                          <a:latin typeface="Everyday Sans"/>
                        </a:rPr>
                        <a:t>0.50</a:t>
                      </a:r>
                      <a:br>
                        <a:rPr lang="en-US" sz="3200" b="0" i="0" u="none" strike="noStrike" baseline="0" noProof="0">
                          <a:solidFill>
                            <a:srgbClr val="000000"/>
                          </a:solidFill>
                          <a:latin typeface="Everyday Sans"/>
                        </a:rPr>
                      </a:br>
                      <a:endParaRPr lang="en-US" sz="3200" b="0" i="0" u="none" strike="noStrike" baseline="0" noProof="0">
                        <a:solidFill>
                          <a:srgbClr val="000000"/>
                        </a:solidFill>
                        <a:latin typeface="Everyday Sans"/>
                      </a:endParaRPr>
                    </a:p>
                  </a:txBody>
                  <a:tcPr/>
                </a:tc>
                <a:tc>
                  <a:txBody>
                    <a:bodyPr/>
                    <a:lstStyle/>
                    <a:p>
                      <a:pPr lvl="0">
                        <a:buNone/>
                      </a:pPr>
                      <a:r>
                        <a:rPr lang="en-US" sz="3200" b="0" i="0" u="none" strike="noStrike" baseline="0" noProof="0">
                          <a:solidFill>
                            <a:srgbClr val="000000"/>
                          </a:solidFill>
                          <a:latin typeface="Everyday Sans"/>
                        </a:rPr>
                        <a:t>Stable</a:t>
                      </a:r>
                      <a:br>
                        <a:rPr lang="en-US" sz="3200" b="0" i="0" u="none" strike="noStrike" baseline="0" noProof="0">
                          <a:solidFill>
                            <a:srgbClr val="000000"/>
                          </a:solidFill>
                          <a:latin typeface="Everyday Sans"/>
                        </a:rPr>
                      </a:br>
                      <a:endParaRPr lang="en-US" sz="3200" b="0" i="0" u="none" strike="noStrike" baseline="0" noProof="0">
                        <a:solidFill>
                          <a:srgbClr val="000000"/>
                        </a:solidFill>
                        <a:latin typeface="Everyday Sans"/>
                      </a:endParaRPr>
                    </a:p>
                  </a:txBody>
                  <a:tcPr/>
                </a:tc>
                <a:tc>
                  <a:txBody>
                    <a:bodyPr/>
                    <a:lstStyle/>
                    <a:p>
                      <a:pPr lvl="0">
                        <a:buNone/>
                      </a:pPr>
                      <a:r>
                        <a:rPr lang="en-US" sz="3200" b="0" i="0" u="none" strike="noStrike" baseline="0" noProof="0">
                          <a:solidFill>
                            <a:srgbClr val="000000"/>
                          </a:solidFill>
                          <a:latin typeface="Everyday Sans"/>
                        </a:rPr>
                        <a:t>0.84</a:t>
                      </a:r>
                      <a:br>
                        <a:rPr lang="en-US" sz="3200" b="0" i="0" u="none" strike="noStrike" baseline="0" noProof="0">
                          <a:solidFill>
                            <a:srgbClr val="000000"/>
                          </a:solidFill>
                          <a:latin typeface="Everyday Sans"/>
                        </a:rPr>
                      </a:br>
                      <a:endParaRPr lang="en-US" sz="3200" b="0" i="0" u="none" strike="noStrike" baseline="0" noProof="0">
                        <a:solidFill>
                          <a:srgbClr val="000000"/>
                        </a:solidFill>
                        <a:latin typeface="Everyday Sans"/>
                      </a:endParaRPr>
                    </a:p>
                  </a:txBody>
                  <a:tcPr/>
                </a:tc>
                <a:tc>
                  <a:txBody>
                    <a:bodyPr/>
                    <a:lstStyle/>
                    <a:p>
                      <a:pPr lvl="0">
                        <a:buNone/>
                      </a:pPr>
                      <a:r>
                        <a:rPr lang="en-US" sz="3200" b="0" i="0" u="none" strike="noStrike" baseline="0" noProof="0">
                          <a:solidFill>
                            <a:srgbClr val="000000"/>
                          </a:solidFill>
                          <a:latin typeface="Everyday Sans"/>
                        </a:rPr>
                        <a:t>0.86</a:t>
                      </a:r>
                      <a:br>
                        <a:rPr lang="en-US" sz="3200" b="0" i="0" u="none" strike="noStrike" baseline="0" noProof="0">
                          <a:solidFill>
                            <a:srgbClr val="000000"/>
                          </a:solidFill>
                          <a:latin typeface="Everyday Sans"/>
                        </a:rPr>
                      </a:br>
                      <a:endParaRPr lang="en-US" sz="3200" b="0" i="0" u="none" strike="noStrike" baseline="0" noProof="0">
                        <a:solidFill>
                          <a:srgbClr val="000000"/>
                        </a:solidFill>
                        <a:latin typeface="Everyday Sans"/>
                      </a:endParaRPr>
                    </a:p>
                  </a:txBody>
                  <a:tcPr/>
                </a:tc>
                <a:tc>
                  <a:txBody>
                    <a:bodyPr/>
                    <a:lstStyle/>
                    <a:p>
                      <a:pPr lvl="0">
                        <a:buNone/>
                      </a:pPr>
                      <a:r>
                        <a:rPr lang="en-US" sz="3200" b="0" i="0" u="none" strike="noStrike" baseline="0" noProof="0">
                          <a:solidFill>
                            <a:srgbClr val="000000"/>
                          </a:solidFill>
                          <a:latin typeface="Everyday Sans"/>
                        </a:rPr>
                        <a:t>0.43</a:t>
                      </a:r>
                      <a:br>
                        <a:rPr lang="en-US" sz="3200" b="0" i="0" u="none" strike="noStrike" baseline="0" noProof="0">
                          <a:solidFill>
                            <a:srgbClr val="000000"/>
                          </a:solidFill>
                          <a:latin typeface="Everyday Sans"/>
                        </a:rPr>
                      </a:br>
                      <a:endParaRPr lang="en-US" sz="3200" b="0" i="0" u="none" strike="noStrike" baseline="0" noProof="0">
                        <a:solidFill>
                          <a:srgbClr val="000000"/>
                        </a:solidFill>
                        <a:latin typeface="Everyday Sans"/>
                      </a:endParaRPr>
                    </a:p>
                  </a:txBody>
                  <a:tcPr/>
                </a:tc>
                <a:extLst>
                  <a:ext uri="{0D108BD9-81ED-4DB2-BD59-A6C34878D82A}">
                    <a16:rowId xmlns:a16="http://schemas.microsoft.com/office/drawing/2014/main" val="1161443454"/>
                  </a:ext>
                </a:extLst>
              </a:tr>
              <a:tr h="370840">
                <a:tc vMerge="1">
                  <a:txBody>
                    <a:bodyPr/>
                    <a:lstStyle/>
                    <a:p>
                      <a:endParaRPr lang="en-US"/>
                    </a:p>
                  </a:txBody>
                  <a:tcPr/>
                </a:tc>
                <a:tc>
                  <a:txBody>
                    <a:bodyPr/>
                    <a:lstStyle/>
                    <a:p>
                      <a:pPr lvl="0">
                        <a:buNone/>
                      </a:pPr>
                      <a:r>
                        <a:rPr lang="en-US" sz="3200" b="0" i="0" u="none" strike="noStrike" baseline="0" noProof="0">
                          <a:solidFill>
                            <a:srgbClr val="000000"/>
                          </a:solidFill>
                          <a:latin typeface="Everyday Sans"/>
                        </a:rPr>
                        <a:t>PANTS US POLO </a:t>
                      </a:r>
                    </a:p>
                  </a:txBody>
                  <a:tcPr/>
                </a:tc>
                <a:tc>
                  <a:txBody>
                    <a:bodyPr/>
                    <a:lstStyle/>
                    <a:p>
                      <a:pPr lvl="0">
                        <a:buNone/>
                      </a:pPr>
                      <a:r>
                        <a:rPr lang="en-US" sz="3200" b="0" i="0" u="none" strike="noStrike" baseline="0" noProof="0">
                          <a:solidFill>
                            <a:srgbClr val="000000"/>
                          </a:solidFill>
                          <a:latin typeface="Everyday Sans"/>
                        </a:rPr>
                        <a:t>197</a:t>
                      </a:r>
                      <a:br>
                        <a:rPr lang="en-US" sz="3200" b="0" i="0" u="none" strike="noStrike" baseline="0" noProof="0">
                          <a:solidFill>
                            <a:srgbClr val="000000"/>
                          </a:solidFill>
                          <a:latin typeface="Everyday Sans"/>
                        </a:rPr>
                      </a:br>
                      <a:endParaRPr lang="en-US" sz="3200" b="0" i="0" u="none" strike="noStrike" baseline="0" noProof="0">
                        <a:solidFill>
                          <a:srgbClr val="000000"/>
                        </a:solidFill>
                        <a:latin typeface="Everyday Sans"/>
                      </a:endParaRPr>
                    </a:p>
                  </a:txBody>
                  <a:tcPr/>
                </a:tc>
                <a:tc>
                  <a:txBody>
                    <a:bodyPr/>
                    <a:lstStyle/>
                    <a:p>
                      <a:pPr lvl="0">
                        <a:buNone/>
                      </a:pPr>
                      <a:r>
                        <a:rPr lang="en-US" sz="3200" b="0" i="0" u="none" strike="noStrike" baseline="0" noProof="0">
                          <a:solidFill>
                            <a:srgbClr val="000000"/>
                          </a:solidFill>
                          <a:latin typeface="Everyday Sans"/>
                        </a:rPr>
                        <a:t>1.64</a:t>
                      </a:r>
                      <a:br>
                        <a:rPr lang="en-US" sz="3200" b="0" i="0" u="none" strike="noStrike" baseline="0" noProof="0">
                          <a:solidFill>
                            <a:srgbClr val="000000"/>
                          </a:solidFill>
                          <a:latin typeface="Everyday Sans"/>
                        </a:rPr>
                      </a:br>
                      <a:endParaRPr lang="en-US" sz="3200" b="0" i="0" u="none" strike="noStrike" baseline="0" noProof="0">
                        <a:solidFill>
                          <a:srgbClr val="000000"/>
                        </a:solidFill>
                        <a:latin typeface="Everyday Sans"/>
                      </a:endParaRPr>
                    </a:p>
                  </a:txBody>
                  <a:tcPr/>
                </a:tc>
                <a:tc>
                  <a:txBody>
                    <a:bodyPr/>
                    <a:lstStyle/>
                    <a:p>
                      <a:pPr lvl="0">
                        <a:buNone/>
                      </a:pPr>
                      <a:r>
                        <a:rPr lang="en-US" sz="3200" b="0" i="0" u="none" strike="noStrike" baseline="0" noProof="0">
                          <a:solidFill>
                            <a:srgbClr val="000000"/>
                          </a:solidFill>
                          <a:latin typeface="Everyday Sans"/>
                        </a:rPr>
                        <a:t>Seasonal</a:t>
                      </a:r>
                      <a:br>
                        <a:rPr lang="en-US" sz="3200" b="0" i="0" u="none" strike="noStrike" baseline="0" noProof="0">
                          <a:solidFill>
                            <a:srgbClr val="000000"/>
                          </a:solidFill>
                          <a:latin typeface="Everyday Sans"/>
                        </a:rPr>
                      </a:br>
                      <a:endParaRPr lang="en-US" sz="3200" b="0" i="0" u="none" strike="noStrike" baseline="0" noProof="0">
                        <a:solidFill>
                          <a:srgbClr val="000000"/>
                        </a:solidFill>
                        <a:latin typeface="Everyday Sans"/>
                      </a:endParaRPr>
                    </a:p>
                  </a:txBody>
                  <a:tcPr/>
                </a:tc>
                <a:tc>
                  <a:txBody>
                    <a:bodyPr/>
                    <a:lstStyle/>
                    <a:p>
                      <a:pPr lvl="0">
                        <a:buNone/>
                      </a:pPr>
                      <a:r>
                        <a:rPr lang="en-US" sz="3200" b="0" i="0" u="none" strike="noStrike" baseline="0" noProof="0">
                          <a:solidFill>
                            <a:srgbClr val="000000"/>
                          </a:solidFill>
                          <a:latin typeface="Everyday Sans"/>
                        </a:rPr>
                        <a:t>0.28</a:t>
                      </a:r>
                      <a:br>
                        <a:rPr lang="en-US" sz="3200" b="0" i="0" u="none" strike="noStrike" baseline="0" noProof="0">
                          <a:solidFill>
                            <a:srgbClr val="000000"/>
                          </a:solidFill>
                          <a:latin typeface="Everyday Sans"/>
                        </a:rPr>
                      </a:br>
                      <a:endParaRPr lang="en-US" sz="3200" b="0" i="0" u="none" strike="noStrike" baseline="0" noProof="0">
                        <a:solidFill>
                          <a:srgbClr val="000000"/>
                        </a:solidFill>
                        <a:latin typeface="Everyday Sans"/>
                      </a:endParaRPr>
                    </a:p>
                  </a:txBody>
                  <a:tcPr/>
                </a:tc>
                <a:tc>
                  <a:txBody>
                    <a:bodyPr/>
                    <a:lstStyle/>
                    <a:p>
                      <a:pPr lvl="0">
                        <a:buNone/>
                      </a:pPr>
                      <a:r>
                        <a:rPr lang="en-US" sz="3200" b="0" i="0" u="none" strike="noStrike" baseline="0" noProof="0">
                          <a:solidFill>
                            <a:srgbClr val="000000"/>
                          </a:solidFill>
                          <a:latin typeface="Everyday Sans"/>
                        </a:rPr>
                        <a:t>0.07</a:t>
                      </a:r>
                      <a:br>
                        <a:rPr lang="en-US" sz="3200" b="0" i="0" u="none" strike="noStrike" baseline="0" noProof="0">
                          <a:solidFill>
                            <a:srgbClr val="000000"/>
                          </a:solidFill>
                          <a:latin typeface="Everyday Sans"/>
                        </a:rPr>
                      </a:br>
                      <a:endParaRPr lang="en-US" sz="3200" b="0" i="0" u="none" strike="noStrike" baseline="0" noProof="0">
                        <a:solidFill>
                          <a:srgbClr val="000000"/>
                        </a:solidFill>
                        <a:latin typeface="Everyday Sans"/>
                      </a:endParaRPr>
                    </a:p>
                  </a:txBody>
                  <a:tcPr/>
                </a:tc>
                <a:tc>
                  <a:txBody>
                    <a:bodyPr/>
                    <a:lstStyle/>
                    <a:p>
                      <a:pPr lvl="0" algn="l">
                        <a:lnSpc>
                          <a:spcPct val="100000"/>
                        </a:lnSpc>
                        <a:spcBef>
                          <a:spcPts val="0"/>
                        </a:spcBef>
                        <a:spcAft>
                          <a:spcPts val="0"/>
                        </a:spcAft>
                        <a:buNone/>
                      </a:pPr>
                      <a:r>
                        <a:rPr lang="en-US" sz="3200" b="0" i="0" u="none" strike="noStrike" noProof="0">
                          <a:latin typeface="Everyday Sans"/>
                        </a:rPr>
                        <a:t>0.12</a:t>
                      </a:r>
                      <a:endParaRPr lang="en-US"/>
                    </a:p>
                    <a:p>
                      <a:pPr lvl="0">
                        <a:buNone/>
                      </a:pPr>
                      <a:endParaRPr lang="en-US"/>
                    </a:p>
                  </a:txBody>
                  <a:tcPr/>
                </a:tc>
                <a:extLst>
                  <a:ext uri="{0D108BD9-81ED-4DB2-BD59-A6C34878D82A}">
                    <a16:rowId xmlns:a16="http://schemas.microsoft.com/office/drawing/2014/main" val="2528141191"/>
                  </a:ext>
                </a:extLst>
              </a:tr>
              <a:tr h="370839">
                <a:tc rowSpan="2">
                  <a:txBody>
                    <a:bodyPr/>
                    <a:lstStyle/>
                    <a:p>
                      <a:pPr lvl="0">
                        <a:buNone/>
                      </a:pPr>
                      <a:r>
                        <a:rPr lang="en-US" sz="3200"/>
                        <a:t>Women's</a:t>
                      </a:r>
                    </a:p>
                  </a:txBody>
                  <a:tcPr/>
                </a:tc>
                <a:tc>
                  <a:txBody>
                    <a:bodyPr/>
                    <a:lstStyle/>
                    <a:p>
                      <a:pPr lvl="0">
                        <a:buNone/>
                      </a:pPr>
                      <a:r>
                        <a:rPr lang="en-US" sz="3200"/>
                        <a:t>DRESSES &amp; ROMPERS</a:t>
                      </a:r>
                    </a:p>
                  </a:txBody>
                  <a:tcPr/>
                </a:tc>
                <a:tc>
                  <a:txBody>
                    <a:bodyPr/>
                    <a:lstStyle/>
                    <a:p>
                      <a:pPr lvl="0">
                        <a:buNone/>
                      </a:pPr>
                      <a:r>
                        <a:rPr lang="en-US" sz="3200"/>
                        <a:t>200</a:t>
                      </a:r>
                    </a:p>
                  </a:txBody>
                  <a:tcPr/>
                </a:tc>
                <a:tc>
                  <a:txBody>
                    <a:bodyPr/>
                    <a:lstStyle/>
                    <a:p>
                      <a:pPr lvl="0">
                        <a:buNone/>
                      </a:pPr>
                      <a:r>
                        <a:rPr lang="en-US" sz="3200"/>
                        <a:t>0.70</a:t>
                      </a:r>
                    </a:p>
                  </a:txBody>
                  <a:tcPr/>
                </a:tc>
                <a:tc>
                  <a:txBody>
                    <a:bodyPr/>
                    <a:lstStyle/>
                    <a:p>
                      <a:pPr lvl="0">
                        <a:buNone/>
                      </a:pPr>
                      <a:r>
                        <a:rPr lang="en-US" sz="3200"/>
                        <a:t>Stable</a:t>
                      </a:r>
                    </a:p>
                  </a:txBody>
                  <a:tcPr/>
                </a:tc>
                <a:tc>
                  <a:txBody>
                    <a:bodyPr/>
                    <a:lstStyle/>
                    <a:p>
                      <a:pPr lvl="0">
                        <a:buNone/>
                      </a:pPr>
                      <a:r>
                        <a:rPr lang="en-US" sz="3200"/>
                        <a:t>0.90</a:t>
                      </a:r>
                    </a:p>
                  </a:txBody>
                  <a:tcPr/>
                </a:tc>
                <a:tc>
                  <a:txBody>
                    <a:bodyPr/>
                    <a:lstStyle/>
                    <a:p>
                      <a:pPr lvl="0">
                        <a:buNone/>
                      </a:pPr>
                      <a:r>
                        <a:rPr lang="en-US" sz="3200"/>
                        <a:t>5.66</a:t>
                      </a:r>
                    </a:p>
                  </a:txBody>
                  <a:tcPr/>
                </a:tc>
                <a:tc>
                  <a:txBody>
                    <a:bodyPr/>
                    <a:lstStyle/>
                    <a:p>
                      <a:pPr lvl="0">
                        <a:buNone/>
                      </a:pPr>
                      <a:r>
                        <a:rPr lang="en-US" sz="3200"/>
                        <a:t>3.97</a:t>
                      </a:r>
                    </a:p>
                  </a:txBody>
                  <a:tcPr/>
                </a:tc>
                <a:extLst>
                  <a:ext uri="{0D108BD9-81ED-4DB2-BD59-A6C34878D82A}">
                    <a16:rowId xmlns:a16="http://schemas.microsoft.com/office/drawing/2014/main" val="2555103537"/>
                  </a:ext>
                </a:extLst>
              </a:tr>
              <a:tr h="370838">
                <a:tc vMerge="1">
                  <a:txBody>
                    <a:bodyPr/>
                    <a:lstStyle/>
                    <a:p>
                      <a:endParaRPr lang="en-US"/>
                    </a:p>
                  </a:txBody>
                  <a:tcPr/>
                </a:tc>
                <a:tc>
                  <a:txBody>
                    <a:bodyPr/>
                    <a:lstStyle/>
                    <a:p>
                      <a:pPr lvl="0">
                        <a:buNone/>
                      </a:pPr>
                      <a:r>
                        <a:rPr lang="en-US" sz="3200"/>
                        <a:t>FLEECE BOTTOMS</a:t>
                      </a:r>
                    </a:p>
                  </a:txBody>
                  <a:tcPr/>
                </a:tc>
                <a:tc>
                  <a:txBody>
                    <a:bodyPr/>
                    <a:lstStyle/>
                    <a:p>
                      <a:pPr lvl="0">
                        <a:buNone/>
                      </a:pPr>
                      <a:r>
                        <a:rPr lang="en-US" sz="3200"/>
                        <a:t>2711</a:t>
                      </a:r>
                    </a:p>
                  </a:txBody>
                  <a:tcPr/>
                </a:tc>
                <a:tc>
                  <a:txBody>
                    <a:bodyPr/>
                    <a:lstStyle/>
                    <a:p>
                      <a:pPr lvl="0">
                        <a:buNone/>
                      </a:pPr>
                      <a:r>
                        <a:rPr lang="en-US" sz="3200"/>
                        <a:t>1.67</a:t>
                      </a:r>
                    </a:p>
                  </a:txBody>
                  <a:tcPr/>
                </a:tc>
                <a:tc>
                  <a:txBody>
                    <a:bodyPr/>
                    <a:lstStyle/>
                    <a:p>
                      <a:pPr lvl="0">
                        <a:buNone/>
                      </a:pPr>
                      <a:r>
                        <a:rPr lang="en-US" sz="3200"/>
                        <a:t>Seasonal</a:t>
                      </a:r>
                    </a:p>
                  </a:txBody>
                  <a:tcPr/>
                </a:tc>
                <a:tc>
                  <a:txBody>
                    <a:bodyPr/>
                    <a:lstStyle/>
                    <a:p>
                      <a:pPr lvl="0">
                        <a:buNone/>
                      </a:pPr>
                      <a:r>
                        <a:rPr lang="en-US" sz="3200"/>
                        <a:t>0.41</a:t>
                      </a:r>
                    </a:p>
                  </a:txBody>
                  <a:tcPr/>
                </a:tc>
                <a:tc>
                  <a:txBody>
                    <a:bodyPr/>
                    <a:lstStyle/>
                    <a:p>
                      <a:pPr lvl="0">
                        <a:buNone/>
                      </a:pPr>
                      <a:r>
                        <a:rPr lang="en-US" sz="3200"/>
                        <a:t>0.09</a:t>
                      </a:r>
                    </a:p>
                  </a:txBody>
                  <a:tcPr/>
                </a:tc>
                <a:tc>
                  <a:txBody>
                    <a:bodyPr/>
                    <a:lstStyle/>
                    <a:p>
                      <a:pPr lvl="0">
                        <a:buNone/>
                      </a:pPr>
                      <a:r>
                        <a:rPr lang="en-US" sz="3200"/>
                        <a:t>0.15</a:t>
                      </a:r>
                    </a:p>
                  </a:txBody>
                  <a:tcPr/>
                </a:tc>
                <a:extLst>
                  <a:ext uri="{0D108BD9-81ED-4DB2-BD59-A6C34878D82A}">
                    <a16:rowId xmlns:a16="http://schemas.microsoft.com/office/drawing/2014/main" val="3556767651"/>
                  </a:ext>
                </a:extLst>
              </a:tr>
            </a:tbl>
          </a:graphicData>
        </a:graphic>
      </p:graphicFrame>
    </p:spTree>
    <p:extLst>
      <p:ext uri="{BB962C8B-B14F-4D97-AF65-F5344CB8AC3E}">
        <p14:creationId xmlns:p14="http://schemas.microsoft.com/office/powerpoint/2010/main" val="53940007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10B6B2-2428-3BA4-03C9-C5E953E00EA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75C5381-4566-A9B9-A2FF-EAE7182AD726}"/>
              </a:ext>
            </a:extLst>
          </p:cNvPr>
          <p:cNvSpPr>
            <a:spLocks noGrp="1"/>
          </p:cNvSpPr>
          <p:nvPr>
            <p:ph type="title"/>
          </p:nvPr>
        </p:nvSpPr>
        <p:spPr>
          <a:xfrm>
            <a:off x="2014538" y="2121408"/>
            <a:ext cx="21678900" cy="1188720"/>
          </a:xfrm>
        </p:spPr>
        <p:txBody>
          <a:bodyPr/>
          <a:lstStyle/>
          <a:p>
            <a:r>
              <a:rPr lang="en-US" sz="4800"/>
              <a:t>Secondary Questions:</a:t>
            </a:r>
          </a:p>
        </p:txBody>
      </p:sp>
      <p:sp>
        <p:nvSpPr>
          <p:cNvPr id="7" name="Content Placeholder 6">
            <a:extLst>
              <a:ext uri="{FF2B5EF4-FFF2-40B4-BE49-F238E27FC236}">
                <a16:creationId xmlns:a16="http://schemas.microsoft.com/office/drawing/2014/main" id="{4162FFDF-D2A0-0832-C838-F6DFC13B9042}"/>
              </a:ext>
            </a:extLst>
          </p:cNvPr>
          <p:cNvSpPr>
            <a:spLocks noGrp="1"/>
          </p:cNvSpPr>
          <p:nvPr>
            <p:ph idx="1"/>
          </p:nvPr>
        </p:nvSpPr>
        <p:spPr>
          <a:xfrm>
            <a:off x="2014538" y="3682994"/>
            <a:ext cx="20348575" cy="8877247"/>
          </a:xfrm>
        </p:spPr>
        <p:txBody>
          <a:bodyPr/>
          <a:lstStyle/>
          <a:p>
            <a:pPr lvl="1">
              <a:lnSpc>
                <a:spcPct val="150000"/>
              </a:lnSpc>
              <a:buFont typeface="Arial" panose="020B0604020202020204" pitchFamily="34" charset="0"/>
              <a:buChar char="•"/>
            </a:pPr>
            <a:r>
              <a:rPr lang="en-US" sz="4000"/>
              <a:t>How should off-season space be utilized when seasonal demand is low?</a:t>
            </a:r>
          </a:p>
          <a:p>
            <a:pPr lvl="1">
              <a:lnSpc>
                <a:spcPct val="150000"/>
              </a:lnSpc>
              <a:buFont typeface="Arial" panose="020B0604020202020204" pitchFamily="34" charset="0"/>
              <a:buChar char="•"/>
            </a:pPr>
            <a:r>
              <a:rPr lang="en-US" sz="4000"/>
              <a:t>When should incremental fixtures be allocated to year-round categories vs seasonal ones?</a:t>
            </a:r>
          </a:p>
          <a:p>
            <a:pPr lvl="1">
              <a:lnSpc>
                <a:spcPct val="150000"/>
              </a:lnSpc>
              <a:buFont typeface="Arial" panose="020B0604020202020204" pitchFamily="34" charset="0"/>
              <a:buChar char="•"/>
            </a:pPr>
            <a:r>
              <a:rPr lang="en-US" sz="4000"/>
              <a:t>What are minimum and maximum fixture counts for seasonal categories by store and department?</a:t>
            </a:r>
          </a:p>
        </p:txBody>
      </p:sp>
      <p:sp>
        <p:nvSpPr>
          <p:cNvPr id="3" name="Footer Placeholder 2">
            <a:extLst>
              <a:ext uri="{FF2B5EF4-FFF2-40B4-BE49-F238E27FC236}">
                <a16:creationId xmlns:a16="http://schemas.microsoft.com/office/drawing/2014/main" id="{BC98EE7D-412E-EE36-B8B7-D5F11BBCF91B}"/>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4" name="Slide Number Placeholder 3">
            <a:extLst>
              <a:ext uri="{FF2B5EF4-FFF2-40B4-BE49-F238E27FC236}">
                <a16:creationId xmlns:a16="http://schemas.microsoft.com/office/drawing/2014/main" id="{434CCFBA-8559-8EEE-2989-8EF8F6B9387F}"/>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42</a:t>
            </a:fld>
            <a:endParaRPr lang="en-US"/>
          </a:p>
        </p:txBody>
      </p:sp>
      <p:sp>
        <p:nvSpPr>
          <p:cNvPr id="2" name="Rectangle 1">
            <a:extLst>
              <a:ext uri="{FF2B5EF4-FFF2-40B4-BE49-F238E27FC236}">
                <a16:creationId xmlns:a16="http://schemas.microsoft.com/office/drawing/2014/main" id="{347B2CAC-B04D-93E0-33F0-6AC0D4E761A7}"/>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2283004018"/>
      </p:ext>
    </p:extLst>
  </p:cSld>
  <p:clrMapOvr>
    <a:masterClrMapping/>
  </p:clrMapOvr>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9D3D47C-3D71-2F66-C7DB-F3C6FFEFCB87}"/>
              </a:ext>
            </a:extLst>
          </p:cNvPr>
          <p:cNvSpPr>
            <a:spLocks noGrp="1"/>
          </p:cNvSpPr>
          <p:nvPr>
            <p:ph type="body" idx="1"/>
          </p:nvPr>
        </p:nvSpPr>
        <p:spPr>
          <a:xfrm>
            <a:off x="868977" y="4452540"/>
            <a:ext cx="7075141" cy="635027"/>
          </a:xfrm>
        </p:spPr>
        <p:txBody>
          <a:bodyPr/>
          <a:lstStyle/>
          <a:p>
            <a:r>
              <a:rPr lang="en-US" sz="4400" b="1"/>
              <a:t>Men’s and Women’s Data</a:t>
            </a:r>
          </a:p>
        </p:txBody>
      </p:sp>
      <p:sp>
        <p:nvSpPr>
          <p:cNvPr id="18" name="Text Placeholder 17">
            <a:extLst>
              <a:ext uri="{FF2B5EF4-FFF2-40B4-BE49-F238E27FC236}">
                <a16:creationId xmlns:a16="http://schemas.microsoft.com/office/drawing/2014/main" id="{A10504E7-9CC4-FB08-C155-A27C3F4461BD}"/>
              </a:ext>
            </a:extLst>
          </p:cNvPr>
          <p:cNvSpPr>
            <a:spLocks noGrp="1"/>
          </p:cNvSpPr>
          <p:nvPr>
            <p:ph type="body" sz="quarter" idx="3"/>
          </p:nvPr>
        </p:nvSpPr>
        <p:spPr>
          <a:xfrm>
            <a:off x="8693505" y="4452541"/>
            <a:ext cx="4438798" cy="635027"/>
          </a:xfrm>
        </p:spPr>
        <p:txBody>
          <a:bodyPr/>
          <a:lstStyle/>
          <a:p>
            <a:r>
              <a:rPr lang="en-US" sz="4400" b="1"/>
              <a:t>Date </a:t>
            </a:r>
            <a:r>
              <a:rPr lang="en-US" sz="4400" b="1">
                <a:solidFill>
                  <a:srgbClr val="001E60"/>
                </a:solidFill>
              </a:rPr>
              <a:t>Dimensions</a:t>
            </a:r>
          </a:p>
          <a:p>
            <a:endParaRPr lang="en-US"/>
          </a:p>
        </p:txBody>
      </p:sp>
      <p:sp>
        <p:nvSpPr>
          <p:cNvPr id="30" name="Content Placeholder 29">
            <a:extLst>
              <a:ext uri="{FF2B5EF4-FFF2-40B4-BE49-F238E27FC236}">
                <a16:creationId xmlns:a16="http://schemas.microsoft.com/office/drawing/2014/main" id="{0816AC94-CC7E-E607-4CC9-416C1BC13799}"/>
              </a:ext>
            </a:extLst>
          </p:cNvPr>
          <p:cNvSpPr>
            <a:spLocks noGrp="1"/>
          </p:cNvSpPr>
          <p:nvPr>
            <p:ph sz="quarter" idx="4"/>
          </p:nvPr>
        </p:nvSpPr>
        <p:spPr>
          <a:xfrm>
            <a:off x="8693505" y="5432124"/>
            <a:ext cx="4438799" cy="2123708"/>
          </a:xfrm>
        </p:spPr>
        <p:txBody>
          <a:bodyPr/>
          <a:lstStyle/>
          <a:p>
            <a:pPr>
              <a:lnSpc>
                <a:spcPct val="100000"/>
              </a:lnSpc>
              <a:spcBef>
                <a:spcPts val="600"/>
              </a:spcBef>
            </a:pPr>
            <a:r>
              <a:rPr lang="en-US" sz="3600" b="1"/>
              <a:t>Content:</a:t>
            </a:r>
          </a:p>
          <a:p>
            <a:pPr marL="571500" indent="-571500">
              <a:lnSpc>
                <a:spcPct val="100000"/>
              </a:lnSpc>
              <a:spcBef>
                <a:spcPts val="600"/>
              </a:spcBef>
              <a:buFont typeface="Arial" panose="020B0604020202020204" pitchFamily="34" charset="0"/>
              <a:buChar char="•"/>
            </a:pPr>
            <a:r>
              <a:rPr lang="en-US" sz="3600"/>
              <a:t>Date data related to Walmart Weeks</a:t>
            </a:r>
          </a:p>
          <a:p>
            <a:pPr>
              <a:lnSpc>
                <a:spcPct val="100000"/>
              </a:lnSpc>
              <a:spcBef>
                <a:spcPts val="600"/>
              </a:spcBef>
            </a:pPr>
            <a:endParaRPr lang="en-US" sz="3600"/>
          </a:p>
          <a:p>
            <a:pPr>
              <a:lnSpc>
                <a:spcPct val="100000"/>
              </a:lnSpc>
            </a:pPr>
            <a:endParaRPr lang="en-US" sz="3600"/>
          </a:p>
        </p:txBody>
      </p:sp>
      <p:sp>
        <p:nvSpPr>
          <p:cNvPr id="5" name="Footer Placeholder 4">
            <a:extLst>
              <a:ext uri="{FF2B5EF4-FFF2-40B4-BE49-F238E27FC236}">
                <a16:creationId xmlns:a16="http://schemas.microsoft.com/office/drawing/2014/main" id="{DE2C28A3-5F47-5CA8-1A6A-868A02678634}"/>
              </a:ext>
            </a:extLst>
          </p:cNvPr>
          <p:cNvSpPr>
            <a:spLocks noGrp="1"/>
          </p:cNvSpPr>
          <p:nvPr>
            <p:ph type="ftr" sz="quarter" idx="11"/>
          </p:nvPr>
        </p:nvSpPr>
        <p:spPr>
          <a:xfrm>
            <a:off x="682625" y="432006"/>
            <a:ext cx="5497513" cy="457200"/>
          </a:xfrm>
        </p:spPr>
        <p:txBody>
          <a:bodyPr/>
          <a:lstStyle/>
          <a:p>
            <a:r>
              <a:rPr lang="en-US"/>
              <a:t>Walmart Team 02 | Practicum Team 06</a:t>
            </a:r>
          </a:p>
        </p:txBody>
      </p:sp>
      <p:sp>
        <p:nvSpPr>
          <p:cNvPr id="6" name="Slide Number Placeholder 5">
            <a:extLst>
              <a:ext uri="{FF2B5EF4-FFF2-40B4-BE49-F238E27FC236}">
                <a16:creationId xmlns:a16="http://schemas.microsoft.com/office/drawing/2014/main" id="{FBBDFFD7-95D2-CD97-C7C0-43E4DBE2452C}"/>
              </a:ext>
            </a:extLst>
          </p:cNvPr>
          <p:cNvSpPr>
            <a:spLocks noGrp="1"/>
          </p:cNvSpPr>
          <p:nvPr>
            <p:ph type="sldNum" sz="quarter" idx="12"/>
          </p:nvPr>
        </p:nvSpPr>
        <p:spPr>
          <a:xfrm>
            <a:off x="18231737" y="12933107"/>
            <a:ext cx="5484971" cy="457200"/>
          </a:xfrm>
        </p:spPr>
        <p:txBody>
          <a:bodyPr/>
          <a:lstStyle/>
          <a:p>
            <a:fld id="{E7E83E8E-4C8F-494C-96FC-84A57D31552C}" type="slidenum">
              <a:rPr lang="en-US" smtClean="0"/>
              <a:pPr/>
              <a:t>43</a:t>
            </a:fld>
            <a:endParaRPr lang="en-US"/>
          </a:p>
        </p:txBody>
      </p:sp>
      <p:sp>
        <p:nvSpPr>
          <p:cNvPr id="21" name="Text Placeholder 20">
            <a:extLst>
              <a:ext uri="{FF2B5EF4-FFF2-40B4-BE49-F238E27FC236}">
                <a16:creationId xmlns:a16="http://schemas.microsoft.com/office/drawing/2014/main" id="{0E3D70AC-B576-24B3-5B46-52F010799F7E}"/>
              </a:ext>
            </a:extLst>
          </p:cNvPr>
          <p:cNvSpPr>
            <a:spLocks noGrp="1"/>
          </p:cNvSpPr>
          <p:nvPr>
            <p:ph type="body" sz="quarter" idx="19"/>
          </p:nvPr>
        </p:nvSpPr>
        <p:spPr>
          <a:xfrm>
            <a:off x="13881690" y="4452542"/>
            <a:ext cx="4438799" cy="635027"/>
          </a:xfrm>
        </p:spPr>
        <p:txBody>
          <a:bodyPr/>
          <a:lstStyle/>
          <a:p>
            <a:r>
              <a:rPr lang="en-US" sz="4400" b="1"/>
              <a:t>Store Dimensions</a:t>
            </a:r>
          </a:p>
        </p:txBody>
      </p:sp>
      <p:sp>
        <p:nvSpPr>
          <p:cNvPr id="15" name="Title 14">
            <a:extLst>
              <a:ext uri="{FF2B5EF4-FFF2-40B4-BE49-F238E27FC236}">
                <a16:creationId xmlns:a16="http://schemas.microsoft.com/office/drawing/2014/main" id="{517E0410-7A70-162D-E19A-D7A497F2E379}"/>
              </a:ext>
            </a:extLst>
          </p:cNvPr>
          <p:cNvSpPr>
            <a:spLocks noGrp="1"/>
          </p:cNvSpPr>
          <p:nvPr>
            <p:ph type="title"/>
          </p:nvPr>
        </p:nvSpPr>
        <p:spPr>
          <a:xfrm>
            <a:off x="682625" y="2121408"/>
            <a:ext cx="23034083" cy="1169989"/>
          </a:xfrm>
        </p:spPr>
        <p:txBody>
          <a:bodyPr/>
          <a:lstStyle/>
          <a:p>
            <a:r>
              <a:rPr kumimoji="0" lang="en-US" sz="4800" b="0" i="0" u="none" strike="noStrike" kern="1200" cap="none" spc="0" normalizeH="0" baseline="0" noProof="0">
                <a:ln>
                  <a:noFill/>
                </a:ln>
                <a:solidFill>
                  <a:srgbClr val="001E60"/>
                </a:solidFill>
                <a:effectLst/>
                <a:uLnTx/>
                <a:uFillTx/>
                <a:latin typeface="Everyday Sans Medium" pitchFamily="2" charset="77"/>
                <a:ea typeface="+mj-ea"/>
                <a:cs typeface="+mj-cs"/>
              </a:rPr>
              <a:t>Datasets</a:t>
            </a:r>
            <a:endParaRPr lang="en-US"/>
          </a:p>
        </p:txBody>
      </p:sp>
      <p:sp>
        <p:nvSpPr>
          <p:cNvPr id="14" name="Text Placeholder 13">
            <a:extLst>
              <a:ext uri="{FF2B5EF4-FFF2-40B4-BE49-F238E27FC236}">
                <a16:creationId xmlns:a16="http://schemas.microsoft.com/office/drawing/2014/main" id="{707161D3-E350-45ED-70FB-A6741C9954A9}"/>
              </a:ext>
            </a:extLst>
          </p:cNvPr>
          <p:cNvSpPr>
            <a:spLocks noGrp="1"/>
          </p:cNvSpPr>
          <p:nvPr>
            <p:ph type="body" sz="quarter" idx="21"/>
          </p:nvPr>
        </p:nvSpPr>
        <p:spPr>
          <a:xfrm>
            <a:off x="19069875" y="4452541"/>
            <a:ext cx="4438798" cy="635027"/>
          </a:xfrm>
        </p:spPr>
        <p:txBody>
          <a:bodyPr/>
          <a:lstStyle/>
          <a:p>
            <a:r>
              <a:rPr lang="en-US" sz="4400" b="1"/>
              <a:t>Weather Data</a:t>
            </a:r>
          </a:p>
        </p:txBody>
      </p:sp>
      <p:sp>
        <p:nvSpPr>
          <p:cNvPr id="2" name="Content Placeholder 29">
            <a:extLst>
              <a:ext uri="{FF2B5EF4-FFF2-40B4-BE49-F238E27FC236}">
                <a16:creationId xmlns:a16="http://schemas.microsoft.com/office/drawing/2014/main" id="{E031966E-29FC-1EA7-6DF4-296C36ADAAB3}"/>
              </a:ext>
            </a:extLst>
          </p:cNvPr>
          <p:cNvSpPr txBox="1">
            <a:spLocks/>
          </p:cNvSpPr>
          <p:nvPr/>
        </p:nvSpPr>
        <p:spPr>
          <a:xfrm>
            <a:off x="13881690" y="5432124"/>
            <a:ext cx="4438799" cy="1834950"/>
          </a:xfrm>
          <a:prstGeom prst="rect">
            <a:avLst/>
          </a:prstGeom>
        </p:spPr>
        <p:txBody>
          <a:bodyPr vert="horz" lIns="0" tIns="0" rIns="0" bIns="0" rtlCol="0">
            <a:noAutofit/>
          </a:bodyPr>
          <a:lstStyle>
            <a:lvl1pPr marL="0" indent="0" algn="l" defTabSz="1828343" rtl="0" eaLnBrk="1" latinLnBrk="0" hangingPunct="1">
              <a:lnSpc>
                <a:spcPts val="2600"/>
              </a:lnSpc>
              <a:spcBef>
                <a:spcPts val="0"/>
              </a:spcBef>
              <a:spcAft>
                <a:spcPts val="0"/>
              </a:spcAft>
              <a:buFont typeface="Arial" panose="020B0604020202020204" pitchFamily="34" charset="0"/>
              <a:buNone/>
              <a:defRPr sz="1800" kern="1200">
                <a:solidFill>
                  <a:schemeClr val="accent1"/>
                </a:solidFill>
                <a:latin typeface="+mn-lt"/>
                <a:ea typeface="+mn-ea"/>
                <a:cs typeface="+mn-cs"/>
              </a:defRPr>
            </a:lvl1pPr>
            <a:lvl2pPr marL="465138" indent="-4460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2pPr>
            <a:lvl3pPr marL="979488" indent="-4968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3pPr>
            <a:lvl4pPr marL="1543050" indent="-474663"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4pPr>
            <a:lvl5pPr marL="2008188" indent="-457200"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nSpc>
                <a:spcPct val="100000"/>
              </a:lnSpc>
              <a:spcBef>
                <a:spcPts val="600"/>
              </a:spcBef>
            </a:pPr>
            <a:r>
              <a:rPr lang="en-US" sz="3600" b="1"/>
              <a:t>Content:</a:t>
            </a:r>
          </a:p>
          <a:p>
            <a:pPr marL="571500" indent="-571500">
              <a:lnSpc>
                <a:spcPct val="100000"/>
              </a:lnSpc>
              <a:spcBef>
                <a:spcPts val="600"/>
              </a:spcBef>
              <a:buFont typeface="Arial" panose="020B0604020202020204" pitchFamily="34" charset="0"/>
              <a:buChar char="•"/>
            </a:pPr>
            <a:r>
              <a:rPr lang="en-US" sz="3600"/>
              <a:t>Store attributes</a:t>
            </a:r>
          </a:p>
          <a:p>
            <a:pPr>
              <a:lnSpc>
                <a:spcPct val="100000"/>
              </a:lnSpc>
              <a:spcBef>
                <a:spcPts val="600"/>
              </a:spcBef>
            </a:pPr>
            <a:endParaRPr lang="en-US" sz="3600"/>
          </a:p>
          <a:p>
            <a:pPr>
              <a:lnSpc>
                <a:spcPct val="100000"/>
              </a:lnSpc>
            </a:pPr>
            <a:endParaRPr lang="en-US" sz="3600"/>
          </a:p>
        </p:txBody>
      </p:sp>
      <p:sp>
        <p:nvSpPr>
          <p:cNvPr id="9" name="Content Placeholder 29">
            <a:extLst>
              <a:ext uri="{FF2B5EF4-FFF2-40B4-BE49-F238E27FC236}">
                <a16:creationId xmlns:a16="http://schemas.microsoft.com/office/drawing/2014/main" id="{976B79E2-1BFF-F148-DF20-8C452764CA4E}"/>
              </a:ext>
            </a:extLst>
          </p:cNvPr>
          <p:cNvSpPr txBox="1">
            <a:spLocks/>
          </p:cNvSpPr>
          <p:nvPr/>
        </p:nvSpPr>
        <p:spPr>
          <a:xfrm>
            <a:off x="19069875" y="5432124"/>
            <a:ext cx="4438799" cy="2123708"/>
          </a:xfrm>
          <a:prstGeom prst="rect">
            <a:avLst/>
          </a:prstGeom>
        </p:spPr>
        <p:txBody>
          <a:bodyPr vert="horz" lIns="0" tIns="0" rIns="0" bIns="0" rtlCol="0">
            <a:noAutofit/>
          </a:bodyPr>
          <a:lstStyle>
            <a:lvl1pPr marL="0" indent="0" algn="l" defTabSz="1828343" rtl="0" eaLnBrk="1" latinLnBrk="0" hangingPunct="1">
              <a:lnSpc>
                <a:spcPts val="2600"/>
              </a:lnSpc>
              <a:spcBef>
                <a:spcPts val="0"/>
              </a:spcBef>
              <a:spcAft>
                <a:spcPts val="0"/>
              </a:spcAft>
              <a:buFont typeface="Arial" panose="020B0604020202020204" pitchFamily="34" charset="0"/>
              <a:buNone/>
              <a:defRPr sz="1800" kern="1200">
                <a:solidFill>
                  <a:schemeClr val="accent1"/>
                </a:solidFill>
                <a:latin typeface="+mn-lt"/>
                <a:ea typeface="+mn-ea"/>
                <a:cs typeface="+mn-cs"/>
              </a:defRPr>
            </a:lvl1pPr>
            <a:lvl2pPr marL="465138" indent="-4460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2pPr>
            <a:lvl3pPr marL="979488" indent="-4968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3pPr>
            <a:lvl4pPr marL="1543050" indent="-474663"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4pPr>
            <a:lvl5pPr marL="2008188" indent="-457200"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nSpc>
                <a:spcPct val="100000"/>
              </a:lnSpc>
              <a:spcBef>
                <a:spcPts val="600"/>
              </a:spcBef>
            </a:pPr>
            <a:r>
              <a:rPr lang="en-US" sz="3600" b="1"/>
              <a:t>Content:</a:t>
            </a:r>
          </a:p>
          <a:p>
            <a:pPr marL="571500" indent="-571500">
              <a:lnSpc>
                <a:spcPct val="100000"/>
              </a:lnSpc>
              <a:spcBef>
                <a:spcPts val="600"/>
              </a:spcBef>
              <a:buFont typeface="Arial" panose="020B0604020202020204" pitchFamily="34" charset="0"/>
              <a:buChar char="•"/>
            </a:pPr>
            <a:r>
              <a:rPr lang="en-US" sz="3600"/>
              <a:t>Weather data per store per day</a:t>
            </a:r>
          </a:p>
        </p:txBody>
      </p:sp>
      <p:sp>
        <p:nvSpPr>
          <p:cNvPr id="12" name="Content Placeholder 29">
            <a:extLst>
              <a:ext uri="{FF2B5EF4-FFF2-40B4-BE49-F238E27FC236}">
                <a16:creationId xmlns:a16="http://schemas.microsoft.com/office/drawing/2014/main" id="{7619DE8C-ACDA-325F-5053-E5D9F9530271}"/>
              </a:ext>
            </a:extLst>
          </p:cNvPr>
          <p:cNvSpPr txBox="1">
            <a:spLocks/>
          </p:cNvSpPr>
          <p:nvPr/>
        </p:nvSpPr>
        <p:spPr>
          <a:xfrm>
            <a:off x="8693504" y="8169776"/>
            <a:ext cx="4438799" cy="3636611"/>
          </a:xfrm>
          <a:prstGeom prst="rect">
            <a:avLst/>
          </a:prstGeom>
        </p:spPr>
        <p:txBody>
          <a:bodyPr vert="horz" lIns="0" tIns="0" rIns="0" bIns="0" rtlCol="0" anchor="t">
            <a:noAutofit/>
          </a:bodyPr>
          <a:lstStyle>
            <a:lvl1pPr marL="0" indent="0" algn="l" defTabSz="1828343" rtl="0" eaLnBrk="1" latinLnBrk="0" hangingPunct="1">
              <a:lnSpc>
                <a:spcPts val="2600"/>
              </a:lnSpc>
              <a:spcBef>
                <a:spcPts val="0"/>
              </a:spcBef>
              <a:spcAft>
                <a:spcPts val="0"/>
              </a:spcAft>
              <a:buFont typeface="Arial" panose="020B0604020202020204" pitchFamily="34" charset="0"/>
              <a:buNone/>
              <a:defRPr sz="1800" kern="1200">
                <a:solidFill>
                  <a:schemeClr val="accent1"/>
                </a:solidFill>
                <a:latin typeface="+mn-lt"/>
                <a:ea typeface="+mn-ea"/>
                <a:cs typeface="+mn-cs"/>
              </a:defRPr>
            </a:lvl1pPr>
            <a:lvl2pPr marL="465138" indent="-4460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2pPr>
            <a:lvl3pPr marL="979488" indent="-4968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3pPr>
            <a:lvl4pPr marL="1543050" indent="-474663"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4pPr>
            <a:lvl5pPr marL="2008188" indent="-457200"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nSpc>
                <a:spcPct val="100000"/>
              </a:lnSpc>
              <a:spcBef>
                <a:spcPts val="600"/>
              </a:spcBef>
            </a:pPr>
            <a:r>
              <a:rPr lang="en-US" sz="3600" b="1"/>
              <a:t>Useful for:</a:t>
            </a:r>
          </a:p>
          <a:p>
            <a:pPr marL="571500" indent="-571500">
              <a:lnSpc>
                <a:spcPct val="100000"/>
              </a:lnSpc>
              <a:spcBef>
                <a:spcPts val="600"/>
              </a:spcBef>
              <a:buFont typeface="Arial" panose="020B0604020202020204" pitchFamily="34" charset="0"/>
              <a:buChar char="•"/>
            </a:pPr>
            <a:r>
              <a:rPr lang="en-US" sz="3600"/>
              <a:t>Date operations  </a:t>
            </a:r>
          </a:p>
          <a:p>
            <a:pPr marL="571500" indent="-571500">
              <a:lnSpc>
                <a:spcPct val="100000"/>
              </a:lnSpc>
              <a:spcBef>
                <a:spcPts val="600"/>
              </a:spcBef>
              <a:buFont typeface="Arial" panose="020B0604020202020204" pitchFamily="34" charset="0"/>
              <a:buChar char="•"/>
            </a:pPr>
            <a:r>
              <a:rPr lang="en-US" sz="3600"/>
              <a:t>Mapping calendar weeks to Walmart Weeks</a:t>
            </a:r>
          </a:p>
          <a:p>
            <a:pPr>
              <a:lnSpc>
                <a:spcPct val="100000"/>
              </a:lnSpc>
            </a:pPr>
            <a:endParaRPr lang="en-US" sz="3600"/>
          </a:p>
        </p:txBody>
      </p:sp>
      <p:sp>
        <p:nvSpPr>
          <p:cNvPr id="13" name="Content Placeholder 29">
            <a:extLst>
              <a:ext uri="{FF2B5EF4-FFF2-40B4-BE49-F238E27FC236}">
                <a16:creationId xmlns:a16="http://schemas.microsoft.com/office/drawing/2014/main" id="{7C38C55B-BEF3-281B-C8D1-B2C6A6714523}"/>
              </a:ext>
            </a:extLst>
          </p:cNvPr>
          <p:cNvSpPr txBox="1">
            <a:spLocks/>
          </p:cNvSpPr>
          <p:nvPr/>
        </p:nvSpPr>
        <p:spPr>
          <a:xfrm>
            <a:off x="13881689" y="8169776"/>
            <a:ext cx="4438799" cy="2123708"/>
          </a:xfrm>
          <a:prstGeom prst="rect">
            <a:avLst/>
          </a:prstGeom>
        </p:spPr>
        <p:txBody>
          <a:bodyPr vert="horz" lIns="0" tIns="0" rIns="0" bIns="0" rtlCol="0">
            <a:noAutofit/>
          </a:bodyPr>
          <a:lstStyle>
            <a:lvl1pPr marL="0" indent="0" algn="l" defTabSz="1828343" rtl="0" eaLnBrk="1" latinLnBrk="0" hangingPunct="1">
              <a:lnSpc>
                <a:spcPts val="2600"/>
              </a:lnSpc>
              <a:spcBef>
                <a:spcPts val="0"/>
              </a:spcBef>
              <a:spcAft>
                <a:spcPts val="0"/>
              </a:spcAft>
              <a:buFont typeface="Arial" panose="020B0604020202020204" pitchFamily="34" charset="0"/>
              <a:buNone/>
              <a:defRPr sz="1800" kern="1200">
                <a:solidFill>
                  <a:schemeClr val="accent1"/>
                </a:solidFill>
                <a:latin typeface="+mn-lt"/>
                <a:ea typeface="+mn-ea"/>
                <a:cs typeface="+mn-cs"/>
              </a:defRPr>
            </a:lvl1pPr>
            <a:lvl2pPr marL="465138" indent="-4460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2pPr>
            <a:lvl3pPr marL="979488" indent="-4968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3pPr>
            <a:lvl4pPr marL="1543050" indent="-474663"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4pPr>
            <a:lvl5pPr marL="2008188" indent="-457200"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nSpc>
                <a:spcPct val="100000"/>
              </a:lnSpc>
              <a:spcBef>
                <a:spcPts val="600"/>
              </a:spcBef>
            </a:pPr>
            <a:r>
              <a:rPr lang="en-US" sz="3600" b="1"/>
              <a:t>Useful for:</a:t>
            </a:r>
          </a:p>
          <a:p>
            <a:pPr marL="571500" indent="-571500">
              <a:lnSpc>
                <a:spcPct val="100000"/>
              </a:lnSpc>
              <a:spcBef>
                <a:spcPts val="600"/>
              </a:spcBef>
              <a:buFont typeface="Arial" panose="020B0604020202020204" pitchFamily="34" charset="0"/>
              <a:buChar char="•"/>
            </a:pPr>
            <a:r>
              <a:rPr lang="en-US" sz="3600"/>
              <a:t>Potential clustering</a:t>
            </a:r>
          </a:p>
          <a:p>
            <a:pPr marL="571500" indent="-571500">
              <a:lnSpc>
                <a:spcPct val="100000"/>
              </a:lnSpc>
              <a:spcBef>
                <a:spcPts val="600"/>
              </a:spcBef>
              <a:buFont typeface="Arial" panose="020B0604020202020204" pitchFamily="34" charset="0"/>
              <a:buChar char="•"/>
            </a:pPr>
            <a:r>
              <a:rPr lang="en-US" sz="3600"/>
              <a:t>Location mapping</a:t>
            </a:r>
          </a:p>
          <a:p>
            <a:pPr>
              <a:lnSpc>
                <a:spcPct val="100000"/>
              </a:lnSpc>
            </a:pPr>
            <a:endParaRPr lang="en-US" sz="3600"/>
          </a:p>
        </p:txBody>
      </p:sp>
      <p:sp>
        <p:nvSpPr>
          <p:cNvPr id="17" name="Content Placeholder 29">
            <a:extLst>
              <a:ext uri="{FF2B5EF4-FFF2-40B4-BE49-F238E27FC236}">
                <a16:creationId xmlns:a16="http://schemas.microsoft.com/office/drawing/2014/main" id="{6512881F-B486-C812-C6A1-A270F75234A8}"/>
              </a:ext>
            </a:extLst>
          </p:cNvPr>
          <p:cNvSpPr txBox="1">
            <a:spLocks/>
          </p:cNvSpPr>
          <p:nvPr/>
        </p:nvSpPr>
        <p:spPr>
          <a:xfrm>
            <a:off x="19069874" y="8169776"/>
            <a:ext cx="4438799" cy="2625905"/>
          </a:xfrm>
          <a:prstGeom prst="rect">
            <a:avLst/>
          </a:prstGeom>
        </p:spPr>
        <p:txBody>
          <a:bodyPr vert="horz" lIns="0" tIns="0" rIns="0" bIns="0" rtlCol="0">
            <a:noAutofit/>
          </a:bodyPr>
          <a:lstStyle>
            <a:lvl1pPr marL="0" indent="0" algn="l" defTabSz="1828343" rtl="0" eaLnBrk="1" latinLnBrk="0" hangingPunct="1">
              <a:lnSpc>
                <a:spcPts val="2600"/>
              </a:lnSpc>
              <a:spcBef>
                <a:spcPts val="0"/>
              </a:spcBef>
              <a:spcAft>
                <a:spcPts val="0"/>
              </a:spcAft>
              <a:buFont typeface="Arial" panose="020B0604020202020204" pitchFamily="34" charset="0"/>
              <a:buNone/>
              <a:defRPr sz="1800" kern="1200">
                <a:solidFill>
                  <a:schemeClr val="accent1"/>
                </a:solidFill>
                <a:latin typeface="+mn-lt"/>
                <a:ea typeface="+mn-ea"/>
                <a:cs typeface="+mn-cs"/>
              </a:defRPr>
            </a:lvl1pPr>
            <a:lvl2pPr marL="465138" indent="-4460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2pPr>
            <a:lvl3pPr marL="979488" indent="-4968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3pPr>
            <a:lvl4pPr marL="1543050" indent="-474663"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4pPr>
            <a:lvl5pPr marL="2008188" indent="-457200"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nSpc>
                <a:spcPct val="100000"/>
              </a:lnSpc>
              <a:spcBef>
                <a:spcPts val="600"/>
              </a:spcBef>
            </a:pPr>
            <a:r>
              <a:rPr lang="en-US" sz="3600" b="1"/>
              <a:t>Useful for:</a:t>
            </a:r>
          </a:p>
          <a:p>
            <a:pPr marL="571500" indent="-571500">
              <a:lnSpc>
                <a:spcPct val="100000"/>
              </a:lnSpc>
              <a:buFont typeface="Arial" panose="020B0604020202020204" pitchFamily="34" charset="0"/>
              <a:buChar char="•"/>
            </a:pPr>
            <a:r>
              <a:rPr lang="en-US" sz="3600"/>
              <a:t>Potential clustering</a:t>
            </a:r>
          </a:p>
          <a:p>
            <a:pPr marL="571500" indent="-571500">
              <a:lnSpc>
                <a:spcPct val="100000"/>
              </a:lnSpc>
              <a:buFont typeface="Arial" panose="020B0604020202020204" pitchFamily="34" charset="0"/>
              <a:buChar char="•"/>
            </a:pPr>
            <a:r>
              <a:rPr lang="en-US" sz="3600"/>
              <a:t>Context for sales trends</a:t>
            </a:r>
          </a:p>
        </p:txBody>
      </p:sp>
      <p:sp>
        <p:nvSpPr>
          <p:cNvPr id="19" name="Content Placeholder 29">
            <a:extLst>
              <a:ext uri="{FF2B5EF4-FFF2-40B4-BE49-F238E27FC236}">
                <a16:creationId xmlns:a16="http://schemas.microsoft.com/office/drawing/2014/main" id="{411528BC-561B-C476-5747-4CAA571D648B}"/>
              </a:ext>
            </a:extLst>
          </p:cNvPr>
          <p:cNvSpPr txBox="1">
            <a:spLocks/>
          </p:cNvSpPr>
          <p:nvPr/>
        </p:nvSpPr>
        <p:spPr>
          <a:xfrm>
            <a:off x="868976" y="5432124"/>
            <a:ext cx="7075140" cy="2123708"/>
          </a:xfrm>
          <a:prstGeom prst="rect">
            <a:avLst/>
          </a:prstGeom>
        </p:spPr>
        <p:txBody>
          <a:bodyPr vert="horz" lIns="0" tIns="0" rIns="0" bIns="0" rtlCol="0">
            <a:noAutofit/>
          </a:bodyPr>
          <a:lstStyle>
            <a:lvl1pPr marL="0" indent="0" algn="l" defTabSz="1828343" rtl="0" eaLnBrk="1" latinLnBrk="0" hangingPunct="1">
              <a:lnSpc>
                <a:spcPts val="2600"/>
              </a:lnSpc>
              <a:spcBef>
                <a:spcPts val="0"/>
              </a:spcBef>
              <a:spcAft>
                <a:spcPts val="0"/>
              </a:spcAft>
              <a:buFont typeface="Arial" panose="020B0604020202020204" pitchFamily="34" charset="0"/>
              <a:buNone/>
              <a:defRPr sz="1800" kern="1200">
                <a:solidFill>
                  <a:schemeClr val="accent1"/>
                </a:solidFill>
                <a:latin typeface="+mn-lt"/>
                <a:ea typeface="+mn-ea"/>
                <a:cs typeface="+mn-cs"/>
              </a:defRPr>
            </a:lvl1pPr>
            <a:lvl2pPr marL="465138" indent="-4460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2pPr>
            <a:lvl3pPr marL="979488" indent="-4968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3pPr>
            <a:lvl4pPr marL="1543050" indent="-474663"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4pPr>
            <a:lvl5pPr marL="2008188" indent="-457200"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nSpc>
                <a:spcPct val="100000"/>
              </a:lnSpc>
              <a:spcBef>
                <a:spcPts val="600"/>
              </a:spcBef>
            </a:pPr>
            <a:r>
              <a:rPr lang="en-US" sz="3600" b="1">
                <a:solidFill>
                  <a:schemeClr val="bg1"/>
                </a:solidFill>
              </a:rPr>
              <a:t>Content:</a:t>
            </a:r>
          </a:p>
          <a:p>
            <a:pPr marL="571500" indent="-571500">
              <a:lnSpc>
                <a:spcPct val="100000"/>
              </a:lnSpc>
              <a:spcBef>
                <a:spcPts val="600"/>
              </a:spcBef>
              <a:buFont typeface="Arial" panose="020B0604020202020204" pitchFamily="34" charset="0"/>
              <a:buChar char="•"/>
            </a:pPr>
            <a:r>
              <a:rPr lang="en-US" sz="3600">
                <a:solidFill>
                  <a:schemeClr val="bg1"/>
                </a:solidFill>
              </a:rPr>
              <a:t>Weekly sales</a:t>
            </a:r>
          </a:p>
          <a:p>
            <a:pPr marL="571500" indent="-571500">
              <a:lnSpc>
                <a:spcPct val="100000"/>
              </a:lnSpc>
              <a:spcBef>
                <a:spcPts val="600"/>
              </a:spcBef>
              <a:buFont typeface="Arial" panose="020B0604020202020204" pitchFamily="34" charset="0"/>
              <a:buChar char="•"/>
            </a:pPr>
            <a:r>
              <a:rPr lang="en-US" sz="3600">
                <a:solidFill>
                  <a:schemeClr val="bg1"/>
                </a:solidFill>
              </a:rPr>
              <a:t>Space metrics such as fixture data</a:t>
            </a:r>
          </a:p>
          <a:p>
            <a:pPr>
              <a:lnSpc>
                <a:spcPct val="100000"/>
              </a:lnSpc>
              <a:spcBef>
                <a:spcPts val="600"/>
              </a:spcBef>
            </a:pPr>
            <a:endParaRPr lang="en-US" sz="3600"/>
          </a:p>
          <a:p>
            <a:pPr>
              <a:lnSpc>
                <a:spcPct val="100000"/>
              </a:lnSpc>
            </a:pPr>
            <a:endParaRPr lang="en-US" sz="3600"/>
          </a:p>
        </p:txBody>
      </p:sp>
      <p:sp>
        <p:nvSpPr>
          <p:cNvPr id="20" name="Content Placeholder 29">
            <a:extLst>
              <a:ext uri="{FF2B5EF4-FFF2-40B4-BE49-F238E27FC236}">
                <a16:creationId xmlns:a16="http://schemas.microsoft.com/office/drawing/2014/main" id="{26440921-6726-0CB0-7642-BEB6F9E86503}"/>
              </a:ext>
            </a:extLst>
          </p:cNvPr>
          <p:cNvSpPr txBox="1">
            <a:spLocks/>
          </p:cNvSpPr>
          <p:nvPr/>
        </p:nvSpPr>
        <p:spPr>
          <a:xfrm>
            <a:off x="868976" y="8169776"/>
            <a:ext cx="7075140" cy="3699016"/>
          </a:xfrm>
          <a:prstGeom prst="rect">
            <a:avLst/>
          </a:prstGeom>
        </p:spPr>
        <p:txBody>
          <a:bodyPr vert="horz" lIns="0" tIns="0" rIns="0" bIns="0" rtlCol="0">
            <a:noAutofit/>
          </a:bodyPr>
          <a:lstStyle>
            <a:lvl1pPr marL="0" indent="0" algn="l" defTabSz="1828343" rtl="0" eaLnBrk="1" latinLnBrk="0" hangingPunct="1">
              <a:lnSpc>
                <a:spcPts val="2600"/>
              </a:lnSpc>
              <a:spcBef>
                <a:spcPts val="0"/>
              </a:spcBef>
              <a:spcAft>
                <a:spcPts val="0"/>
              </a:spcAft>
              <a:buFont typeface="Arial" panose="020B0604020202020204" pitchFamily="34" charset="0"/>
              <a:buNone/>
              <a:defRPr sz="1800" kern="1200">
                <a:solidFill>
                  <a:schemeClr val="accent1"/>
                </a:solidFill>
                <a:latin typeface="+mn-lt"/>
                <a:ea typeface="+mn-ea"/>
                <a:cs typeface="+mn-cs"/>
              </a:defRPr>
            </a:lvl1pPr>
            <a:lvl2pPr marL="465138" indent="-4460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2pPr>
            <a:lvl3pPr marL="979488" indent="-496888"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3pPr>
            <a:lvl4pPr marL="1543050" indent="-474663"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4pPr>
            <a:lvl5pPr marL="2008188" indent="-457200" algn="l" defTabSz="1828343" rtl="0" eaLnBrk="1" latinLnBrk="0" hangingPunct="1">
              <a:lnSpc>
                <a:spcPts val="2600"/>
              </a:lnSpc>
              <a:spcBef>
                <a:spcPts val="0"/>
              </a:spcBef>
              <a:spcAft>
                <a:spcPts val="0"/>
              </a:spcAft>
              <a:buFont typeface="System Font Regular"/>
              <a:buChar char="—"/>
              <a:tabLst/>
              <a:defRPr sz="1800" kern="1200">
                <a:solidFill>
                  <a:schemeClr val="accent1"/>
                </a:solidFill>
                <a:latin typeface="+mn-lt"/>
                <a:ea typeface="+mn-ea"/>
                <a:cs typeface="+mn-cs"/>
              </a:defRPr>
            </a:lvl5pPr>
            <a:lvl6pPr marL="5027943"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6pPr>
            <a:lvl7pPr marL="5942114"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7pPr>
            <a:lvl8pPr marL="6856286"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8pPr>
            <a:lvl9pPr marL="7770457" indent="-457086" algn="l" defTabSz="1828343" rtl="0" eaLnBrk="1" latinLnBrk="0" hangingPunct="1">
              <a:lnSpc>
                <a:spcPct val="90000"/>
              </a:lnSpc>
              <a:spcBef>
                <a:spcPts val="1000"/>
              </a:spcBef>
              <a:buFont typeface="Arial" panose="020B0604020202020204" pitchFamily="34" charset="0"/>
              <a:buChar char="•"/>
              <a:defRPr sz="3599" kern="1200">
                <a:solidFill>
                  <a:schemeClr val="tx1"/>
                </a:solidFill>
                <a:latin typeface="+mn-lt"/>
                <a:ea typeface="+mn-ea"/>
                <a:cs typeface="+mn-cs"/>
              </a:defRPr>
            </a:lvl9pPr>
          </a:lstStyle>
          <a:p>
            <a:pPr>
              <a:lnSpc>
                <a:spcPct val="100000"/>
              </a:lnSpc>
              <a:spcBef>
                <a:spcPts val="600"/>
              </a:spcBef>
            </a:pPr>
            <a:r>
              <a:rPr lang="en-US" sz="3600" b="1">
                <a:solidFill>
                  <a:schemeClr val="bg1"/>
                </a:solidFill>
              </a:rPr>
              <a:t>Useful for:</a:t>
            </a:r>
          </a:p>
          <a:p>
            <a:pPr marL="571500" indent="-571500">
              <a:lnSpc>
                <a:spcPct val="100000"/>
              </a:lnSpc>
              <a:spcBef>
                <a:spcPts val="600"/>
              </a:spcBef>
              <a:buFont typeface="Arial" panose="020B0604020202020204" pitchFamily="34" charset="0"/>
              <a:buChar char="•"/>
            </a:pPr>
            <a:r>
              <a:rPr lang="en-US" sz="3600">
                <a:solidFill>
                  <a:schemeClr val="bg1"/>
                </a:solidFill>
              </a:rPr>
              <a:t>Sales trends</a:t>
            </a:r>
          </a:p>
          <a:p>
            <a:pPr marL="571500" indent="-571500">
              <a:lnSpc>
                <a:spcPct val="100000"/>
              </a:lnSpc>
              <a:spcBef>
                <a:spcPts val="600"/>
              </a:spcBef>
              <a:buFont typeface="Arial" panose="020B0604020202020204" pitchFamily="34" charset="0"/>
              <a:buChar char="•"/>
            </a:pPr>
            <a:r>
              <a:rPr lang="en-US" sz="3600">
                <a:solidFill>
                  <a:schemeClr val="bg1"/>
                </a:solidFill>
              </a:rPr>
              <a:t>Space allocation insights</a:t>
            </a:r>
          </a:p>
          <a:p>
            <a:pPr marL="571500" indent="-571500">
              <a:lnSpc>
                <a:spcPct val="100000"/>
              </a:lnSpc>
              <a:spcBef>
                <a:spcPts val="600"/>
              </a:spcBef>
              <a:buFont typeface="Arial" panose="020B0604020202020204" pitchFamily="34" charset="0"/>
              <a:buChar char="•"/>
            </a:pPr>
            <a:r>
              <a:rPr lang="en-US" sz="3600">
                <a:solidFill>
                  <a:schemeClr val="bg1"/>
                </a:solidFill>
              </a:rPr>
              <a:t>Main source of metrics for our model</a:t>
            </a:r>
          </a:p>
        </p:txBody>
      </p:sp>
    </p:spTree>
    <p:extLst>
      <p:ext uri="{BB962C8B-B14F-4D97-AF65-F5344CB8AC3E}">
        <p14:creationId xmlns:p14="http://schemas.microsoft.com/office/powerpoint/2010/main" val="22154100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CBC0-1BD1-4AFE-B5B1-9183E6663B0D}"/>
              </a:ext>
            </a:extLst>
          </p:cNvPr>
          <p:cNvSpPr>
            <a:spLocks noGrp="1"/>
          </p:cNvSpPr>
          <p:nvPr>
            <p:ph type="title"/>
          </p:nvPr>
        </p:nvSpPr>
        <p:spPr/>
        <p:txBody>
          <a:bodyPr/>
          <a:lstStyle/>
          <a:p>
            <a:r>
              <a:rPr lang="en-US" sz="4800">
                <a:latin typeface="Everyday Sans Medium"/>
              </a:rPr>
              <a:t>Impact of the Approach</a:t>
            </a:r>
            <a:endParaRPr lang="en-US" sz="4800"/>
          </a:p>
        </p:txBody>
      </p:sp>
      <p:sp>
        <p:nvSpPr>
          <p:cNvPr id="3" name="Content Placeholder 2">
            <a:extLst>
              <a:ext uri="{FF2B5EF4-FFF2-40B4-BE49-F238E27FC236}">
                <a16:creationId xmlns:a16="http://schemas.microsoft.com/office/drawing/2014/main" id="{267E2A4C-0191-8DF1-14D0-81BEB7E0D6BA}"/>
              </a:ext>
            </a:extLst>
          </p:cNvPr>
          <p:cNvSpPr>
            <a:spLocks noGrp="1"/>
          </p:cNvSpPr>
          <p:nvPr>
            <p:ph idx="1"/>
          </p:nvPr>
        </p:nvSpPr>
        <p:spPr>
          <a:xfrm>
            <a:off x="682625" y="3767328"/>
            <a:ext cx="16425503" cy="8877247"/>
          </a:xfrm>
        </p:spPr>
        <p:txBody>
          <a:bodyPr vert="horz" lIns="0" tIns="0" rIns="0" bIns="0" rtlCol="0" anchor="t">
            <a:noAutofit/>
          </a:bodyPr>
          <a:lstStyle/>
          <a:p>
            <a:pPr marL="571500" indent="-571500">
              <a:buFont typeface="Arial" panose="020B0604020202020204" pitchFamily="34" charset="0"/>
              <a:buChar char="•"/>
            </a:pPr>
            <a:r>
              <a:rPr lang="en-US" sz="4000"/>
              <a:t>Aligns space with demand for better utilization</a:t>
            </a:r>
          </a:p>
          <a:p>
            <a:pPr marL="571500" indent="-571500">
              <a:buFont typeface="Arial" panose="020B0604020202020204" pitchFamily="34" charset="0"/>
              <a:buChar char="•"/>
            </a:pPr>
            <a:r>
              <a:rPr lang="en-US" sz="4000"/>
              <a:t>Improves flexibility for seasonal demand shifts</a:t>
            </a:r>
          </a:p>
          <a:p>
            <a:pPr marL="571500" indent="-571500">
              <a:buFont typeface="Arial" panose="020B0604020202020204" pitchFamily="34" charset="0"/>
              <a:buChar char="•"/>
            </a:pPr>
            <a:r>
              <a:rPr lang="en-US" sz="4000"/>
              <a:t>Highlights high-value subcategories</a:t>
            </a:r>
          </a:p>
          <a:p>
            <a:pPr marL="571500" indent="-571500">
              <a:buFont typeface="Arial" panose="020B0604020202020204" pitchFamily="34" charset="0"/>
              <a:buChar char="•"/>
            </a:pPr>
            <a:r>
              <a:rPr lang="en-US" sz="4000"/>
              <a:t>Delivers scalable, data-driven space allocation recommendations</a:t>
            </a:r>
          </a:p>
        </p:txBody>
      </p:sp>
      <p:sp>
        <p:nvSpPr>
          <p:cNvPr id="4" name="Footer Placeholder 3">
            <a:extLst>
              <a:ext uri="{FF2B5EF4-FFF2-40B4-BE49-F238E27FC236}">
                <a16:creationId xmlns:a16="http://schemas.microsoft.com/office/drawing/2014/main" id="{6B18C3AC-CDE9-6B46-0397-6CFBCE02E263}"/>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4D555397-6A84-36DB-69D7-82990E83C094}"/>
              </a:ext>
            </a:extLst>
          </p:cNvPr>
          <p:cNvSpPr>
            <a:spLocks noGrp="1"/>
          </p:cNvSpPr>
          <p:nvPr>
            <p:ph type="sldNum" sz="quarter" idx="12"/>
          </p:nvPr>
        </p:nvSpPr>
        <p:spPr/>
        <p:txBody>
          <a:bodyPr/>
          <a:lstStyle/>
          <a:p>
            <a:fld id="{E7E83E8E-4C8F-494C-96FC-84A57D31552C}" type="slidenum">
              <a:rPr lang="en-US" smtClean="0"/>
              <a:t>44</a:t>
            </a:fld>
            <a:endParaRPr lang="en-US"/>
          </a:p>
        </p:txBody>
      </p:sp>
      <p:sp>
        <p:nvSpPr>
          <p:cNvPr id="6" name="Rectangle 5">
            <a:extLst>
              <a:ext uri="{FF2B5EF4-FFF2-40B4-BE49-F238E27FC236}">
                <a16:creationId xmlns:a16="http://schemas.microsoft.com/office/drawing/2014/main" id="{8CBD8C67-A06B-759F-05F6-FBF8DD19857D}"/>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4288439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0FEDA-37BB-98A2-7EF4-F6032FB8A032}"/>
              </a:ext>
            </a:extLst>
          </p:cNvPr>
          <p:cNvSpPr>
            <a:spLocks noGrp="1"/>
          </p:cNvSpPr>
          <p:nvPr>
            <p:ph type="title"/>
          </p:nvPr>
        </p:nvSpPr>
        <p:spPr/>
        <p:txBody>
          <a:bodyPr/>
          <a:lstStyle/>
          <a:p>
            <a:r>
              <a:rPr lang="en-US" sz="4800">
                <a:latin typeface="Everyday Sans Medium"/>
              </a:rPr>
              <a:t>Model-Driven Recommendations</a:t>
            </a:r>
            <a:endParaRPr lang="en-US" sz="4800" i="1"/>
          </a:p>
        </p:txBody>
      </p:sp>
      <p:sp>
        <p:nvSpPr>
          <p:cNvPr id="3" name="Content Placeholder 2">
            <a:extLst>
              <a:ext uri="{FF2B5EF4-FFF2-40B4-BE49-F238E27FC236}">
                <a16:creationId xmlns:a16="http://schemas.microsoft.com/office/drawing/2014/main" id="{30B87978-AE0E-0B79-3DC1-41714F223C9D}"/>
              </a:ext>
            </a:extLst>
          </p:cNvPr>
          <p:cNvSpPr>
            <a:spLocks noGrp="1"/>
          </p:cNvSpPr>
          <p:nvPr>
            <p:ph idx="1"/>
          </p:nvPr>
        </p:nvSpPr>
        <p:spPr>
          <a:xfrm>
            <a:off x="682626" y="3767328"/>
            <a:ext cx="15334122" cy="8662510"/>
          </a:xfrm>
        </p:spPr>
        <p:txBody>
          <a:bodyPr/>
          <a:lstStyle/>
          <a:p>
            <a:pPr marL="571500" indent="-571500">
              <a:buFont typeface="Arial" panose="020B0604020202020204" pitchFamily="34" charset="0"/>
              <a:buChar char="•"/>
            </a:pPr>
            <a:r>
              <a:rPr lang="en-US" sz="4000"/>
              <a:t>Prioritize space for high-demand subcategories</a:t>
            </a:r>
          </a:p>
          <a:p>
            <a:pPr marL="571500" indent="-571500">
              <a:buFont typeface="Arial" panose="020B0604020202020204" pitchFamily="34" charset="0"/>
              <a:buChar char="•"/>
            </a:pPr>
            <a:r>
              <a:rPr lang="en-US" sz="4000"/>
              <a:t>Increase flexible fixture capacity where feasible</a:t>
            </a:r>
          </a:p>
          <a:p>
            <a:pPr marL="571500" indent="-571500">
              <a:buFont typeface="Arial" panose="020B0604020202020204" pitchFamily="34" charset="0"/>
              <a:buChar char="•"/>
            </a:pPr>
            <a:r>
              <a:rPr lang="en-US" sz="4000"/>
              <a:t>Maintain stable space for core categories</a:t>
            </a:r>
          </a:p>
          <a:p>
            <a:pPr marL="571500" indent="-571500">
              <a:buFont typeface="Arial" panose="020B0604020202020204" pitchFamily="34" charset="0"/>
              <a:buChar char="•"/>
            </a:pPr>
            <a:r>
              <a:rPr lang="en-US" sz="4000"/>
              <a:t>Tailor allocation strategies by department</a:t>
            </a:r>
          </a:p>
        </p:txBody>
      </p:sp>
      <p:sp>
        <p:nvSpPr>
          <p:cNvPr id="4" name="Footer Placeholder 3">
            <a:extLst>
              <a:ext uri="{FF2B5EF4-FFF2-40B4-BE49-F238E27FC236}">
                <a16:creationId xmlns:a16="http://schemas.microsoft.com/office/drawing/2014/main" id="{57FA527D-BCD4-CDD9-D9A5-C3AC4C86109B}"/>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241381A7-F84A-A6FC-8AAC-B67DD510B54C}"/>
              </a:ext>
            </a:extLst>
          </p:cNvPr>
          <p:cNvSpPr>
            <a:spLocks noGrp="1"/>
          </p:cNvSpPr>
          <p:nvPr>
            <p:ph type="sldNum" sz="quarter" idx="12"/>
          </p:nvPr>
        </p:nvSpPr>
        <p:spPr/>
        <p:txBody>
          <a:bodyPr/>
          <a:lstStyle/>
          <a:p>
            <a:fld id="{E7E83E8E-4C8F-494C-96FC-84A57D31552C}" type="slidenum">
              <a:rPr lang="en-US" smtClean="0"/>
              <a:t>45</a:t>
            </a:fld>
            <a:endParaRPr lang="en-US"/>
          </a:p>
        </p:txBody>
      </p:sp>
      <p:sp>
        <p:nvSpPr>
          <p:cNvPr id="6" name="Rectangle 5">
            <a:extLst>
              <a:ext uri="{FF2B5EF4-FFF2-40B4-BE49-F238E27FC236}">
                <a16:creationId xmlns:a16="http://schemas.microsoft.com/office/drawing/2014/main" id="{008515AE-796F-A2AB-4A6A-822753D61842}"/>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14774036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B360C-D10B-271D-2293-168FC479EF03}"/>
              </a:ext>
            </a:extLst>
          </p:cNvPr>
          <p:cNvSpPr>
            <a:spLocks noGrp="1"/>
          </p:cNvSpPr>
          <p:nvPr>
            <p:ph type="title"/>
          </p:nvPr>
        </p:nvSpPr>
        <p:spPr/>
        <p:txBody>
          <a:bodyPr/>
          <a:lstStyle/>
          <a:p>
            <a:r>
              <a:rPr lang="en-US" sz="4800">
                <a:latin typeface="Everyday Sans Medium"/>
              </a:rPr>
              <a:t>Next Steps &amp; Model Improvements</a:t>
            </a:r>
            <a:endParaRPr lang="en-US" sz="4800"/>
          </a:p>
        </p:txBody>
      </p:sp>
      <p:sp>
        <p:nvSpPr>
          <p:cNvPr id="3" name="Content Placeholder 2">
            <a:extLst>
              <a:ext uri="{FF2B5EF4-FFF2-40B4-BE49-F238E27FC236}">
                <a16:creationId xmlns:a16="http://schemas.microsoft.com/office/drawing/2014/main" id="{B58E34B6-B8C4-F438-F71B-23FC484B8575}"/>
              </a:ext>
            </a:extLst>
          </p:cNvPr>
          <p:cNvSpPr>
            <a:spLocks noGrp="1"/>
          </p:cNvSpPr>
          <p:nvPr>
            <p:ph idx="1"/>
          </p:nvPr>
        </p:nvSpPr>
        <p:spPr/>
        <p:txBody>
          <a:bodyPr vert="horz" lIns="0" tIns="0" rIns="0" bIns="0" rtlCol="0" anchor="t">
            <a:noAutofit/>
          </a:bodyPr>
          <a:lstStyle/>
          <a:p>
            <a:pPr marL="571500" indent="-571500">
              <a:buFont typeface="Arial" panose="020B0604020202020204" pitchFamily="34" charset="0"/>
              <a:buChar char="•"/>
            </a:pPr>
            <a:r>
              <a:rPr lang="en-US"/>
              <a:t>Further validate and refine demand scoring</a:t>
            </a:r>
          </a:p>
          <a:p>
            <a:pPr marL="571500" indent="-571500">
              <a:buFont typeface="Arial" panose="020B0604020202020204" pitchFamily="34" charset="0"/>
              <a:buChar char="•"/>
            </a:pPr>
            <a:r>
              <a:rPr lang="en-US"/>
              <a:t>Expand model to include store clustering(region/weather)</a:t>
            </a:r>
          </a:p>
          <a:p>
            <a:pPr marL="571500" indent="-571500">
              <a:buFont typeface="Arial" panose="020B0604020202020204" pitchFamily="34" charset="0"/>
              <a:buChar char="•"/>
            </a:pPr>
            <a:r>
              <a:rPr lang="en-US"/>
              <a:t>Improve fixture-type constraints for more realistic allocation</a:t>
            </a:r>
          </a:p>
          <a:p>
            <a:pPr marL="571500" indent="-571500">
              <a:buFont typeface="Arial" panose="020B0604020202020204" pitchFamily="34" charset="0"/>
              <a:buChar char="•"/>
            </a:pPr>
            <a:r>
              <a:rPr lang="en-US"/>
              <a:t>Validate recommendations with pilot store testing</a:t>
            </a:r>
          </a:p>
        </p:txBody>
      </p:sp>
      <p:sp>
        <p:nvSpPr>
          <p:cNvPr id="4" name="Footer Placeholder 3">
            <a:extLst>
              <a:ext uri="{FF2B5EF4-FFF2-40B4-BE49-F238E27FC236}">
                <a16:creationId xmlns:a16="http://schemas.microsoft.com/office/drawing/2014/main" id="{AC38DD81-6D65-CC74-2C90-06718B181500}"/>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999AA8EF-6842-360F-B060-595291A4387B}"/>
              </a:ext>
            </a:extLst>
          </p:cNvPr>
          <p:cNvSpPr>
            <a:spLocks noGrp="1"/>
          </p:cNvSpPr>
          <p:nvPr>
            <p:ph type="sldNum" sz="quarter" idx="12"/>
          </p:nvPr>
        </p:nvSpPr>
        <p:spPr/>
        <p:txBody>
          <a:bodyPr/>
          <a:lstStyle/>
          <a:p>
            <a:fld id="{E7E83E8E-4C8F-494C-96FC-84A57D31552C}" type="slidenum">
              <a:rPr lang="en-US" smtClean="0"/>
              <a:t>46</a:t>
            </a:fld>
            <a:endParaRPr lang="en-US"/>
          </a:p>
        </p:txBody>
      </p:sp>
      <p:sp>
        <p:nvSpPr>
          <p:cNvPr id="6" name="Rectangle 5">
            <a:extLst>
              <a:ext uri="{FF2B5EF4-FFF2-40B4-BE49-F238E27FC236}">
                <a16:creationId xmlns:a16="http://schemas.microsoft.com/office/drawing/2014/main" id="{B664EBFF-F1C8-4472-906F-28B86F883615}"/>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8474195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CBC0-1BD1-4AFE-B5B1-9183E6663B0D}"/>
              </a:ext>
            </a:extLst>
          </p:cNvPr>
          <p:cNvSpPr>
            <a:spLocks noGrp="1"/>
          </p:cNvSpPr>
          <p:nvPr>
            <p:ph type="title"/>
          </p:nvPr>
        </p:nvSpPr>
        <p:spPr/>
        <p:txBody>
          <a:bodyPr/>
          <a:lstStyle/>
          <a:p>
            <a:r>
              <a:rPr lang="en-US" sz="4800">
                <a:latin typeface="Everyday Sans Medium"/>
              </a:rPr>
              <a:t>Key Insights Summary</a:t>
            </a:r>
            <a:br>
              <a:rPr lang="en-US" sz="4800">
                <a:latin typeface="Everyday Sans Medium"/>
              </a:rPr>
            </a:br>
            <a:r>
              <a:rPr kumimoji="0" lang="en-US" sz="3200" b="0" i="1" u="none" strike="noStrike" kern="1200" cap="none" spc="0" normalizeH="0" baseline="0" noProof="0">
                <a:ln>
                  <a:noFill/>
                </a:ln>
                <a:solidFill>
                  <a:srgbClr val="001E60"/>
                </a:solidFill>
                <a:effectLst/>
                <a:uLnTx/>
                <a:uFillTx/>
                <a:latin typeface="Everyday Sans Medium"/>
                <a:ea typeface="+mj-ea"/>
                <a:cs typeface="+mj-cs"/>
              </a:rPr>
              <a:t>Based on model results</a:t>
            </a:r>
            <a:endParaRPr lang="en-US" sz="4800"/>
          </a:p>
        </p:txBody>
      </p:sp>
      <p:sp>
        <p:nvSpPr>
          <p:cNvPr id="3" name="Content Placeholder 2">
            <a:extLst>
              <a:ext uri="{FF2B5EF4-FFF2-40B4-BE49-F238E27FC236}">
                <a16:creationId xmlns:a16="http://schemas.microsoft.com/office/drawing/2014/main" id="{267E2A4C-0191-8DF1-14D0-81BEB7E0D6BA}"/>
              </a:ext>
            </a:extLst>
          </p:cNvPr>
          <p:cNvSpPr>
            <a:spLocks noGrp="1"/>
          </p:cNvSpPr>
          <p:nvPr>
            <p:ph idx="1"/>
          </p:nvPr>
        </p:nvSpPr>
        <p:spPr>
          <a:xfrm>
            <a:off x="682625" y="3767328"/>
            <a:ext cx="16425503" cy="8877247"/>
          </a:xfrm>
        </p:spPr>
        <p:txBody>
          <a:bodyPr vert="horz" lIns="0" tIns="0" rIns="0" bIns="0" rtlCol="0" anchor="t">
            <a:noAutofit/>
          </a:bodyPr>
          <a:lstStyle/>
          <a:p>
            <a:pPr marL="571500" indent="-571500">
              <a:buFont typeface="Arial" panose="020B0604020202020204" pitchFamily="34" charset="0"/>
              <a:buChar char="•"/>
            </a:pPr>
            <a:r>
              <a:rPr lang="en-US"/>
              <a:t>Space allocation is concentrated in a small number of high-impact subcategories</a:t>
            </a:r>
          </a:p>
          <a:p>
            <a:pPr marL="571500" indent="-571500">
              <a:buFont typeface="Arial" panose="020B0604020202020204" pitchFamily="34" charset="0"/>
              <a:buChar char="•"/>
            </a:pPr>
            <a:r>
              <a:rPr lang="en-US"/>
              <a:t>Flexible fixtures show higher utilization across departments</a:t>
            </a:r>
          </a:p>
          <a:p>
            <a:pPr marL="571500" indent="-571500">
              <a:buFont typeface="Arial" panose="020B0604020202020204" pitchFamily="34" charset="0"/>
              <a:buChar char="•"/>
            </a:pPr>
            <a:r>
              <a:rPr lang="en-US"/>
              <a:t>Women’s departments show stronger performance with flexible space</a:t>
            </a:r>
          </a:p>
          <a:p>
            <a:pPr marL="571500" indent="-571500">
              <a:buFont typeface="Arial" panose="020B0604020202020204" pitchFamily="34" charset="0"/>
              <a:buChar char="•"/>
            </a:pPr>
            <a:r>
              <a:rPr lang="en-US"/>
              <a:t>Men’s departments maintain a higher share of stable space</a:t>
            </a:r>
          </a:p>
          <a:p>
            <a:pPr marL="571500" indent="-571500">
              <a:buFont typeface="Arial" panose="020B0604020202020204" pitchFamily="34" charset="0"/>
              <a:buChar char="•"/>
            </a:pPr>
            <a:endParaRPr lang="en-US"/>
          </a:p>
          <a:p>
            <a:r>
              <a:rPr lang="en-US" b="1"/>
              <a:t>Space allocation strategies should be demand-driven and department-specific</a:t>
            </a:r>
          </a:p>
        </p:txBody>
      </p:sp>
      <p:sp>
        <p:nvSpPr>
          <p:cNvPr id="4" name="Footer Placeholder 3">
            <a:extLst>
              <a:ext uri="{FF2B5EF4-FFF2-40B4-BE49-F238E27FC236}">
                <a16:creationId xmlns:a16="http://schemas.microsoft.com/office/drawing/2014/main" id="{6B18C3AC-CDE9-6B46-0397-6CFBCE02E263}"/>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4D555397-6A84-36DB-69D7-82990E83C094}"/>
              </a:ext>
            </a:extLst>
          </p:cNvPr>
          <p:cNvSpPr>
            <a:spLocks noGrp="1"/>
          </p:cNvSpPr>
          <p:nvPr>
            <p:ph type="sldNum" sz="quarter" idx="12"/>
          </p:nvPr>
        </p:nvSpPr>
        <p:spPr/>
        <p:txBody>
          <a:bodyPr/>
          <a:lstStyle/>
          <a:p>
            <a:fld id="{E7E83E8E-4C8F-494C-96FC-84A57D31552C}" type="slidenum">
              <a:rPr lang="en-US" smtClean="0"/>
              <a:t>47</a:t>
            </a:fld>
            <a:endParaRPr lang="en-US"/>
          </a:p>
        </p:txBody>
      </p:sp>
      <p:sp>
        <p:nvSpPr>
          <p:cNvPr id="6" name="Rectangle 5">
            <a:extLst>
              <a:ext uri="{FF2B5EF4-FFF2-40B4-BE49-F238E27FC236}">
                <a16:creationId xmlns:a16="http://schemas.microsoft.com/office/drawing/2014/main" id="{8CBD8C67-A06B-759F-05F6-FBF8DD19857D}"/>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11794596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5CBC0-1BD1-4AFE-B5B1-9183E6663B0D}"/>
              </a:ext>
            </a:extLst>
          </p:cNvPr>
          <p:cNvSpPr>
            <a:spLocks noGrp="1"/>
          </p:cNvSpPr>
          <p:nvPr>
            <p:ph type="title"/>
          </p:nvPr>
        </p:nvSpPr>
        <p:spPr/>
        <p:txBody>
          <a:bodyPr/>
          <a:lstStyle/>
          <a:p>
            <a:r>
              <a:rPr lang="en-US" sz="4800">
                <a:latin typeface="Everyday Sans Medium"/>
              </a:rPr>
              <a:t>Key Insights Summary</a:t>
            </a:r>
            <a:br>
              <a:rPr lang="en-US" sz="4800">
                <a:latin typeface="Everyday Sans Medium"/>
              </a:rPr>
            </a:br>
            <a:r>
              <a:rPr kumimoji="0" lang="en-US" sz="3200" b="0" i="1" u="none" strike="noStrike" kern="1200" cap="none" spc="0" normalizeH="0" baseline="0" noProof="0">
                <a:ln>
                  <a:noFill/>
                </a:ln>
                <a:solidFill>
                  <a:srgbClr val="001E60"/>
                </a:solidFill>
                <a:effectLst/>
                <a:uLnTx/>
                <a:uFillTx/>
                <a:latin typeface="Everyday Sans Medium"/>
                <a:ea typeface="+mj-ea"/>
                <a:cs typeface="+mj-cs"/>
              </a:rPr>
              <a:t>Based on model results</a:t>
            </a:r>
            <a:endParaRPr lang="en-US" sz="4800"/>
          </a:p>
        </p:txBody>
      </p:sp>
      <p:sp>
        <p:nvSpPr>
          <p:cNvPr id="3" name="Content Placeholder 2">
            <a:extLst>
              <a:ext uri="{FF2B5EF4-FFF2-40B4-BE49-F238E27FC236}">
                <a16:creationId xmlns:a16="http://schemas.microsoft.com/office/drawing/2014/main" id="{267E2A4C-0191-8DF1-14D0-81BEB7E0D6BA}"/>
              </a:ext>
            </a:extLst>
          </p:cNvPr>
          <p:cNvSpPr>
            <a:spLocks noGrp="1"/>
          </p:cNvSpPr>
          <p:nvPr>
            <p:ph idx="1"/>
          </p:nvPr>
        </p:nvSpPr>
        <p:spPr>
          <a:xfrm>
            <a:off x="682625" y="3767328"/>
            <a:ext cx="16425503" cy="8877247"/>
          </a:xfrm>
        </p:spPr>
        <p:txBody>
          <a:bodyPr vert="horz" lIns="0" tIns="0" rIns="0" bIns="0" rtlCol="0" anchor="t">
            <a:noAutofit/>
          </a:bodyPr>
          <a:lstStyle/>
          <a:p>
            <a:pPr marL="571500" indent="-571500">
              <a:buFont typeface="Arial" panose="020B0604020202020204" pitchFamily="34" charset="0"/>
              <a:buChar char="•"/>
            </a:pPr>
            <a:r>
              <a:rPr lang="en-US" sz="4000"/>
              <a:t>Fixture allocation is highly concentrated in a small number of subcategories</a:t>
            </a:r>
          </a:p>
          <a:p>
            <a:pPr marL="571500" indent="-571500">
              <a:buFont typeface="Arial" panose="020B0604020202020204" pitchFamily="34" charset="0"/>
              <a:buChar char="•"/>
            </a:pPr>
            <a:r>
              <a:rPr lang="en-US" sz="4000"/>
              <a:t>Effective allocation strategies vary by department</a:t>
            </a:r>
          </a:p>
          <a:p>
            <a:pPr marL="571500" indent="-571500">
              <a:buFont typeface="Arial" panose="020B0604020202020204" pitchFamily="34" charset="0"/>
              <a:buChar char="•"/>
            </a:pPr>
            <a:r>
              <a:rPr lang="en-US" sz="4000"/>
              <a:t>Flexible space improves utilization, while stable space ensures consistency</a:t>
            </a:r>
            <a:endParaRPr lang="en-US" sz="4000" b="1"/>
          </a:p>
        </p:txBody>
      </p:sp>
      <p:sp>
        <p:nvSpPr>
          <p:cNvPr id="4" name="Footer Placeholder 3">
            <a:extLst>
              <a:ext uri="{FF2B5EF4-FFF2-40B4-BE49-F238E27FC236}">
                <a16:creationId xmlns:a16="http://schemas.microsoft.com/office/drawing/2014/main" id="{6B18C3AC-CDE9-6B46-0397-6CFBCE02E263}"/>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4D555397-6A84-36DB-69D7-82990E83C094}"/>
              </a:ext>
            </a:extLst>
          </p:cNvPr>
          <p:cNvSpPr>
            <a:spLocks noGrp="1"/>
          </p:cNvSpPr>
          <p:nvPr>
            <p:ph type="sldNum" sz="quarter" idx="12"/>
          </p:nvPr>
        </p:nvSpPr>
        <p:spPr/>
        <p:txBody>
          <a:bodyPr/>
          <a:lstStyle/>
          <a:p>
            <a:fld id="{E7E83E8E-4C8F-494C-96FC-84A57D31552C}" type="slidenum">
              <a:rPr lang="en-US" smtClean="0"/>
              <a:t>48</a:t>
            </a:fld>
            <a:endParaRPr lang="en-US"/>
          </a:p>
        </p:txBody>
      </p:sp>
      <p:sp>
        <p:nvSpPr>
          <p:cNvPr id="6" name="Rectangle 5">
            <a:extLst>
              <a:ext uri="{FF2B5EF4-FFF2-40B4-BE49-F238E27FC236}">
                <a16:creationId xmlns:a16="http://schemas.microsoft.com/office/drawing/2014/main" id="{8CBD8C67-A06B-759F-05F6-FBF8DD19857D}"/>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17358764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B360C-D10B-271D-2293-168FC479EF03}"/>
              </a:ext>
            </a:extLst>
          </p:cNvPr>
          <p:cNvSpPr>
            <a:spLocks noGrp="1"/>
          </p:cNvSpPr>
          <p:nvPr>
            <p:ph type="title"/>
          </p:nvPr>
        </p:nvSpPr>
        <p:spPr/>
        <p:txBody>
          <a:bodyPr/>
          <a:lstStyle/>
          <a:p>
            <a:r>
              <a:rPr lang="en-US" sz="4800">
                <a:latin typeface="Everyday Sans Medium"/>
              </a:rPr>
              <a:t>Takeaways</a:t>
            </a:r>
            <a:endParaRPr lang="en-US" sz="4800"/>
          </a:p>
        </p:txBody>
      </p:sp>
      <p:sp>
        <p:nvSpPr>
          <p:cNvPr id="3" name="Content Placeholder 2">
            <a:extLst>
              <a:ext uri="{FF2B5EF4-FFF2-40B4-BE49-F238E27FC236}">
                <a16:creationId xmlns:a16="http://schemas.microsoft.com/office/drawing/2014/main" id="{B58E34B6-B8C4-F438-F71B-23FC484B8575}"/>
              </a:ext>
            </a:extLst>
          </p:cNvPr>
          <p:cNvSpPr>
            <a:spLocks noGrp="1"/>
          </p:cNvSpPr>
          <p:nvPr>
            <p:ph idx="1"/>
          </p:nvPr>
        </p:nvSpPr>
        <p:spPr/>
        <p:txBody>
          <a:bodyPr vert="horz" lIns="0" tIns="0" rIns="0" bIns="0" rtlCol="0" anchor="t">
            <a:noAutofit/>
          </a:bodyPr>
          <a:lstStyle/>
          <a:p>
            <a:pPr marL="457200" indent="-457200">
              <a:buFont typeface="Arial" panose="020B0604020202020204" pitchFamily="34" charset="0"/>
              <a:buChar char="•"/>
            </a:pPr>
            <a:r>
              <a:rPr lang="en-US" sz="3600"/>
              <a:t>Space allocation should be driven by demand, not static rules</a:t>
            </a:r>
          </a:p>
          <a:p>
            <a:pPr marL="457200" indent="-457200">
              <a:buFont typeface="Arial" panose="020B0604020202020204" pitchFamily="34" charset="0"/>
              <a:buChar char="•"/>
            </a:pPr>
            <a:r>
              <a:rPr lang="en-US" sz="3600"/>
              <a:t>Different departments require different allocation strategies</a:t>
            </a:r>
          </a:p>
          <a:p>
            <a:pPr marL="457200" indent="-457200">
              <a:lnSpc>
                <a:spcPct val="100000"/>
              </a:lnSpc>
              <a:buFont typeface="Arial" panose="020B0604020202020204" pitchFamily="34" charset="0"/>
              <a:buChar char="•"/>
            </a:pPr>
            <a:r>
              <a:rPr lang="en-US" sz="3600"/>
              <a:t>Flexible fixtures provide higher efficiency and adaptability</a:t>
            </a:r>
          </a:p>
          <a:p>
            <a:pPr marL="457200" indent="-457200">
              <a:lnSpc>
                <a:spcPct val="100000"/>
              </a:lnSpc>
              <a:buFont typeface="Arial" panose="020B0604020202020204" pitchFamily="34" charset="0"/>
              <a:buChar char="•"/>
            </a:pPr>
            <a:r>
              <a:rPr lang="en-US" sz="3600"/>
              <a:t>Data-driven optimization enables better space decisions</a:t>
            </a:r>
          </a:p>
          <a:p>
            <a:pPr marL="457200" indent="-457200">
              <a:buFont typeface="Arial" panose="020B0604020202020204" pitchFamily="34" charset="0"/>
              <a:buChar char="•"/>
            </a:pPr>
            <a:endParaRPr lang="en-US"/>
          </a:p>
        </p:txBody>
      </p:sp>
      <p:sp>
        <p:nvSpPr>
          <p:cNvPr id="4" name="Footer Placeholder 3">
            <a:extLst>
              <a:ext uri="{FF2B5EF4-FFF2-40B4-BE49-F238E27FC236}">
                <a16:creationId xmlns:a16="http://schemas.microsoft.com/office/drawing/2014/main" id="{AC38DD81-6D65-CC74-2C90-06718B181500}"/>
              </a:ext>
            </a:extLst>
          </p:cNvPr>
          <p:cNvSpPr>
            <a:spLocks noGrp="1"/>
          </p:cNvSpPr>
          <p:nvPr>
            <p:ph type="ftr" sz="quarter" idx="11"/>
          </p:nvPr>
        </p:nvSpPr>
        <p:spPr/>
        <p:txBody>
          <a:bodyPr/>
          <a:lstStyle/>
          <a:p>
            <a:r>
              <a:rPr lang="en-US"/>
              <a:t>Walmart Team 02 | Practicum Team 06</a:t>
            </a:r>
          </a:p>
        </p:txBody>
      </p:sp>
      <p:sp>
        <p:nvSpPr>
          <p:cNvPr id="5" name="Slide Number Placeholder 4">
            <a:extLst>
              <a:ext uri="{FF2B5EF4-FFF2-40B4-BE49-F238E27FC236}">
                <a16:creationId xmlns:a16="http://schemas.microsoft.com/office/drawing/2014/main" id="{999AA8EF-6842-360F-B060-595291A4387B}"/>
              </a:ext>
            </a:extLst>
          </p:cNvPr>
          <p:cNvSpPr>
            <a:spLocks noGrp="1"/>
          </p:cNvSpPr>
          <p:nvPr>
            <p:ph type="sldNum" sz="quarter" idx="12"/>
          </p:nvPr>
        </p:nvSpPr>
        <p:spPr/>
        <p:txBody>
          <a:bodyPr/>
          <a:lstStyle/>
          <a:p>
            <a:fld id="{E7E83E8E-4C8F-494C-96FC-84A57D31552C}" type="slidenum">
              <a:rPr lang="en-US" smtClean="0"/>
              <a:t>49</a:t>
            </a:fld>
            <a:endParaRPr lang="en-US"/>
          </a:p>
        </p:txBody>
      </p:sp>
      <p:sp>
        <p:nvSpPr>
          <p:cNvPr id="6" name="Rectangle 5">
            <a:extLst>
              <a:ext uri="{FF2B5EF4-FFF2-40B4-BE49-F238E27FC236}">
                <a16:creationId xmlns:a16="http://schemas.microsoft.com/office/drawing/2014/main" id="{B664EBFF-F1C8-4472-906F-28B86F883615}"/>
              </a:ext>
            </a:extLst>
          </p:cNvPr>
          <p:cNvSpPr/>
          <p:nvPr/>
        </p:nvSpPr>
        <p:spPr>
          <a:xfrm>
            <a:off x="682625" y="12933107"/>
            <a:ext cx="2503920" cy="457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err="1"/>
          </a:p>
        </p:txBody>
      </p:sp>
    </p:spTree>
    <p:extLst>
      <p:ext uri="{BB962C8B-B14F-4D97-AF65-F5344CB8AC3E}">
        <p14:creationId xmlns:p14="http://schemas.microsoft.com/office/powerpoint/2010/main" val="3971941885"/>
      </p:ext>
    </p:extLst>
  </p:cSld>
  <p:clrMapOvr>
    <a:masterClrMapping/>
  </p:clrMapOvr>
</p:sld>
</file>

<file path=ppt/theme/theme1.xml><?xml version="1.0" encoding="utf-8"?>
<a:theme xmlns:a="http://schemas.openxmlformats.org/drawingml/2006/main" name="Office Theme">
  <a:themeElements>
    <a:clrScheme name="Walmart 02">
      <a:dk1>
        <a:srgbClr val="000000"/>
      </a:dk1>
      <a:lt1>
        <a:srgbClr val="FFFFFF"/>
      </a:lt1>
      <a:dk2>
        <a:srgbClr val="0E2841"/>
      </a:dk2>
      <a:lt2>
        <a:srgbClr val="FCF4EC"/>
      </a:lt2>
      <a:accent1>
        <a:srgbClr val="001E60"/>
      </a:accent1>
      <a:accent2>
        <a:srgbClr val="0053E2"/>
      </a:accent2>
      <a:accent3>
        <a:srgbClr val="4CBDF4"/>
      </a:accent3>
      <a:accent4>
        <a:srgbClr val="A8DDF7"/>
      </a:accent4>
      <a:accent5>
        <a:srgbClr val="FFC220"/>
      </a:accent5>
      <a:accent6>
        <a:srgbClr val="4DB859"/>
      </a:accent6>
      <a:hlink>
        <a:srgbClr val="467886"/>
      </a:hlink>
      <a:folHlink>
        <a:srgbClr val="96607D"/>
      </a:folHlink>
    </a:clrScheme>
    <a:fontScheme name="Everyday Sans">
      <a:majorFont>
        <a:latin typeface="Everyday Sans Medium"/>
        <a:ea typeface=""/>
        <a:cs typeface=""/>
      </a:majorFont>
      <a:minorFont>
        <a:latin typeface="Everyday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dirty="0" err="1" smtClean="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dirty="0" err="1" smtClean="0">
            <a:solidFill>
              <a:schemeClr val="accent1"/>
            </a:solidFill>
          </a:defRPr>
        </a:defPPr>
      </a:lstStyle>
    </a:txDef>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1F690727F635645972FAB33676EA0B6" ma:contentTypeVersion="7" ma:contentTypeDescription="Create a new document." ma:contentTypeScope="" ma:versionID="87251a0bf5bba8aa73fd4323546af7c3">
  <xsd:schema xmlns:xsd="http://www.w3.org/2001/XMLSchema" xmlns:xs="http://www.w3.org/2001/XMLSchema" xmlns:p="http://schemas.microsoft.com/office/2006/metadata/properties" xmlns:ns2="15c58eb3-9e29-4582-a75b-8d80c2a9dca0" targetNamespace="http://schemas.microsoft.com/office/2006/metadata/properties" ma:root="true" ma:fieldsID="4b11f35ced2898693da574febad84eef" ns2:_="">
    <xsd:import namespace="15c58eb3-9e29-4582-a75b-8d80c2a9dca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c58eb3-9e29-4582-a75b-8d80c2a9dca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8D46327-046E-4822-BB10-2FBF408D2351}">
  <ds:schemaRefs>
    <ds:schemaRef ds:uri="http://schemas.microsoft.com/sharepoint/v3/contenttype/forms"/>
  </ds:schemaRefs>
</ds:datastoreItem>
</file>

<file path=customXml/itemProps2.xml><?xml version="1.0" encoding="utf-8"?>
<ds:datastoreItem xmlns:ds="http://schemas.openxmlformats.org/officeDocument/2006/customXml" ds:itemID="{7ADBCD50-E36D-4813-89C0-6D58839C1B61}">
  <ds:schemaRefs>
    <ds:schemaRef ds:uri="15c58eb3-9e29-4582-a75b-8d80c2a9dca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3A12CB5-2B6D-43ED-B845-F06600316D00}">
  <ds:schemaRefs>
    <ds:schemaRef ds:uri="15c58eb3-9e29-4582-a75b-8d80c2a9dca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emplate>Office 2013 - 2022 Theme</Template>
  <TotalTime>0</TotalTime>
  <Words>4274</Words>
  <Application>Microsoft Macintosh PowerPoint</Application>
  <PresentationFormat>Custom</PresentationFormat>
  <Paragraphs>770</Paragraphs>
  <Slides>49</Slides>
  <Notes>39</Notes>
  <HiddenSlides>16</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49</vt:i4>
      </vt:variant>
    </vt:vector>
  </HeadingPairs>
  <TitlesOfParts>
    <vt:vector size="63" baseType="lpstr">
      <vt:lpstr>-apple-system</vt:lpstr>
      <vt:lpstr>Arial</vt:lpstr>
      <vt:lpstr>Calibri</vt:lpstr>
      <vt:lpstr>Cambria Math</vt:lpstr>
      <vt:lpstr>Courier New</vt:lpstr>
      <vt:lpstr>Everyday Sans</vt:lpstr>
      <vt:lpstr>Everyday Sans Light</vt:lpstr>
      <vt:lpstr>Everyday Sans Medium</vt:lpstr>
      <vt:lpstr>Everyday Sans Regular</vt:lpstr>
      <vt:lpstr>Everyday Sans Semibold</vt:lpstr>
      <vt:lpstr>Everyday Text Regular</vt:lpstr>
      <vt:lpstr>EverydaySans-Regular</vt:lpstr>
      <vt:lpstr>System Font Regular</vt:lpstr>
      <vt:lpstr>Office Theme</vt:lpstr>
      <vt:lpstr>Seasonal Fashion Space Allocation</vt:lpstr>
      <vt:lpstr>Our Practicum Team</vt:lpstr>
      <vt:lpstr>1. The Problem</vt:lpstr>
      <vt:lpstr>Business Problem</vt:lpstr>
      <vt:lpstr>Project Question</vt:lpstr>
      <vt:lpstr>Why it matters</vt:lpstr>
      <vt:lpstr>Literature Review</vt:lpstr>
      <vt:lpstr>2. The Data</vt:lpstr>
      <vt:lpstr>Datasets</vt:lpstr>
      <vt:lpstr>Data Overview</vt:lpstr>
      <vt:lpstr>Data Cleaning</vt:lpstr>
      <vt:lpstr>Null Issues</vt:lpstr>
      <vt:lpstr>Exploring Seasonality</vt:lpstr>
      <vt:lpstr>Men’s Departments:  Stable and Uniform Space Allocation</vt:lpstr>
      <vt:lpstr>Women’s Departments:  Flexible and Concentrated Space Allocation</vt:lpstr>
      <vt:lpstr>3. Modeling</vt:lpstr>
      <vt:lpstr>The Model – Development plan</vt:lpstr>
      <vt:lpstr>Subcategory Classification Framework</vt:lpstr>
      <vt:lpstr>Subcategory Classification Output Tables</vt:lpstr>
      <vt:lpstr>Demand Model</vt:lpstr>
      <vt:lpstr>Demand Model</vt:lpstr>
      <vt:lpstr>Demand Model - Outputs</vt:lpstr>
      <vt:lpstr>How We Translate Demand into Space Decisions</vt:lpstr>
      <vt:lpstr>Optimization Model: Allocating Space to Maximize Value</vt:lpstr>
      <vt:lpstr>4. Model Results</vt:lpstr>
      <vt:lpstr>Where The Model Allocates Space For The Most Value</vt:lpstr>
      <vt:lpstr>Balancing Stability and Flexibility</vt:lpstr>
      <vt:lpstr>How Efficiently Space is Used by the Optimization Model</vt:lpstr>
      <vt:lpstr>Key Insights Summary Based on model results</vt:lpstr>
      <vt:lpstr>Impact &amp; Recommendations</vt:lpstr>
      <vt:lpstr>Next Steps &amp; Key Takeaways</vt:lpstr>
      <vt:lpstr>References</vt:lpstr>
      <vt:lpstr>Thank You</vt:lpstr>
      <vt:lpstr>Appendix</vt:lpstr>
      <vt:lpstr>Men’s Departments: Stable and Uniform Space Allocation</vt:lpstr>
      <vt:lpstr>Women’s Departments: Flexible and Concentrated Space Allocation</vt:lpstr>
      <vt:lpstr>The Data Science Process</vt:lpstr>
      <vt:lpstr>Agenda</vt:lpstr>
      <vt:lpstr>Project Timeline</vt:lpstr>
      <vt:lpstr>Subcategory Classification – Key Metrics</vt:lpstr>
      <vt:lpstr>Fixture Allocation Metrics</vt:lpstr>
      <vt:lpstr>Secondary Questions:</vt:lpstr>
      <vt:lpstr>Datasets</vt:lpstr>
      <vt:lpstr>Impact of the Approach</vt:lpstr>
      <vt:lpstr>Model-Driven Recommendations</vt:lpstr>
      <vt:lpstr>Next Steps &amp; Model Improvements</vt:lpstr>
      <vt:lpstr>Key Insights Summary Based on model results</vt:lpstr>
      <vt:lpstr>Key Insights Summary Based on model results</vt:lpstr>
      <vt:lpstr>Takeaways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Rene Moreno</dc:creator>
  <cp:lastModifiedBy>Stella Shipman</cp:lastModifiedBy>
  <cp:revision>1</cp:revision>
  <cp:lastPrinted>1601-01-01T00:00:00Z</cp:lastPrinted>
  <dcterms:created xsi:type="dcterms:W3CDTF">2023-12-21T17:20:15Z</dcterms:created>
  <dcterms:modified xsi:type="dcterms:W3CDTF">2026-04-23T02:07:17Z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0x01010061F690727F635645972FAB33676EA0B6</vt:lpwstr>
  </property>
  <property fmtid="{D5CDD505-2E9C-101B-9397-08002B2CF9AE}" pid="3" name="MediaServiceImageTags">
    <vt:lpwstr/>
  </property>
  <property fmtid="{D5CDD505-2E9C-101B-9397-08002B2CF9AE}" pid="4" name="MSIP_Label_b24820e8-223f-4ed2-bd95-81c83f641284_Enabled">
    <vt:lpwstr>true</vt:lpwstr>
  </property>
  <property fmtid="{D5CDD505-2E9C-101B-9397-08002B2CF9AE}" pid="5" name="MSIP_Label_b24820e8-223f-4ed2-bd95-81c83f641284_SetDate">
    <vt:lpwstr>2025-05-06T19:46:42Z</vt:lpwstr>
  </property>
  <property fmtid="{D5CDD505-2E9C-101B-9397-08002B2CF9AE}" pid="6" name="MSIP_Label_b24820e8-223f-4ed2-bd95-81c83f641284_Method">
    <vt:lpwstr>Standard</vt:lpwstr>
  </property>
  <property fmtid="{D5CDD505-2E9C-101B-9397-08002B2CF9AE}" pid="7" name="MSIP_Label_b24820e8-223f-4ed2-bd95-81c83f641284_Name">
    <vt:lpwstr>b24820e8-223f-4ed2-bd95-81c83f641284</vt:lpwstr>
  </property>
  <property fmtid="{D5CDD505-2E9C-101B-9397-08002B2CF9AE}" pid="8" name="MSIP_Label_b24820e8-223f-4ed2-bd95-81c83f641284_SiteId">
    <vt:lpwstr>3cbcc3d3-094d-4006-9849-0d11d61f484d</vt:lpwstr>
  </property>
  <property fmtid="{D5CDD505-2E9C-101B-9397-08002B2CF9AE}" pid="9" name="MSIP_Label_b24820e8-223f-4ed2-bd95-81c83f641284_ActionId">
    <vt:lpwstr>e9e469a6-c285-4b16-95da-df6ec31d94a2</vt:lpwstr>
  </property>
  <property fmtid="{D5CDD505-2E9C-101B-9397-08002B2CF9AE}" pid="10" name="MSIP_Label_b24820e8-223f-4ed2-bd95-81c83f641284_ContentBits">
    <vt:lpwstr>0</vt:lpwstr>
  </property>
  <property fmtid="{D5CDD505-2E9C-101B-9397-08002B2CF9AE}" pid="11" name="MSIP_Label_b24820e8-223f-4ed2-bd95-81c83f641284_Tag">
    <vt:lpwstr>10, 3, 0, 1</vt:lpwstr>
  </property>
</Properties>
</file>